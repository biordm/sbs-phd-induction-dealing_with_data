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37.svg" ContentType="image/svg+xml"/>
  <Override PartName="/ppt/media/image38.svg" ContentType="image/svg+xml"/>
  <Override PartName="/ppt/media/image39.svg" ContentType="image/sv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43.svg" ContentType="image/sv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media/image77.svg" ContentType="image/sv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8.xml" ContentType="application/vnd.openxmlformats-officedocument.presentationml.notesSlide+xml"/>
  <Override PartName="/ppt/media/image101.svg" ContentType="image/svg+xml"/>
  <Override PartName="/ppt/media/image102.svg" ContentType="image/svg+xml"/>
  <Override PartName="/ppt/notesSlides/notesSlide2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omments/modernComment_15B_DABAECE.xml" ContentType="application/vnd.ms-powerpoint.comments+xml"/>
  <Override PartName="/ppt/notesSlides/notesSlide38.xml" ContentType="application/vnd.openxmlformats-officedocument.presentationml.notesSlide+xml"/>
  <Override PartName="/ppt/media/image119.svg" ContentType="image/svg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70" r:id="rId1"/>
    <p:sldMasterId id="2147483676" r:id="rId2"/>
    <p:sldMasterId id="2147483680" r:id="rId3"/>
    <p:sldMasterId id="2147483686" r:id="rId4"/>
    <p:sldMasterId id="2147483690" r:id="rId5"/>
    <p:sldMasterId id="2147483692" r:id="rId6"/>
  </p:sldMasterIdLst>
  <p:notesMasterIdLst>
    <p:notesMasterId r:id="rId106"/>
  </p:notesMasterIdLst>
  <p:sldIdLst>
    <p:sldId id="256" r:id="rId7"/>
    <p:sldId id="389" r:id="rId8"/>
    <p:sldId id="257" r:id="rId9"/>
    <p:sldId id="397" r:id="rId10"/>
    <p:sldId id="350" r:id="rId11"/>
    <p:sldId id="258" r:id="rId12"/>
    <p:sldId id="398" r:id="rId13"/>
    <p:sldId id="259" r:id="rId14"/>
    <p:sldId id="260" r:id="rId15"/>
    <p:sldId id="345" r:id="rId16"/>
    <p:sldId id="351" r:id="rId17"/>
    <p:sldId id="262" r:id="rId18"/>
    <p:sldId id="261" r:id="rId19"/>
    <p:sldId id="352" r:id="rId20"/>
    <p:sldId id="353" r:id="rId21"/>
    <p:sldId id="263" r:id="rId22"/>
    <p:sldId id="264" r:id="rId23"/>
    <p:sldId id="265" r:id="rId24"/>
    <p:sldId id="266" r:id="rId25"/>
    <p:sldId id="300" r:id="rId26"/>
    <p:sldId id="301" r:id="rId27"/>
    <p:sldId id="302" r:id="rId28"/>
    <p:sldId id="275" r:id="rId29"/>
    <p:sldId id="267" r:id="rId30"/>
    <p:sldId id="268" r:id="rId31"/>
    <p:sldId id="269" r:id="rId32"/>
    <p:sldId id="354" r:id="rId33"/>
    <p:sldId id="270" r:id="rId34"/>
    <p:sldId id="271" r:id="rId35"/>
    <p:sldId id="272" r:id="rId36"/>
    <p:sldId id="273" r:id="rId37"/>
    <p:sldId id="274" r:id="rId38"/>
    <p:sldId id="356" r:id="rId39"/>
    <p:sldId id="391" r:id="rId40"/>
    <p:sldId id="355" r:id="rId41"/>
    <p:sldId id="276" r:id="rId42"/>
    <p:sldId id="277" r:id="rId43"/>
    <p:sldId id="392" r:id="rId44"/>
    <p:sldId id="294" r:id="rId45"/>
    <p:sldId id="295" r:id="rId46"/>
    <p:sldId id="296" r:id="rId47"/>
    <p:sldId id="297" r:id="rId48"/>
    <p:sldId id="298" r:id="rId49"/>
    <p:sldId id="304" r:id="rId50"/>
    <p:sldId id="305" r:id="rId51"/>
    <p:sldId id="278" r:id="rId52"/>
    <p:sldId id="282" r:id="rId53"/>
    <p:sldId id="283" r:id="rId54"/>
    <p:sldId id="284" r:id="rId55"/>
    <p:sldId id="285" r:id="rId56"/>
    <p:sldId id="286" r:id="rId57"/>
    <p:sldId id="287" r:id="rId58"/>
    <p:sldId id="288" r:id="rId59"/>
    <p:sldId id="289" r:id="rId60"/>
    <p:sldId id="290" r:id="rId61"/>
    <p:sldId id="291" r:id="rId62"/>
    <p:sldId id="357" r:id="rId63"/>
    <p:sldId id="292" r:id="rId64"/>
    <p:sldId id="279" r:id="rId65"/>
    <p:sldId id="280" r:id="rId66"/>
    <p:sldId id="281" r:id="rId67"/>
    <p:sldId id="396" r:id="rId68"/>
    <p:sldId id="293" r:id="rId69"/>
    <p:sldId id="393" r:id="rId70"/>
    <p:sldId id="306" r:id="rId71"/>
    <p:sldId id="315" r:id="rId72"/>
    <p:sldId id="316" r:id="rId73"/>
    <p:sldId id="317" r:id="rId74"/>
    <p:sldId id="308" r:id="rId75"/>
    <p:sldId id="307" r:id="rId76"/>
    <p:sldId id="309" r:id="rId77"/>
    <p:sldId id="310" r:id="rId78"/>
    <p:sldId id="311" r:id="rId79"/>
    <p:sldId id="319" r:id="rId80"/>
    <p:sldId id="312" r:id="rId81"/>
    <p:sldId id="339" r:id="rId82"/>
    <p:sldId id="388" r:id="rId83"/>
    <p:sldId id="359" r:id="rId84"/>
    <p:sldId id="314" r:id="rId85"/>
    <p:sldId id="347" r:id="rId86"/>
    <p:sldId id="358" r:id="rId87"/>
    <p:sldId id="320" r:id="rId88"/>
    <p:sldId id="394" r:id="rId89"/>
    <p:sldId id="318" r:id="rId90"/>
    <p:sldId id="395" r:id="rId91"/>
    <p:sldId id="323" r:id="rId92"/>
    <p:sldId id="361" r:id="rId93"/>
    <p:sldId id="362" r:id="rId94"/>
    <p:sldId id="363" r:id="rId95"/>
    <p:sldId id="364" r:id="rId96"/>
    <p:sldId id="365" r:id="rId97"/>
    <p:sldId id="366" r:id="rId98"/>
    <p:sldId id="367" r:id="rId99"/>
    <p:sldId id="368" r:id="rId100"/>
    <p:sldId id="369" r:id="rId101"/>
    <p:sldId id="370" r:id="rId102"/>
    <p:sldId id="372" r:id="rId103"/>
    <p:sldId id="348" r:id="rId104"/>
    <p:sldId id="349" r:id="rId10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E3CF04C-70AD-A42A-222C-62FD477ECDF0}" name="Livia Scorza" initials="LS" userId="S::lscorza3@ed.ac.uk::111f9cb8-3b00-47fc-bb12-3e5209207956" providerId="AD"/>
  <p188:author id="{19C239C6-098D-4E51-E404-6DFB3521C0C0}" name="Juliana Rodriguez Cubillos" initials="JRC" userId="S::s2531396@ed.ac.uk::0c6f9f27-d47b-4e7a-a25c-efe9aec00c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14F"/>
    <a:srgbClr val="FFDA9B"/>
    <a:srgbClr val="FFBFEB"/>
    <a:srgbClr val="C09000"/>
    <a:srgbClr val="334972"/>
    <a:srgbClr val="14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F1961-EDDF-8B9F-CC50-9869E307E338}" v="2" dt="2026-10-28T10:35:25.864"/>
    <p1510:client id="{3FE6BEFA-1A35-3BB3-C4F1-2FA2009178DE}" v="416" dt="2026-10-27T17:40:17.249"/>
    <p1510:client id="{B4E16298-8781-37E1-9486-FC3965C90F59}" v="2" dt="2026-10-28T12:19:3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12" Type="http://schemas.microsoft.com/office/2015/10/relationships/revisionInfo" Target="revisionInfo.xml"/><Relationship Id="rId16" Type="http://schemas.openxmlformats.org/officeDocument/2006/relationships/slide" Target="slides/slide10.xml"/><Relationship Id="rId107" Type="http://schemas.openxmlformats.org/officeDocument/2006/relationships/presProps" Target="presProps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113" Type="http://schemas.microsoft.com/office/2018/10/relationships/authors" Target="authors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08" Type="http://schemas.openxmlformats.org/officeDocument/2006/relationships/viewProps" Target="viewProps.xml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theme" Target="theme/theme1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slide" Target="slides/slide98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tableStyles" Target="tableStyles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1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na Rodriguez Cubillos" userId="S::s2531396@ed.ac.uk::0c6f9f27-d47b-4e7a-a25c-efe9aec00c33" providerId="AD" clId="Web-{3FE6BEFA-1A35-3BB3-C4F1-2FA2009178DE}"/>
    <pc:docChg chg="modSld">
      <pc:chgData name="Juliana Rodriguez Cubillos" userId="S::s2531396@ed.ac.uk::0c6f9f27-d47b-4e7a-a25c-efe9aec00c33" providerId="AD" clId="Web-{3FE6BEFA-1A35-3BB3-C4F1-2FA2009178DE}" dt="2026-10-27T17:40:17.249" v="437" actId="1076"/>
      <pc:docMkLst>
        <pc:docMk/>
      </pc:docMkLst>
      <pc:sldChg chg="addSp delSp modSp">
        <pc:chgData name="Juliana Rodriguez Cubillos" userId="S::s2531396@ed.ac.uk::0c6f9f27-d47b-4e7a-a25c-efe9aec00c33" providerId="AD" clId="Web-{3FE6BEFA-1A35-3BB3-C4F1-2FA2009178DE}" dt="2026-10-27T17:36:20.662" v="392" actId="1076"/>
        <pc:sldMkLst>
          <pc:docMk/>
          <pc:sldMk cId="0" sldId="266"/>
        </pc:sldMkLst>
        <pc:spChg chg="mod">
          <ac:chgData name="Juliana Rodriguez Cubillos" userId="S::s2531396@ed.ac.uk::0c6f9f27-d47b-4e7a-a25c-efe9aec00c33" providerId="AD" clId="Web-{3FE6BEFA-1A35-3BB3-C4F1-2FA2009178DE}" dt="2026-10-27T17:36:16.584" v="390" actId="1076"/>
          <ac:spMkLst>
            <pc:docMk/>
            <pc:sldMk cId="0" sldId="266"/>
            <ac:spMk id="266" creationId="{00000000-0000-0000-0000-000000000000}"/>
          </ac:spMkLst>
        </pc:spChg>
        <pc:picChg chg="del">
          <ac:chgData name="Juliana Rodriguez Cubillos" userId="S::s2531396@ed.ac.uk::0c6f9f27-d47b-4e7a-a25c-efe9aec00c33" providerId="AD" clId="Web-{3FE6BEFA-1A35-3BB3-C4F1-2FA2009178DE}" dt="2026-10-27T17:35:12.284" v="371"/>
          <ac:picMkLst>
            <pc:docMk/>
            <pc:sldMk cId="0" sldId="266"/>
            <ac:picMk id="8" creationId="{9CCC7B50-BBEA-02E2-75EB-4E40CEEEA1DA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5:13.394" v="372"/>
          <ac:picMkLst>
            <pc:docMk/>
            <pc:sldMk cId="0" sldId="266"/>
            <ac:picMk id="9" creationId="{791DC2CE-0E22-18E3-FD72-956B2F133B3E}"/>
          </ac:picMkLst>
        </pc:picChg>
        <pc:picChg chg="add mod">
          <ac:chgData name="Juliana Rodriguez Cubillos" userId="S::s2531396@ed.ac.uk::0c6f9f27-d47b-4e7a-a25c-efe9aec00c33" providerId="AD" clId="Web-{3FE6BEFA-1A35-3BB3-C4F1-2FA2009178DE}" dt="2026-10-27T17:36:19.084" v="391" actId="1076"/>
          <ac:picMkLst>
            <pc:docMk/>
            <pc:sldMk cId="0" sldId="266"/>
            <ac:picMk id="10" creationId="{6CDBBB81-68EA-2E22-F2A4-3661244C20C7}"/>
          </ac:picMkLst>
        </pc:picChg>
        <pc:picChg chg="add mod">
          <ac:chgData name="Juliana Rodriguez Cubillos" userId="S::s2531396@ed.ac.uk::0c6f9f27-d47b-4e7a-a25c-efe9aec00c33" providerId="AD" clId="Web-{3FE6BEFA-1A35-3BB3-C4F1-2FA2009178DE}" dt="2026-10-27T17:36:20.662" v="392" actId="1076"/>
          <ac:picMkLst>
            <pc:docMk/>
            <pc:sldMk cId="0" sldId="266"/>
            <ac:picMk id="11" creationId="{53D7B143-3E96-D817-8932-4966C257D23B}"/>
          </ac:picMkLst>
        </pc:picChg>
      </pc:sldChg>
      <pc:sldChg chg="modSp">
        <pc:chgData name="Juliana Rodriguez Cubillos" userId="S::s2531396@ed.ac.uk::0c6f9f27-d47b-4e7a-a25c-efe9aec00c33" providerId="AD" clId="Web-{3FE6BEFA-1A35-3BB3-C4F1-2FA2009178DE}" dt="2026-10-27T17:32:49.982" v="343" actId="20577"/>
        <pc:sldMkLst>
          <pc:docMk/>
          <pc:sldMk cId="0" sldId="292"/>
        </pc:sldMkLst>
        <pc:spChg chg="mod">
          <ac:chgData name="Juliana Rodriguez Cubillos" userId="S::s2531396@ed.ac.uk::0c6f9f27-d47b-4e7a-a25c-efe9aec00c33" providerId="AD" clId="Web-{3FE6BEFA-1A35-3BB3-C4F1-2FA2009178DE}" dt="2026-10-27T17:32:49.982" v="343" actId="20577"/>
          <ac:spMkLst>
            <pc:docMk/>
            <pc:sldMk cId="0" sldId="292"/>
            <ac:spMk id="525" creationId="{00000000-0000-0000-0000-000000000000}"/>
          </ac:spMkLst>
        </pc:spChg>
      </pc:sldChg>
      <pc:sldChg chg="addSp delSp modSp">
        <pc:chgData name="Juliana Rodriguez Cubillos" userId="S::s2531396@ed.ac.uk::0c6f9f27-d47b-4e7a-a25c-efe9aec00c33" providerId="AD" clId="Web-{3FE6BEFA-1A35-3BB3-C4F1-2FA2009178DE}" dt="2026-10-27T17:39:31.919" v="423" actId="1076"/>
        <pc:sldMkLst>
          <pc:docMk/>
          <pc:sldMk cId="0" sldId="319"/>
        </pc:sldMkLst>
        <pc:picChg chg="add mod">
          <ac:chgData name="Juliana Rodriguez Cubillos" userId="S::s2531396@ed.ac.uk::0c6f9f27-d47b-4e7a-a25c-efe9aec00c33" providerId="AD" clId="Web-{3FE6BEFA-1A35-3BB3-C4F1-2FA2009178DE}" dt="2026-10-27T17:39:26.638" v="421" actId="1076"/>
          <ac:picMkLst>
            <pc:docMk/>
            <pc:sldMk cId="0" sldId="319"/>
            <ac:picMk id="8" creationId="{D78AF786-955D-E26A-D3F0-27C074A66020}"/>
          </ac:picMkLst>
        </pc:picChg>
        <pc:picChg chg="add mod">
          <ac:chgData name="Juliana Rodriguez Cubillos" userId="S::s2531396@ed.ac.uk::0c6f9f27-d47b-4e7a-a25c-efe9aec00c33" providerId="AD" clId="Web-{3FE6BEFA-1A35-3BB3-C4F1-2FA2009178DE}" dt="2026-10-27T17:39:31.919" v="423" actId="1076"/>
          <ac:picMkLst>
            <pc:docMk/>
            <pc:sldMk cId="0" sldId="319"/>
            <ac:picMk id="9" creationId="{D4033C99-2A2E-346E-70BE-CDCFBDC0FAE5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8:32.073" v="414"/>
          <ac:picMkLst>
            <pc:docMk/>
            <pc:sldMk cId="0" sldId="319"/>
            <ac:picMk id="11" creationId="{B4551E85-0BFE-0B4D-CF90-2BF2A64B857A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8:32.323" v="415"/>
          <ac:picMkLst>
            <pc:docMk/>
            <pc:sldMk cId="0" sldId="319"/>
            <ac:picMk id="13" creationId="{53A34670-89D5-714F-D844-9AF1F67D2B8F}"/>
          </ac:picMkLst>
        </pc:picChg>
      </pc:sldChg>
      <pc:sldChg chg="addSp delSp modSp">
        <pc:chgData name="Juliana Rodriguez Cubillos" userId="S::s2531396@ed.ac.uk::0c6f9f27-d47b-4e7a-a25c-efe9aec00c33" providerId="AD" clId="Web-{3FE6BEFA-1A35-3BB3-C4F1-2FA2009178DE}" dt="2026-10-27T17:40:17.249" v="437" actId="1076"/>
        <pc:sldMkLst>
          <pc:docMk/>
          <pc:sldMk cId="0" sldId="348"/>
        </pc:sldMkLst>
        <pc:picChg chg="add mod">
          <ac:chgData name="Juliana Rodriguez Cubillos" userId="S::s2531396@ed.ac.uk::0c6f9f27-d47b-4e7a-a25c-efe9aec00c33" providerId="AD" clId="Web-{3FE6BEFA-1A35-3BB3-C4F1-2FA2009178DE}" dt="2026-10-27T17:40:09.999" v="433" actId="1076"/>
          <ac:picMkLst>
            <pc:docMk/>
            <pc:sldMk cId="0" sldId="348"/>
            <ac:picMk id="3" creationId="{C2543B47-B8AB-C6BA-B744-28340384A8B7}"/>
          </ac:picMkLst>
        </pc:picChg>
        <pc:picChg chg="add mod">
          <ac:chgData name="Juliana Rodriguez Cubillos" userId="S::s2531396@ed.ac.uk::0c6f9f27-d47b-4e7a-a25c-efe9aec00c33" providerId="AD" clId="Web-{3FE6BEFA-1A35-3BB3-C4F1-2FA2009178DE}" dt="2026-10-27T17:40:11.764" v="434" actId="1076"/>
          <ac:picMkLst>
            <pc:docMk/>
            <pc:sldMk cId="0" sldId="348"/>
            <ac:picMk id="5" creationId="{AB2C5558-1658-8195-F470-C7654F100D40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9:40.670" v="424"/>
          <ac:picMkLst>
            <pc:docMk/>
            <pc:sldMk cId="0" sldId="348"/>
            <ac:picMk id="8" creationId="{D8C619E6-A96A-1F7E-A3FB-0085EAB14991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9:41.716" v="425"/>
          <ac:picMkLst>
            <pc:docMk/>
            <pc:sldMk cId="0" sldId="348"/>
            <ac:picMk id="9" creationId="{1312830A-2D5F-A580-B0BA-4A72E8C209AF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9:42.404" v="426"/>
          <ac:picMkLst>
            <pc:docMk/>
            <pc:sldMk cId="0" sldId="348"/>
            <ac:picMk id="10" creationId="{3F3B27DB-8CCF-FD2D-5B11-3C45F3C2C5AD}"/>
          </ac:picMkLst>
        </pc:picChg>
        <pc:picChg chg="mod">
          <ac:chgData name="Juliana Rodriguez Cubillos" userId="S::s2531396@ed.ac.uk::0c6f9f27-d47b-4e7a-a25c-efe9aec00c33" providerId="AD" clId="Web-{3FE6BEFA-1A35-3BB3-C4F1-2FA2009178DE}" dt="2026-10-27T17:40:17.249" v="437" actId="1076"/>
          <ac:picMkLst>
            <pc:docMk/>
            <pc:sldMk cId="0" sldId="348"/>
            <ac:picMk id="11" creationId="{B710B220-7BDB-6360-FFB4-BF1FF898178F}"/>
          </ac:picMkLst>
        </pc:picChg>
      </pc:sldChg>
      <pc:sldChg chg="addSp delSp modSp">
        <pc:chgData name="Juliana Rodriguez Cubillos" userId="S::s2531396@ed.ac.uk::0c6f9f27-d47b-4e7a-a25c-efe9aec00c33" providerId="AD" clId="Web-{3FE6BEFA-1A35-3BB3-C4F1-2FA2009178DE}" dt="2026-10-27T17:37:17.492" v="401" actId="14100"/>
        <pc:sldMkLst>
          <pc:docMk/>
          <pc:sldMk cId="3417469313" sldId="356"/>
        </pc:sldMkLst>
        <pc:picChg chg="add mod">
          <ac:chgData name="Juliana Rodriguez Cubillos" userId="S::s2531396@ed.ac.uk::0c6f9f27-d47b-4e7a-a25c-efe9aec00c33" providerId="AD" clId="Web-{3FE6BEFA-1A35-3BB3-C4F1-2FA2009178DE}" dt="2026-10-27T17:37:14.305" v="399" actId="14100"/>
          <ac:picMkLst>
            <pc:docMk/>
            <pc:sldMk cId="3417469313" sldId="356"/>
            <ac:picMk id="13" creationId="{DCB638F3-D139-B953-D183-B3886C1B7D7E}"/>
          </ac:picMkLst>
        </pc:picChg>
        <pc:picChg chg="add mod">
          <ac:chgData name="Juliana Rodriguez Cubillos" userId="S::s2531396@ed.ac.uk::0c6f9f27-d47b-4e7a-a25c-efe9aec00c33" providerId="AD" clId="Web-{3FE6BEFA-1A35-3BB3-C4F1-2FA2009178DE}" dt="2026-10-27T17:37:17.492" v="401" actId="14100"/>
          <ac:picMkLst>
            <pc:docMk/>
            <pc:sldMk cId="3417469313" sldId="356"/>
            <ac:picMk id="15" creationId="{266A9BF3-32FB-489B-8CD4-DCA68619A2DC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3:52.422" v="351"/>
          <ac:picMkLst>
            <pc:docMk/>
            <pc:sldMk cId="3417469313" sldId="356"/>
            <ac:picMk id="18" creationId="{E74AFA3B-758E-C8E4-B310-C553DF757481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3:16.420" v="347"/>
          <ac:picMkLst>
            <pc:docMk/>
            <pc:sldMk cId="3417469313" sldId="356"/>
            <ac:picMk id="20" creationId="{52C35A41-2339-7CEC-3508-97E42BC77FF1}"/>
          </ac:picMkLst>
        </pc:picChg>
      </pc:sldChg>
      <pc:sldChg chg="modSp">
        <pc:chgData name="Juliana Rodriguez Cubillos" userId="S::s2531396@ed.ac.uk::0c6f9f27-d47b-4e7a-a25c-efe9aec00c33" providerId="AD" clId="Web-{3FE6BEFA-1A35-3BB3-C4F1-2FA2009178DE}" dt="2026-10-27T16:43:58.011" v="47" actId="20577"/>
        <pc:sldMkLst>
          <pc:docMk/>
          <pc:sldMk cId="3551033009" sldId="358"/>
        </pc:sldMkLst>
        <pc:spChg chg="mod">
          <ac:chgData name="Juliana Rodriguez Cubillos" userId="S::s2531396@ed.ac.uk::0c6f9f27-d47b-4e7a-a25c-efe9aec00c33" providerId="AD" clId="Web-{3FE6BEFA-1A35-3BB3-C4F1-2FA2009178DE}" dt="2026-10-27T16:43:58.011" v="47" actId="20577"/>
          <ac:spMkLst>
            <pc:docMk/>
            <pc:sldMk cId="3551033009" sldId="358"/>
            <ac:spMk id="3" creationId="{6B7157F7-38F2-6743-674F-56CAAE9A5396}"/>
          </ac:spMkLst>
        </pc:spChg>
      </pc:sldChg>
      <pc:sldChg chg="addSp delSp modSp">
        <pc:chgData name="Juliana Rodriguez Cubillos" userId="S::s2531396@ed.ac.uk::0c6f9f27-d47b-4e7a-a25c-efe9aec00c33" providerId="AD" clId="Web-{3FE6BEFA-1A35-3BB3-C4F1-2FA2009178DE}" dt="2026-10-27T17:38:25.385" v="413" actId="14100"/>
        <pc:sldMkLst>
          <pc:docMk/>
          <pc:sldMk cId="3519578752" sldId="396"/>
        </pc:sldMkLst>
        <pc:picChg chg="add mod">
          <ac:chgData name="Juliana Rodriguez Cubillos" userId="S::s2531396@ed.ac.uk::0c6f9f27-d47b-4e7a-a25c-efe9aec00c33" providerId="AD" clId="Web-{3FE6BEFA-1A35-3BB3-C4F1-2FA2009178DE}" dt="2026-10-27T17:38:13.322" v="407" actId="14100"/>
          <ac:picMkLst>
            <pc:docMk/>
            <pc:sldMk cId="3519578752" sldId="396"/>
            <ac:picMk id="2" creationId="{58D99A53-E2CC-287D-8E08-442BE071A3C3}"/>
          </ac:picMkLst>
        </pc:picChg>
        <pc:picChg chg="add mod">
          <ac:chgData name="Juliana Rodriguez Cubillos" userId="S::s2531396@ed.ac.uk::0c6f9f27-d47b-4e7a-a25c-efe9aec00c33" providerId="AD" clId="Web-{3FE6BEFA-1A35-3BB3-C4F1-2FA2009178DE}" dt="2026-10-27T17:38:25.385" v="413" actId="14100"/>
          <ac:picMkLst>
            <pc:docMk/>
            <pc:sldMk cId="3519578752" sldId="396"/>
            <ac:picMk id="3" creationId="{3A0907A0-EB50-7620-723C-CC8BB81868BB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3:28.640" v="348"/>
          <ac:picMkLst>
            <pc:docMk/>
            <pc:sldMk cId="3519578752" sldId="396"/>
            <ac:picMk id="18" creationId="{54A6BE4E-2382-5B81-8DC8-9DDD8EE1492D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3:30.155" v="349"/>
          <ac:picMkLst>
            <pc:docMk/>
            <pc:sldMk cId="3519578752" sldId="396"/>
            <ac:picMk id="19" creationId="{F5CE0243-2895-223A-4210-5E8616E5E326}"/>
          </ac:picMkLst>
        </pc:picChg>
      </pc:sldChg>
      <pc:sldChg chg="addSp delSp modSp">
        <pc:chgData name="Juliana Rodriguez Cubillos" userId="S::s2531396@ed.ac.uk::0c6f9f27-d47b-4e7a-a25c-efe9aec00c33" providerId="AD" clId="Web-{3FE6BEFA-1A35-3BB3-C4F1-2FA2009178DE}" dt="2026-10-27T17:35:03.487" v="370" actId="1076"/>
        <pc:sldMkLst>
          <pc:docMk/>
          <pc:sldMk cId="714389572" sldId="397"/>
        </pc:sldMkLst>
        <pc:picChg chg="add mod">
          <ac:chgData name="Juliana Rodriguez Cubillos" userId="S::s2531396@ed.ac.uk::0c6f9f27-d47b-4e7a-a25c-efe9aec00c33" providerId="AD" clId="Web-{3FE6BEFA-1A35-3BB3-C4F1-2FA2009178DE}" dt="2026-10-27T17:35:03.487" v="370" actId="1076"/>
          <ac:picMkLst>
            <pc:docMk/>
            <pc:sldMk cId="714389572" sldId="397"/>
            <ac:picMk id="2" creationId="{32FDC0EB-B31B-66E5-C6EB-2C51AA954127}"/>
          </ac:picMkLst>
        </pc:picChg>
        <pc:picChg chg="add mod">
          <ac:chgData name="Juliana Rodriguez Cubillos" userId="S::s2531396@ed.ac.uk::0c6f9f27-d47b-4e7a-a25c-efe9aec00c33" providerId="AD" clId="Web-{3FE6BEFA-1A35-3BB3-C4F1-2FA2009178DE}" dt="2026-10-27T17:35:01.409" v="369" actId="1076"/>
          <ac:picMkLst>
            <pc:docMk/>
            <pc:sldMk cId="714389572" sldId="397"/>
            <ac:picMk id="3" creationId="{04FD4D4A-4603-F077-6FBE-39A1F96CCA48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3:40.468" v="350"/>
          <ac:picMkLst>
            <pc:docMk/>
            <pc:sldMk cId="714389572" sldId="397"/>
            <ac:picMk id="6" creationId="{22882270-520B-4DCD-F1A4-05EF41854F6B}"/>
          </ac:picMkLst>
        </pc:picChg>
        <pc:picChg chg="del">
          <ac:chgData name="Juliana Rodriguez Cubillos" userId="S::s2531396@ed.ac.uk::0c6f9f27-d47b-4e7a-a25c-efe9aec00c33" providerId="AD" clId="Web-{3FE6BEFA-1A35-3BB3-C4F1-2FA2009178DE}" dt="2026-10-27T17:32:55.482" v="344"/>
          <ac:picMkLst>
            <pc:docMk/>
            <pc:sldMk cId="714389572" sldId="397"/>
            <ac:picMk id="8" creationId="{24A39B18-522D-04D3-C9F8-0EC71EC8DE0B}"/>
          </ac:picMkLst>
        </pc:picChg>
        <pc:picChg chg="del mod">
          <ac:chgData name="Juliana Rodriguez Cubillos" userId="S::s2531396@ed.ac.uk::0c6f9f27-d47b-4e7a-a25c-efe9aec00c33" providerId="AD" clId="Web-{3FE6BEFA-1A35-3BB3-C4F1-2FA2009178DE}" dt="2026-10-27T17:34:23.376" v="352"/>
          <ac:picMkLst>
            <pc:docMk/>
            <pc:sldMk cId="714389572" sldId="397"/>
            <ac:picMk id="10" creationId="{F9E46E2E-DB87-8513-79E8-8DDE1671EA34}"/>
          </ac:picMkLst>
        </pc:picChg>
        <pc:picChg chg="mod">
          <ac:chgData name="Juliana Rodriguez Cubillos" userId="S::s2531396@ed.ac.uk::0c6f9f27-d47b-4e7a-a25c-efe9aec00c33" providerId="AD" clId="Web-{3FE6BEFA-1A35-3BB3-C4F1-2FA2009178DE}" dt="2026-10-27T17:34:58.768" v="367" actId="1076"/>
          <ac:picMkLst>
            <pc:docMk/>
            <pc:sldMk cId="714389572" sldId="397"/>
            <ac:picMk id="14" creationId="{64BBC4B4-685E-C122-DE12-C04988AC860C}"/>
          </ac:picMkLst>
        </pc:picChg>
      </pc:sldChg>
    </pc:docChg>
  </pc:docChgLst>
  <pc:docChgLst>
    <pc:chgData name="Biological Research Data Management (BioRDM)" userId="S::f1sysrdm@ed.ac.uk::4d9fb9a7-c3f7-44ab-a504-0d32932467ce" providerId="AD" clId="Web-{00000000-0000-0000-0000-000000000000}"/>
    <pc:docChg chg="modSld delMainMaster">
      <pc:chgData name="Biological Research Data Management (BioRDM)" userId="S::f1sysrdm@ed.ac.uk::4d9fb9a7-c3f7-44ab-a504-0d32932467ce" providerId="AD" clId="Web-{00000000-0000-0000-0000-000000000000}" dt="2026-10-06T14:17:40.394" v="264"/>
      <pc:docMkLst>
        <pc:docMk/>
      </pc:docMkLst>
      <pc:sldChg chg="modNotes">
        <pc:chgData name="Biological Research Data Management (BioRDM)" userId="S::f1sysrdm@ed.ac.uk::4d9fb9a7-c3f7-44ab-a504-0d32932467ce" providerId="AD" clId="Web-{00000000-0000-0000-0000-000000000000}" dt="2026-10-06T14:01:42.692" v="150"/>
        <pc:sldMkLst>
          <pc:docMk/>
          <pc:sldMk cId="0" sldId="258"/>
        </pc:sldMkLst>
      </pc:sldChg>
      <pc:sldChg chg="modNotes">
        <pc:chgData name="Biological Research Data Management (BioRDM)" userId="S::f1sysrdm@ed.ac.uk::4d9fb9a7-c3f7-44ab-a504-0d32932467ce" providerId="AD" clId="Web-{00000000-0000-0000-0000-000000000000}" dt="2026-10-06T13:56:46.217" v="5"/>
        <pc:sldMkLst>
          <pc:docMk/>
          <pc:sldMk cId="0" sldId="259"/>
        </pc:sldMkLst>
      </pc:sldChg>
      <pc:sldChg chg="modNotes">
        <pc:chgData name="Biological Research Data Management (BioRDM)" userId="S::f1sysrdm@ed.ac.uk::4d9fb9a7-c3f7-44ab-a504-0d32932467ce" providerId="AD" clId="Web-{00000000-0000-0000-0000-000000000000}" dt="2026-10-06T14:16:55.847" v="229"/>
        <pc:sldMkLst>
          <pc:docMk/>
          <pc:sldMk cId="0" sldId="263"/>
        </pc:sldMkLst>
      </pc:sldChg>
    </pc:docChg>
  </pc:docChgLst>
  <pc:docChgLst>
    <pc:chgData name="Livia Scorza" userId="S::lscorza3@ed.ac.uk::111f9cb8-3b00-47fc-bb12-3e5209207956" providerId="AD" clId="Web-{32DF1961-EDDF-8B9F-CC50-9869E307E338}"/>
    <pc:docChg chg="modSld">
      <pc:chgData name="Livia Scorza" userId="S::lscorza3@ed.ac.uk::111f9cb8-3b00-47fc-bb12-3e5209207956" providerId="AD" clId="Web-{32DF1961-EDDF-8B9F-CC50-9869E307E338}" dt="2026-10-28T10:35:25.864" v="1"/>
      <pc:docMkLst>
        <pc:docMk/>
      </pc:docMkLst>
      <pc:sldChg chg="addSp delSp">
        <pc:chgData name="Livia Scorza" userId="S::lscorza3@ed.ac.uk::111f9cb8-3b00-47fc-bb12-3e5209207956" providerId="AD" clId="Web-{32DF1961-EDDF-8B9F-CC50-9869E307E338}" dt="2026-10-28T10:35:25.864" v="1"/>
        <pc:sldMkLst>
          <pc:docMk/>
          <pc:sldMk cId="0" sldId="265"/>
        </pc:sldMkLst>
        <pc:spChg chg="add del">
          <ac:chgData name="Livia Scorza" userId="S::lscorza3@ed.ac.uk::111f9cb8-3b00-47fc-bb12-3e5209207956" providerId="AD" clId="Web-{32DF1961-EDDF-8B9F-CC50-9869E307E338}" dt="2026-10-28T10:35:25.864" v="1"/>
          <ac:spMkLst>
            <pc:docMk/>
            <pc:sldMk cId="0" sldId="265"/>
            <ac:spMk id="8" creationId="{34751E1B-B03F-4B02-2D1A-8569BE2D52E0}"/>
          </ac:spMkLst>
        </pc:spChg>
      </pc:sldChg>
    </pc:docChg>
  </pc:docChgLst>
  <pc:docChgLst>
    <pc:chgData name="Livia Scorza" userId="S::lscorza3@ed.ac.uk::111f9cb8-3b00-47fc-bb12-3e5209207956" providerId="AD" clId="Web-{F55896D0-6CA2-402C-8467-EED618573F20}"/>
    <pc:docChg chg="addSld delSld modSld sldOrd">
      <pc:chgData name="Livia Scorza" userId="S::lscorza3@ed.ac.uk::111f9cb8-3b00-47fc-bb12-3e5209207956" providerId="AD" clId="Web-{F55896D0-6CA2-402C-8467-EED618573F20}" dt="2026-10-23T15:26:05.636" v="218" actId="20577"/>
      <pc:docMkLst>
        <pc:docMk/>
      </pc:docMkLst>
      <pc:sldChg chg="ord">
        <pc:chgData name="Livia Scorza" userId="S::lscorza3@ed.ac.uk::111f9cb8-3b00-47fc-bb12-3e5209207956" providerId="AD" clId="Web-{F55896D0-6CA2-402C-8467-EED618573F20}" dt="2026-10-23T15:12:04.399" v="1"/>
        <pc:sldMkLst>
          <pc:docMk/>
          <pc:sldMk cId="229355214" sldId="347"/>
        </pc:sldMkLst>
      </pc:sldChg>
      <pc:sldChg chg="modSp">
        <pc:chgData name="Livia Scorza" userId="S::lscorza3@ed.ac.uk::111f9cb8-3b00-47fc-bb12-3e5209207956" providerId="AD" clId="Web-{F55896D0-6CA2-402C-8467-EED618573F20}" dt="2026-10-23T15:22:52.738" v="176" actId="20577"/>
        <pc:sldMkLst>
          <pc:docMk/>
          <pc:sldMk cId="3864198217" sldId="361"/>
        </pc:sldMkLst>
        <pc:spChg chg="mod">
          <ac:chgData name="Livia Scorza" userId="S::lscorza3@ed.ac.uk::111f9cb8-3b00-47fc-bb12-3e5209207956" providerId="AD" clId="Web-{F55896D0-6CA2-402C-8467-EED618573F20}" dt="2026-10-23T15:18:21.883" v="50" actId="20577"/>
          <ac:spMkLst>
            <pc:docMk/>
            <pc:sldMk cId="3864198217" sldId="361"/>
            <ac:spMk id="3" creationId="{B067C6F7-AA50-4FE9-84EA-78EEE6F521F9}"/>
          </ac:spMkLst>
        </pc:spChg>
        <pc:spChg chg="mod">
          <ac:chgData name="Livia Scorza" userId="S::lscorza3@ed.ac.uk::111f9cb8-3b00-47fc-bb12-3e5209207956" providerId="AD" clId="Web-{F55896D0-6CA2-402C-8467-EED618573F20}" dt="2026-10-23T15:22:52.738" v="176" actId="20577"/>
          <ac:spMkLst>
            <pc:docMk/>
            <pc:sldMk cId="3864198217" sldId="361"/>
            <ac:spMk id="4" creationId="{C38EA288-7B9F-40C4-9358-812E71D75597}"/>
          </ac:spMkLst>
        </pc:spChg>
      </pc:sldChg>
      <pc:sldChg chg="addSp delSp modSp add del">
        <pc:chgData name="Livia Scorza" userId="S::lscorza3@ed.ac.uk::111f9cb8-3b00-47fc-bb12-3e5209207956" providerId="AD" clId="Web-{F55896D0-6CA2-402C-8467-EED618573F20}" dt="2026-10-23T15:22:43.362" v="175" actId="20577"/>
        <pc:sldMkLst>
          <pc:docMk/>
          <pc:sldMk cId="1946277099" sldId="362"/>
        </pc:sldMkLst>
        <pc:spChg chg="mod">
          <ac:chgData name="Livia Scorza" userId="S::lscorza3@ed.ac.uk::111f9cb8-3b00-47fc-bb12-3e5209207956" providerId="AD" clId="Web-{F55896D0-6CA2-402C-8467-EED618573F20}" dt="2026-10-23T15:19:16.885" v="61" actId="20577"/>
          <ac:spMkLst>
            <pc:docMk/>
            <pc:sldMk cId="1946277099" sldId="362"/>
            <ac:spMk id="3" creationId="{B067C6F7-AA50-4FE9-84EA-78EEE6F521F9}"/>
          </ac:spMkLst>
        </pc:spChg>
        <pc:spChg chg="add del">
          <ac:chgData name="Livia Scorza" userId="S::lscorza3@ed.ac.uk::111f9cb8-3b00-47fc-bb12-3e5209207956" providerId="AD" clId="Web-{F55896D0-6CA2-402C-8467-EED618573F20}" dt="2026-10-23T15:18:44.087" v="56"/>
          <ac:spMkLst>
            <pc:docMk/>
            <pc:sldMk cId="1946277099" sldId="362"/>
            <ac:spMk id="4" creationId="{427835A5-6403-45A8-B930-3E2310FC2469}"/>
          </ac:spMkLst>
        </pc:spChg>
        <pc:spChg chg="mod">
          <ac:chgData name="Livia Scorza" userId="S::lscorza3@ed.ac.uk::111f9cb8-3b00-47fc-bb12-3e5209207956" providerId="AD" clId="Web-{F55896D0-6CA2-402C-8467-EED618573F20}" dt="2026-10-23T15:22:43.362" v="175" actId="20577"/>
          <ac:spMkLst>
            <pc:docMk/>
            <pc:sldMk cId="1946277099" sldId="362"/>
            <ac:spMk id="6" creationId="{422BEB67-73AB-4A0A-9EC7-3EC7494F40FE}"/>
          </ac:spMkLst>
        </pc:spChg>
      </pc:sldChg>
      <pc:sldChg chg="modSp">
        <pc:chgData name="Livia Scorza" userId="S::lscorza3@ed.ac.uk::111f9cb8-3b00-47fc-bb12-3e5209207956" providerId="AD" clId="Web-{F55896D0-6CA2-402C-8467-EED618573F20}" dt="2026-10-23T15:20:49.451" v="133" actId="20577"/>
        <pc:sldMkLst>
          <pc:docMk/>
          <pc:sldMk cId="3070507200" sldId="363"/>
        </pc:sldMkLst>
        <pc:spChg chg="mod">
          <ac:chgData name="Livia Scorza" userId="S::lscorza3@ed.ac.uk::111f9cb8-3b00-47fc-bb12-3e5209207956" providerId="AD" clId="Web-{F55896D0-6CA2-402C-8467-EED618573F20}" dt="2026-10-23T15:20:49.451" v="133" actId="20577"/>
          <ac:spMkLst>
            <pc:docMk/>
            <pc:sldMk cId="3070507200" sldId="363"/>
            <ac:spMk id="3" creationId="{B067C6F7-AA50-4FE9-84EA-78EEE6F521F9}"/>
          </ac:spMkLst>
        </pc:spChg>
      </pc:sldChg>
      <pc:sldChg chg="modSp">
        <pc:chgData name="Livia Scorza" userId="S::lscorza3@ed.ac.uk::111f9cb8-3b00-47fc-bb12-3e5209207956" providerId="AD" clId="Web-{F55896D0-6CA2-402C-8467-EED618573F20}" dt="2026-10-23T15:22:05.814" v="171" actId="20577"/>
        <pc:sldMkLst>
          <pc:docMk/>
          <pc:sldMk cId="1263610918" sldId="364"/>
        </pc:sldMkLst>
        <pc:spChg chg="mod">
          <ac:chgData name="Livia Scorza" userId="S::lscorza3@ed.ac.uk::111f9cb8-3b00-47fc-bb12-3e5209207956" providerId="AD" clId="Web-{F55896D0-6CA2-402C-8467-EED618573F20}" dt="2026-10-23T15:22:05.814" v="171" actId="20577"/>
          <ac:spMkLst>
            <pc:docMk/>
            <pc:sldMk cId="1263610918" sldId="364"/>
            <ac:spMk id="3" creationId="{B067C6F7-AA50-4FE9-84EA-78EEE6F521F9}"/>
          </ac:spMkLst>
        </pc:spChg>
      </pc:sldChg>
      <pc:sldChg chg="modSp">
        <pc:chgData name="Livia Scorza" userId="S::lscorza3@ed.ac.uk::111f9cb8-3b00-47fc-bb12-3e5209207956" providerId="AD" clId="Web-{F55896D0-6CA2-402C-8467-EED618573F20}" dt="2026-10-23T15:25:06.884" v="189" actId="20577"/>
        <pc:sldMkLst>
          <pc:docMk/>
          <pc:sldMk cId="2453871681" sldId="369"/>
        </pc:sldMkLst>
        <pc:spChg chg="mod">
          <ac:chgData name="Livia Scorza" userId="S::lscorza3@ed.ac.uk::111f9cb8-3b00-47fc-bb12-3e5209207956" providerId="AD" clId="Web-{F55896D0-6CA2-402C-8467-EED618573F20}" dt="2026-10-23T15:25:06.884" v="189" actId="20577"/>
          <ac:spMkLst>
            <pc:docMk/>
            <pc:sldMk cId="2453871681" sldId="369"/>
            <ac:spMk id="3" creationId="{B067C6F7-AA50-4FE9-84EA-78EEE6F521F9}"/>
          </ac:spMkLst>
        </pc:spChg>
      </pc:sldChg>
      <pc:sldChg chg="modSp">
        <pc:chgData name="Livia Scorza" userId="S::lscorza3@ed.ac.uk::111f9cb8-3b00-47fc-bb12-3e5209207956" providerId="AD" clId="Web-{F55896D0-6CA2-402C-8467-EED618573F20}" dt="2026-10-23T15:26:05.636" v="218" actId="20577"/>
        <pc:sldMkLst>
          <pc:docMk/>
          <pc:sldMk cId="3335280541" sldId="372"/>
        </pc:sldMkLst>
        <pc:spChg chg="mod">
          <ac:chgData name="Livia Scorza" userId="S::lscorza3@ed.ac.uk::111f9cb8-3b00-47fc-bb12-3e5209207956" providerId="AD" clId="Web-{F55896D0-6CA2-402C-8467-EED618573F20}" dt="2026-10-23T15:26:05.636" v="218" actId="20577"/>
          <ac:spMkLst>
            <pc:docMk/>
            <pc:sldMk cId="3335280541" sldId="372"/>
            <ac:spMk id="4" creationId="{00000000-0000-0000-0000-000000000000}"/>
          </ac:spMkLst>
        </pc:spChg>
      </pc:sldChg>
    </pc:docChg>
  </pc:docChgLst>
  <pc:docChgLst>
    <pc:chgData name="Livia Scorza" userId="111f9cb8-3b00-47fc-bb12-3e5209207956" providerId="ADAL" clId="{C9E0D77B-DD32-4814-AD42-085CC17914DA}"/>
    <pc:docChg chg="undo redo custSel addSld delSld modSld sldOrd delMainMaster">
      <pc:chgData name="Livia Scorza" userId="111f9cb8-3b00-47fc-bb12-3e5209207956" providerId="ADAL" clId="{C9E0D77B-DD32-4814-AD42-085CC17914DA}" dt="2026-10-19T12:01:02.768" v="6664"/>
      <pc:docMkLst>
        <pc:docMk/>
      </pc:docMkLst>
      <pc:sldChg chg="modSp mod">
        <pc:chgData name="Livia Scorza" userId="111f9cb8-3b00-47fc-bb12-3e5209207956" providerId="ADAL" clId="{C9E0D77B-DD32-4814-AD42-085CC17914DA}" dt="2026-10-19T11:29:45.230" v="5885" actId="20577"/>
        <pc:sldMkLst>
          <pc:docMk/>
          <pc:sldMk cId="0" sldId="257"/>
        </pc:sldMkLst>
        <pc:spChg chg="mod">
          <ac:chgData name="Livia Scorza" userId="111f9cb8-3b00-47fc-bb12-3e5209207956" providerId="ADAL" clId="{C9E0D77B-DD32-4814-AD42-085CC17914DA}" dt="2026-10-19T11:29:45.230" v="5885" actId="20577"/>
          <ac:spMkLst>
            <pc:docMk/>
            <pc:sldMk cId="0" sldId="257"/>
            <ac:spMk id="157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1:25:57.952" v="5690" actId="5793"/>
          <ac:spMkLst>
            <pc:docMk/>
            <pc:sldMk cId="0" sldId="257"/>
            <ac:spMk id="165" creationId="{00000000-0000-0000-0000-000000000000}"/>
          </ac:spMkLst>
        </pc:spChg>
      </pc:sldChg>
      <pc:sldChg chg="addSp delSp modSp mod">
        <pc:chgData name="Livia Scorza" userId="111f9cb8-3b00-47fc-bb12-3e5209207956" providerId="ADAL" clId="{C9E0D77B-DD32-4814-AD42-085CC17914DA}" dt="2026-10-19T11:33:42.564" v="6071" actId="20577"/>
        <pc:sldMkLst>
          <pc:docMk/>
          <pc:sldMk cId="0" sldId="258"/>
        </pc:sldMkLst>
        <pc:spChg chg="mod topLvl">
          <ac:chgData name="Livia Scorza" userId="111f9cb8-3b00-47fc-bb12-3e5209207956" providerId="ADAL" clId="{C9E0D77B-DD32-4814-AD42-085CC17914DA}" dt="2026-10-19T11:32:22.916" v="6017" actId="164"/>
          <ac:spMkLst>
            <pc:docMk/>
            <pc:sldMk cId="0" sldId="258"/>
            <ac:spMk id="173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175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2:15.706" v="6015" actId="164"/>
          <ac:spMkLst>
            <pc:docMk/>
            <pc:sldMk cId="0" sldId="258"/>
            <ac:spMk id="177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179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181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182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184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186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188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3:28.928" v="6061" actId="164"/>
          <ac:spMkLst>
            <pc:docMk/>
            <pc:sldMk cId="0" sldId="258"/>
            <ac:spMk id="190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192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194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3:42.564" v="6071" actId="20577"/>
          <ac:spMkLst>
            <pc:docMk/>
            <pc:sldMk cId="0" sldId="258"/>
            <ac:spMk id="195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2:15.706" v="6015" actId="164"/>
          <ac:spMkLst>
            <pc:docMk/>
            <pc:sldMk cId="0" sldId="258"/>
            <ac:spMk id="196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3:28.928" v="6061" actId="164"/>
          <ac:spMkLst>
            <pc:docMk/>
            <pc:sldMk cId="0" sldId="258"/>
            <ac:spMk id="197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200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202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11:32:07.249" v="6014" actId="165"/>
          <ac:spMkLst>
            <pc:docMk/>
            <pc:sldMk cId="0" sldId="258"/>
            <ac:spMk id="203" creationId="{00000000-0000-0000-0000-000000000000}"/>
          </ac:spMkLst>
        </pc:spChg>
        <pc:grpChg chg="add mod">
          <ac:chgData name="Livia Scorza" userId="111f9cb8-3b00-47fc-bb12-3e5209207956" providerId="ADAL" clId="{C9E0D77B-DD32-4814-AD42-085CC17914DA}" dt="2026-10-19T11:32:48.059" v="6022" actId="1076"/>
          <ac:grpSpMkLst>
            <pc:docMk/>
            <pc:sldMk cId="0" sldId="258"/>
            <ac:grpSpMk id="2" creationId="{E71BA47D-95BA-888C-E223-F12DCA4FEF50}"/>
          </ac:grpSpMkLst>
        </pc:grpChg>
        <pc:grpChg chg="add mod">
          <ac:chgData name="Livia Scorza" userId="111f9cb8-3b00-47fc-bb12-3e5209207956" providerId="ADAL" clId="{C9E0D77B-DD32-4814-AD42-085CC17914DA}" dt="2026-10-19T11:32:32.374" v="6020" actId="164"/>
          <ac:grpSpMkLst>
            <pc:docMk/>
            <pc:sldMk cId="0" sldId="258"/>
            <ac:grpSpMk id="3" creationId="{E539EC51-DA78-7374-1EC8-84380313C48D}"/>
          </ac:grpSpMkLst>
        </pc:grpChg>
        <pc:grpChg chg="add mod">
          <ac:chgData name="Livia Scorza" userId="111f9cb8-3b00-47fc-bb12-3e5209207956" providerId="ADAL" clId="{C9E0D77B-DD32-4814-AD42-085CC17914DA}" dt="2026-10-19T11:32:38.065" v="6021" actId="1076"/>
          <ac:grpSpMkLst>
            <pc:docMk/>
            <pc:sldMk cId="0" sldId="258"/>
            <ac:grpSpMk id="4" creationId="{60245709-EFAA-6642-F122-FF1A5B64B40B}"/>
          </ac:grpSpMkLst>
        </pc:grpChg>
        <pc:grpChg chg="add mod">
          <ac:chgData name="Livia Scorza" userId="111f9cb8-3b00-47fc-bb12-3e5209207956" providerId="ADAL" clId="{C9E0D77B-DD32-4814-AD42-085CC17914DA}" dt="2026-10-19T11:33:31.574" v="6062" actId="1076"/>
          <ac:grpSpMkLst>
            <pc:docMk/>
            <pc:sldMk cId="0" sldId="258"/>
            <ac:grpSpMk id="5" creationId="{D6143296-A718-C3B8-E1E9-C682D930C3CB}"/>
          </ac:grpSpMkLst>
        </pc:grpChg>
        <pc:grpChg chg="mod topLvl">
          <ac:chgData name="Livia Scorza" userId="111f9cb8-3b00-47fc-bb12-3e5209207956" providerId="ADAL" clId="{C9E0D77B-DD32-4814-AD42-085CC17914DA}" dt="2026-10-19T11:32:22.916" v="6017" actId="164"/>
          <ac:grpSpMkLst>
            <pc:docMk/>
            <pc:sldMk cId="0" sldId="258"/>
            <ac:grpSpMk id="174" creationId="{00000000-0000-0000-0000-000000000000}"/>
          </ac:grpSpMkLst>
        </pc:grpChg>
        <pc:grpChg chg="mod topLvl">
          <ac:chgData name="Livia Scorza" userId="111f9cb8-3b00-47fc-bb12-3e5209207956" providerId="ADAL" clId="{C9E0D77B-DD32-4814-AD42-085CC17914DA}" dt="2026-10-19T11:32:15.706" v="6015" actId="164"/>
          <ac:grpSpMkLst>
            <pc:docMk/>
            <pc:sldMk cId="0" sldId="258"/>
            <ac:grpSpMk id="178" creationId="{00000000-0000-0000-0000-000000000000}"/>
          </ac:grpSpMkLst>
        </pc:grpChg>
        <pc:grpChg chg="mod topLvl">
          <ac:chgData name="Livia Scorza" userId="111f9cb8-3b00-47fc-bb12-3e5209207956" providerId="ADAL" clId="{C9E0D77B-DD32-4814-AD42-085CC17914DA}" dt="2026-10-19T11:32:07.249" v="6014" actId="165"/>
          <ac:grpSpMkLst>
            <pc:docMk/>
            <pc:sldMk cId="0" sldId="258"/>
            <ac:grpSpMk id="183" creationId="{00000000-0000-0000-0000-000000000000}"/>
          </ac:grpSpMkLst>
        </pc:grpChg>
        <pc:grpChg chg="mod topLvl">
          <ac:chgData name="Livia Scorza" userId="111f9cb8-3b00-47fc-bb12-3e5209207956" providerId="ADAL" clId="{C9E0D77B-DD32-4814-AD42-085CC17914DA}" dt="2026-10-19T11:33:28.928" v="6061" actId="164"/>
          <ac:grpSpMkLst>
            <pc:docMk/>
            <pc:sldMk cId="0" sldId="258"/>
            <ac:grpSpMk id="191" creationId="{00000000-0000-0000-0000-000000000000}"/>
          </ac:grpSpMkLst>
        </pc:grpChg>
        <pc:picChg chg="mod">
          <ac:chgData name="Livia Scorza" userId="111f9cb8-3b00-47fc-bb12-3e5209207956" providerId="ADAL" clId="{C9E0D77B-DD32-4814-AD42-085CC17914DA}" dt="2026-10-19T11:32:07.249" v="6014" actId="165"/>
          <ac:picMkLst>
            <pc:docMk/>
            <pc:sldMk cId="0" sldId="258"/>
            <ac:picMk id="176" creationId="{00000000-0000-0000-0000-000000000000}"/>
          </ac:picMkLst>
        </pc:picChg>
        <pc:picChg chg="mod">
          <ac:chgData name="Livia Scorza" userId="111f9cb8-3b00-47fc-bb12-3e5209207956" providerId="ADAL" clId="{C9E0D77B-DD32-4814-AD42-085CC17914DA}" dt="2026-10-19T11:32:07.249" v="6014" actId="165"/>
          <ac:picMkLst>
            <pc:docMk/>
            <pc:sldMk cId="0" sldId="258"/>
            <ac:picMk id="180" creationId="{00000000-0000-0000-0000-000000000000}"/>
          </ac:picMkLst>
        </pc:picChg>
        <pc:picChg chg="mod">
          <ac:chgData name="Livia Scorza" userId="111f9cb8-3b00-47fc-bb12-3e5209207956" providerId="ADAL" clId="{C9E0D77B-DD32-4814-AD42-085CC17914DA}" dt="2026-10-19T11:32:07.249" v="6014" actId="165"/>
          <ac:picMkLst>
            <pc:docMk/>
            <pc:sldMk cId="0" sldId="258"/>
            <ac:picMk id="185" creationId="{00000000-0000-0000-0000-000000000000}"/>
          </ac:picMkLst>
        </pc:picChg>
        <pc:picChg chg="mod">
          <ac:chgData name="Livia Scorza" userId="111f9cb8-3b00-47fc-bb12-3e5209207956" providerId="ADAL" clId="{C9E0D77B-DD32-4814-AD42-085CC17914DA}" dt="2026-10-19T11:32:07.249" v="6014" actId="165"/>
          <ac:picMkLst>
            <pc:docMk/>
            <pc:sldMk cId="0" sldId="258"/>
            <ac:picMk id="193" creationId="{00000000-0000-0000-0000-000000000000}"/>
          </ac:picMkLst>
        </pc:picChg>
        <pc:picChg chg="mod topLvl">
          <ac:chgData name="Livia Scorza" userId="111f9cb8-3b00-47fc-bb12-3e5209207956" providerId="ADAL" clId="{C9E0D77B-DD32-4814-AD42-085CC17914DA}" dt="2026-10-19T11:32:07.249" v="6014" actId="165"/>
          <ac:picMkLst>
            <pc:docMk/>
            <pc:sldMk cId="0" sldId="258"/>
            <ac:picMk id="198" creationId="{00000000-0000-0000-0000-000000000000}"/>
          </ac:picMkLst>
        </pc:picChg>
        <pc:picChg chg="mod">
          <ac:chgData name="Livia Scorza" userId="111f9cb8-3b00-47fc-bb12-3e5209207956" providerId="ADAL" clId="{C9E0D77B-DD32-4814-AD42-085CC17914DA}" dt="2026-10-19T11:32:07.249" v="6014" actId="165"/>
          <ac:picMkLst>
            <pc:docMk/>
            <pc:sldMk cId="0" sldId="258"/>
            <ac:picMk id="201" creationId="{00000000-0000-0000-0000-000000000000}"/>
          </ac:picMkLst>
        </pc:picChg>
      </pc:sldChg>
      <pc:sldChg chg="addSp modSp mod ord">
        <pc:chgData name="Livia Scorza" userId="111f9cb8-3b00-47fc-bb12-3e5209207956" providerId="ADAL" clId="{C9E0D77B-DD32-4814-AD42-085CC17914DA}" dt="2026-10-19T09:15:45.299" v="2125" actId="20577"/>
        <pc:sldMkLst>
          <pc:docMk/>
          <pc:sldMk cId="0" sldId="259"/>
        </pc:sldMkLst>
        <pc:spChg chg="add mod">
          <ac:chgData name="Livia Scorza" userId="111f9cb8-3b00-47fc-bb12-3e5209207956" providerId="ADAL" clId="{C9E0D77B-DD32-4814-AD42-085CC17914DA}" dt="2026-10-19T09:15:45.299" v="2125" actId="20577"/>
          <ac:spMkLst>
            <pc:docMk/>
            <pc:sldMk cId="0" sldId="259"/>
            <ac:spMk id="2" creationId="{C8130124-D961-E872-CA4F-7E18D214B030}"/>
          </ac:spMkLst>
        </pc:spChg>
        <pc:spChg chg="mod">
          <ac:chgData name="Livia Scorza" userId="111f9cb8-3b00-47fc-bb12-3e5209207956" providerId="ADAL" clId="{C9E0D77B-DD32-4814-AD42-085CC17914DA}" dt="2026-10-19T09:14:05.926" v="2004" actId="20577"/>
          <ac:spMkLst>
            <pc:docMk/>
            <pc:sldMk cId="0" sldId="259"/>
            <ac:spMk id="205" creationId="{00000000-0000-0000-0000-000000000000}"/>
          </ac:spMkLst>
        </pc:spChg>
      </pc:sldChg>
      <pc:sldChg chg="modSp mod ord">
        <pc:chgData name="Livia Scorza" userId="111f9cb8-3b00-47fc-bb12-3e5209207956" providerId="ADAL" clId="{C9E0D77B-DD32-4814-AD42-085CC17914DA}" dt="2026-10-19T09:16:08.413" v="2128" actId="113"/>
        <pc:sldMkLst>
          <pc:docMk/>
          <pc:sldMk cId="0" sldId="260"/>
        </pc:sldMkLst>
        <pc:spChg chg="mod">
          <ac:chgData name="Livia Scorza" userId="111f9cb8-3b00-47fc-bb12-3e5209207956" providerId="ADAL" clId="{C9E0D77B-DD32-4814-AD42-085CC17914DA}" dt="2026-10-19T09:16:08.413" v="2128" actId="113"/>
          <ac:spMkLst>
            <pc:docMk/>
            <pc:sldMk cId="0" sldId="260"/>
            <ac:spMk id="210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09:02:21.118" v="1415" actId="1076"/>
          <ac:spMkLst>
            <pc:docMk/>
            <pc:sldMk cId="0" sldId="260"/>
            <ac:spMk id="211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09:02:16.591" v="1414" actId="207"/>
          <ac:spMkLst>
            <pc:docMk/>
            <pc:sldMk cId="0" sldId="260"/>
            <ac:spMk id="212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09:02:33.734" v="1418" actId="20577"/>
          <ac:spMkLst>
            <pc:docMk/>
            <pc:sldMk cId="0" sldId="260"/>
            <ac:spMk id="214" creationId="{00000000-0000-0000-0000-000000000000}"/>
          </ac:spMkLst>
        </pc:spChg>
      </pc:sldChg>
      <pc:sldChg chg="addSp delSp modSp mod ord modNotesTx">
        <pc:chgData name="Livia Scorza" userId="111f9cb8-3b00-47fc-bb12-3e5209207956" providerId="ADAL" clId="{C9E0D77B-DD32-4814-AD42-085CC17914DA}" dt="2026-10-19T09:47:30.087" v="2938" actId="6549"/>
        <pc:sldMkLst>
          <pc:docMk/>
          <pc:sldMk cId="0" sldId="262"/>
        </pc:sldMkLst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5" creationId="{C4BA10F2-BEB1-F76A-72B5-F34675BC13EB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6" creationId="{D4D0595A-72F2-FFD9-250F-CCAC41182EB1}"/>
          </ac:spMkLst>
        </pc:spChg>
        <pc:spChg chg="mod">
          <ac:chgData name="Livia Scorza" userId="111f9cb8-3b00-47fc-bb12-3e5209207956" providerId="ADAL" clId="{C9E0D77B-DD32-4814-AD42-085CC17914DA}" dt="2026-10-19T09:13:22.626" v="1960" actId="20577"/>
          <ac:spMkLst>
            <pc:docMk/>
            <pc:sldMk cId="0" sldId="262"/>
            <ac:spMk id="7" creationId="{4893992B-B87B-EABC-D9D6-DE46C359F523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8" creationId="{488D258B-D6C8-ABBF-C60C-96DA82697DF2}"/>
          </ac:spMkLst>
        </pc:spChg>
        <pc:spChg chg="mod">
          <ac:chgData name="Livia Scorza" userId="111f9cb8-3b00-47fc-bb12-3e5209207956" providerId="ADAL" clId="{C9E0D77B-DD32-4814-AD42-085CC17914DA}" dt="2026-10-19T09:12:07.608" v="1864" actId="20577"/>
          <ac:spMkLst>
            <pc:docMk/>
            <pc:sldMk cId="0" sldId="262"/>
            <ac:spMk id="9" creationId="{105EB292-4ED3-7197-04BE-C549FC9BB557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10" creationId="{F9D6B849-64D7-0CF4-7951-2FC76B93C941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11" creationId="{FBC4EEE1-906F-2E2F-6337-BCEEED1014B4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12" creationId="{CC85CF34-70CC-BAA7-40C8-0147D2EE08D7}"/>
          </ac:spMkLst>
        </pc:spChg>
        <pc:spChg chg="mod">
          <ac:chgData name="Livia Scorza" userId="111f9cb8-3b00-47fc-bb12-3e5209207956" providerId="ADAL" clId="{C9E0D77B-DD32-4814-AD42-085CC17914DA}" dt="2026-10-19T09:12:26.687" v="1865" actId="1076"/>
          <ac:spMkLst>
            <pc:docMk/>
            <pc:sldMk cId="0" sldId="262"/>
            <ac:spMk id="13" creationId="{D1EDBE3A-8390-18DB-9FC3-6E7F81DD4609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14" creationId="{9E8F98DD-22B5-6229-4636-1EBB2AECF0DF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15" creationId="{C21DEC68-9649-B36A-33A3-B35421412DFB}"/>
          </ac:spMkLst>
        </pc:spChg>
        <pc:spChg chg="mod">
          <ac:chgData name="Livia Scorza" userId="111f9cb8-3b00-47fc-bb12-3e5209207956" providerId="ADAL" clId="{C9E0D77B-DD32-4814-AD42-085CC17914DA}" dt="2026-10-19T09:11:49.269" v="1863" actId="255"/>
          <ac:spMkLst>
            <pc:docMk/>
            <pc:sldMk cId="0" sldId="262"/>
            <ac:spMk id="16" creationId="{4EF75444-FECE-1B68-EF91-A8CF1ADE7D02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17" creationId="{ABC71421-DEC5-1314-1C67-A1ABF341F404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18" creationId="{6EBE5DAF-4899-4844-AA88-054FD29D62F4}"/>
          </ac:spMkLst>
        </pc:spChg>
        <pc:spChg chg="mod">
          <ac:chgData name="Livia Scorza" userId="111f9cb8-3b00-47fc-bb12-3e5209207956" providerId="ADAL" clId="{C9E0D77B-DD32-4814-AD42-085CC17914DA}" dt="2026-10-19T09:11:49.269" v="1863" actId="255"/>
          <ac:spMkLst>
            <pc:docMk/>
            <pc:sldMk cId="0" sldId="262"/>
            <ac:spMk id="19" creationId="{00BC0F6D-E579-81DB-A230-7FF027210B70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20" creationId="{81F0A66F-5899-6CC3-25BC-A7F4A7BDD033}"/>
          </ac:spMkLst>
        </pc:spChg>
        <pc:spChg chg="mod">
          <ac:chgData name="Livia Scorza" userId="111f9cb8-3b00-47fc-bb12-3e5209207956" providerId="ADAL" clId="{C9E0D77B-DD32-4814-AD42-085CC17914DA}" dt="2026-10-19T09:11:26.725" v="1860" actId="18245"/>
          <ac:spMkLst>
            <pc:docMk/>
            <pc:sldMk cId="0" sldId="262"/>
            <ac:spMk id="21" creationId="{ACF3F75C-4885-A76C-CCC8-BD395DB298C9}"/>
          </ac:spMkLst>
        </pc:spChg>
        <pc:spChg chg="mod">
          <ac:chgData name="Livia Scorza" userId="111f9cb8-3b00-47fc-bb12-3e5209207956" providerId="ADAL" clId="{C9E0D77B-DD32-4814-AD42-085CC17914DA}" dt="2026-10-19T09:11:49.269" v="1863" actId="255"/>
          <ac:spMkLst>
            <pc:docMk/>
            <pc:sldMk cId="0" sldId="262"/>
            <ac:spMk id="22" creationId="{B6B7E3B5-9FEB-98CD-88FD-A4A529EB01E0}"/>
          </ac:spMkLst>
        </pc:spChg>
        <pc:spChg chg="add mod">
          <ac:chgData name="Livia Scorza" userId="111f9cb8-3b00-47fc-bb12-3e5209207956" providerId="ADAL" clId="{C9E0D77B-DD32-4814-AD42-085CC17914DA}" dt="2026-10-19T09:47:23.388" v="2937" actId="1076"/>
          <ac:spMkLst>
            <pc:docMk/>
            <pc:sldMk cId="0" sldId="262"/>
            <ac:spMk id="23" creationId="{B9DA9C7F-C188-7629-7799-D9D73303326A}"/>
          </ac:spMkLst>
        </pc:spChg>
        <pc:spChg chg="add mod">
          <ac:chgData name="Livia Scorza" userId="111f9cb8-3b00-47fc-bb12-3e5209207956" providerId="ADAL" clId="{C9E0D77B-DD32-4814-AD42-085CC17914DA}" dt="2026-10-19T09:47:30.087" v="2938" actId="6549"/>
          <ac:spMkLst>
            <pc:docMk/>
            <pc:sldMk cId="0" sldId="262"/>
            <ac:spMk id="24" creationId="{90C8E843-8F21-4A6C-F4AD-0BE2AC72FCF8}"/>
          </ac:spMkLst>
        </pc:spChg>
        <pc:grpChg chg="mod">
          <ac:chgData name="Livia Scorza" userId="111f9cb8-3b00-47fc-bb12-3e5209207956" providerId="ADAL" clId="{C9E0D77B-DD32-4814-AD42-085CC17914DA}" dt="2026-10-19T09:47:23.388" v="2937" actId="1076"/>
          <ac:grpSpMkLst>
            <pc:docMk/>
            <pc:sldMk cId="0" sldId="262"/>
            <ac:grpSpMk id="4" creationId="{6E04B9A4-C0DB-998C-02EC-8BEED64023FD}"/>
          </ac:grpSpMkLst>
        </pc:grpChg>
      </pc:sldChg>
      <pc:sldChg chg="addSp delSp modSp mod">
        <pc:chgData name="Livia Scorza" userId="111f9cb8-3b00-47fc-bb12-3e5209207956" providerId="ADAL" clId="{C9E0D77B-DD32-4814-AD42-085CC17914DA}" dt="2026-10-19T10:04:16.666" v="3374" actId="1076"/>
        <pc:sldMkLst>
          <pc:docMk/>
          <pc:sldMk cId="0" sldId="263"/>
        </pc:sldMkLst>
        <pc:spChg chg="mod">
          <ac:chgData name="Livia Scorza" userId="111f9cb8-3b00-47fc-bb12-3e5209207956" providerId="ADAL" clId="{C9E0D77B-DD32-4814-AD42-085CC17914DA}" dt="2026-10-19T09:57:17.211" v="3144" actId="113"/>
          <ac:spMkLst>
            <pc:docMk/>
            <pc:sldMk cId="0" sldId="263"/>
            <ac:spMk id="238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0:04:16.666" v="3374" actId="1076"/>
          <ac:spMkLst>
            <pc:docMk/>
            <pc:sldMk cId="0" sldId="263"/>
            <ac:spMk id="239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09:57:02.278" v="3138" actId="20577"/>
          <ac:spMkLst>
            <pc:docMk/>
            <pc:sldMk cId="0" sldId="263"/>
            <ac:spMk id="241" creationId="{00000000-0000-0000-0000-000000000000}"/>
          </ac:spMkLst>
        </pc:spChg>
        <pc:spChg chg="mod topLvl">
          <ac:chgData name="Livia Scorza" userId="111f9cb8-3b00-47fc-bb12-3e5209207956" providerId="ADAL" clId="{C9E0D77B-DD32-4814-AD42-085CC17914DA}" dt="2026-10-19T09:56:35.397" v="3124" actId="1076"/>
          <ac:spMkLst>
            <pc:docMk/>
            <pc:sldMk cId="0" sldId="263"/>
            <ac:spMk id="243" creationId="{00000000-0000-0000-0000-000000000000}"/>
          </ac:spMkLst>
        </pc:spChg>
        <pc:picChg chg="add mod">
          <ac:chgData name="Livia Scorza" userId="111f9cb8-3b00-47fc-bb12-3e5209207956" providerId="ADAL" clId="{C9E0D77B-DD32-4814-AD42-085CC17914DA}" dt="2026-10-19T09:56:19.314" v="3120" actId="1076"/>
          <ac:picMkLst>
            <pc:docMk/>
            <pc:sldMk cId="0" sldId="263"/>
            <ac:picMk id="3" creationId="{390C417E-C229-3B97-57EC-8FD8CDC2537D}"/>
          </ac:picMkLst>
        </pc:picChg>
        <pc:picChg chg="add mod">
          <ac:chgData name="Livia Scorza" userId="111f9cb8-3b00-47fc-bb12-3e5209207956" providerId="ADAL" clId="{C9E0D77B-DD32-4814-AD42-085CC17914DA}" dt="2026-10-19T09:56:38.386" v="3125" actId="1076"/>
          <ac:picMkLst>
            <pc:docMk/>
            <pc:sldMk cId="0" sldId="263"/>
            <ac:picMk id="4" creationId="{19F933B5-A374-0756-E906-9B3E741588DF}"/>
          </ac:picMkLst>
        </pc:picChg>
      </pc:sldChg>
      <pc:sldChg chg="modSp mod">
        <pc:chgData name="Livia Scorza" userId="111f9cb8-3b00-47fc-bb12-3e5209207956" providerId="ADAL" clId="{C9E0D77B-DD32-4814-AD42-085CC17914DA}" dt="2026-10-19T10:24:20.908" v="3865" actId="20577"/>
        <pc:sldMkLst>
          <pc:docMk/>
          <pc:sldMk cId="0" sldId="269"/>
        </pc:sldMkLst>
        <pc:spChg chg="mod">
          <ac:chgData name="Livia Scorza" userId="111f9cb8-3b00-47fc-bb12-3e5209207956" providerId="ADAL" clId="{C9E0D77B-DD32-4814-AD42-085CC17914DA}" dt="2026-10-19T10:24:17.370" v="3863" actId="6549"/>
          <ac:spMkLst>
            <pc:docMk/>
            <pc:sldMk cId="0" sldId="269"/>
            <ac:spMk id="288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0:24:20.908" v="3865" actId="20577"/>
          <ac:spMkLst>
            <pc:docMk/>
            <pc:sldMk cId="0" sldId="269"/>
            <ac:spMk id="289" creationId="{00000000-0000-0000-0000-000000000000}"/>
          </ac:spMkLst>
        </pc:spChg>
      </pc:sldChg>
      <pc:sldChg chg="modSp mod">
        <pc:chgData name="Livia Scorza" userId="111f9cb8-3b00-47fc-bb12-3e5209207956" providerId="ADAL" clId="{C9E0D77B-DD32-4814-AD42-085CC17914DA}" dt="2026-10-19T10:57:31.795" v="5141" actId="6549"/>
        <pc:sldMkLst>
          <pc:docMk/>
          <pc:sldMk cId="0" sldId="270"/>
        </pc:sldMkLst>
        <pc:spChg chg="mod">
          <ac:chgData name="Livia Scorza" userId="111f9cb8-3b00-47fc-bb12-3e5209207956" providerId="ADAL" clId="{C9E0D77B-DD32-4814-AD42-085CC17914DA}" dt="2026-10-19T10:57:31.795" v="5141" actId="6549"/>
          <ac:spMkLst>
            <pc:docMk/>
            <pc:sldMk cId="0" sldId="270"/>
            <ac:spMk id="296" creationId="{00000000-0000-0000-0000-000000000000}"/>
          </ac:spMkLst>
        </pc:spChg>
      </pc:sldChg>
      <pc:sldChg chg="modSp mod">
        <pc:chgData name="Livia Scorza" userId="111f9cb8-3b00-47fc-bb12-3e5209207956" providerId="ADAL" clId="{C9E0D77B-DD32-4814-AD42-085CC17914DA}" dt="2026-10-19T08:58:39.411" v="1302" actId="27636"/>
        <pc:sldMkLst>
          <pc:docMk/>
          <pc:sldMk cId="0" sldId="271"/>
        </pc:sldMkLst>
        <pc:spChg chg="mod">
          <ac:chgData name="Livia Scorza" userId="111f9cb8-3b00-47fc-bb12-3e5209207956" providerId="ADAL" clId="{C9E0D77B-DD32-4814-AD42-085CC17914DA}" dt="2026-10-19T08:58:39.411" v="1302" actId="27636"/>
          <ac:spMkLst>
            <pc:docMk/>
            <pc:sldMk cId="0" sldId="271"/>
            <ac:spMk id="303" creationId="{00000000-0000-0000-0000-000000000000}"/>
          </ac:spMkLst>
        </pc:spChg>
      </pc:sldChg>
      <pc:sldChg chg="modSp mod">
        <pc:chgData name="Livia Scorza" userId="111f9cb8-3b00-47fc-bb12-3e5209207956" providerId="ADAL" clId="{C9E0D77B-DD32-4814-AD42-085CC17914DA}" dt="2026-10-16T10:30:36.993" v="5" actId="27636"/>
        <pc:sldMkLst>
          <pc:docMk/>
          <pc:sldMk cId="0" sldId="272"/>
        </pc:sldMkLst>
        <pc:spChg chg="mod">
          <ac:chgData name="Livia Scorza" userId="111f9cb8-3b00-47fc-bb12-3e5209207956" providerId="ADAL" clId="{C9E0D77B-DD32-4814-AD42-085CC17914DA}" dt="2026-10-16T10:30:36.993" v="5" actId="27636"/>
          <ac:spMkLst>
            <pc:docMk/>
            <pc:sldMk cId="0" sldId="272"/>
            <ac:spMk id="310" creationId="{00000000-0000-0000-0000-000000000000}"/>
          </ac:spMkLst>
        </pc:spChg>
      </pc:sldChg>
      <pc:sldChg chg="modSp add mod ord">
        <pc:chgData name="Livia Scorza" userId="111f9cb8-3b00-47fc-bb12-3e5209207956" providerId="ADAL" clId="{C9E0D77B-DD32-4814-AD42-085CC17914DA}" dt="2026-10-19T11:41:17.164" v="6096" actId="14100"/>
        <pc:sldMkLst>
          <pc:docMk/>
          <pc:sldMk cId="550699655" sldId="275"/>
        </pc:sldMkLst>
        <pc:picChg chg="mod">
          <ac:chgData name="Livia Scorza" userId="111f9cb8-3b00-47fc-bb12-3e5209207956" providerId="ADAL" clId="{C9E0D77B-DD32-4814-AD42-085CC17914DA}" dt="2026-10-19T11:41:17.164" v="6096" actId="14100"/>
          <ac:picMkLst>
            <pc:docMk/>
            <pc:sldMk cId="550699655" sldId="275"/>
            <ac:picMk id="337" creationId="{00000000-0000-0000-0000-000000000000}"/>
          </ac:picMkLst>
        </pc:picChg>
      </pc:sldChg>
      <pc:sldChg chg="modNotesTx">
        <pc:chgData name="Livia Scorza" userId="111f9cb8-3b00-47fc-bb12-3e5209207956" providerId="ADAL" clId="{C9E0D77B-DD32-4814-AD42-085CC17914DA}" dt="2026-10-19T11:05:02.600" v="5316" actId="20577"/>
        <pc:sldMkLst>
          <pc:docMk/>
          <pc:sldMk cId="0" sldId="276"/>
        </pc:sldMkLst>
      </pc:sldChg>
      <pc:sldChg chg="delSp modSp mod">
        <pc:chgData name="Livia Scorza" userId="111f9cb8-3b00-47fc-bb12-3e5209207956" providerId="ADAL" clId="{C9E0D77B-DD32-4814-AD42-085CC17914DA}" dt="2026-10-19T11:05:31.909" v="5320" actId="1076"/>
        <pc:sldMkLst>
          <pc:docMk/>
          <pc:sldMk cId="0" sldId="277"/>
        </pc:sldMkLst>
        <pc:spChg chg="mod">
          <ac:chgData name="Livia Scorza" userId="111f9cb8-3b00-47fc-bb12-3e5209207956" providerId="ADAL" clId="{C9E0D77B-DD32-4814-AD42-085CC17914DA}" dt="2026-10-19T11:05:31.909" v="5320" actId="1076"/>
          <ac:spMkLst>
            <pc:docMk/>
            <pc:sldMk cId="0" sldId="277"/>
            <ac:spMk id="352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0:32:44.562" v="4261" actId="27636"/>
          <ac:spMkLst>
            <pc:docMk/>
            <pc:sldMk cId="0" sldId="277"/>
            <ac:spMk id="358" creationId="{00000000-0000-0000-0000-000000000000}"/>
          </ac:spMkLst>
        </pc:spChg>
      </pc:sldChg>
      <pc:sldChg chg="modSp mod">
        <pc:chgData name="Livia Scorza" userId="111f9cb8-3b00-47fc-bb12-3e5209207956" providerId="ADAL" clId="{C9E0D77B-DD32-4814-AD42-085CC17914DA}" dt="2026-10-19T11:33:54.881" v="6082" actId="20577"/>
        <pc:sldMkLst>
          <pc:docMk/>
          <pc:sldMk cId="0" sldId="278"/>
        </pc:sldMkLst>
        <pc:spChg chg="mod">
          <ac:chgData name="Livia Scorza" userId="111f9cb8-3b00-47fc-bb12-3e5209207956" providerId="ADAL" clId="{C9E0D77B-DD32-4814-AD42-085CC17914DA}" dt="2026-10-19T10:38:51.742" v="4564" actId="20577"/>
          <ac:spMkLst>
            <pc:docMk/>
            <pc:sldMk cId="0" sldId="278"/>
            <ac:spMk id="360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0:40:06.357" v="4698" actId="113"/>
          <ac:spMkLst>
            <pc:docMk/>
            <pc:sldMk cId="0" sldId="278"/>
            <ac:spMk id="361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1:33:54.881" v="6082" actId="20577"/>
          <ac:spMkLst>
            <pc:docMk/>
            <pc:sldMk cId="0" sldId="278"/>
            <ac:spMk id="366" creationId="{00000000-0000-0000-0000-000000000000}"/>
          </ac:spMkLst>
        </pc:spChg>
      </pc:sldChg>
      <pc:sldChg chg="add setBg">
        <pc:chgData name="Livia Scorza" userId="111f9cb8-3b00-47fc-bb12-3e5209207956" providerId="ADAL" clId="{C9E0D77B-DD32-4814-AD42-085CC17914DA}" dt="2026-10-19T09:46:03.087" v="2933"/>
        <pc:sldMkLst>
          <pc:docMk/>
          <pc:sldMk cId="3206964297" sldId="279"/>
        </pc:sldMkLst>
      </pc:sldChg>
      <pc:sldChg chg="addSp delSp modSp add mod">
        <pc:chgData name="Livia Scorza" userId="111f9cb8-3b00-47fc-bb12-3e5209207956" providerId="ADAL" clId="{C9E0D77B-DD32-4814-AD42-085CC17914DA}" dt="2026-10-19T10:48:08.626" v="4778" actId="1076"/>
        <pc:sldMkLst>
          <pc:docMk/>
          <pc:sldMk cId="941964601" sldId="280"/>
        </pc:sldMkLst>
        <pc:spChg chg="mod">
          <ac:chgData name="Livia Scorza" userId="111f9cb8-3b00-47fc-bb12-3e5209207956" providerId="ADAL" clId="{C9E0D77B-DD32-4814-AD42-085CC17914DA}" dt="2026-10-19T10:44:43.026" v="4703"/>
          <ac:spMkLst>
            <pc:docMk/>
            <pc:sldMk cId="941964601" sldId="280"/>
            <ac:spMk id="4" creationId="{0F8342F3-353E-8D1D-6184-8BBEC885CC18}"/>
          </ac:spMkLst>
        </pc:spChg>
        <pc:spChg chg="add mod">
          <ac:chgData name="Livia Scorza" userId="111f9cb8-3b00-47fc-bb12-3e5209207956" providerId="ADAL" clId="{C9E0D77B-DD32-4814-AD42-085CC17914DA}" dt="2026-10-19T10:48:04.756" v="4777" actId="164"/>
          <ac:spMkLst>
            <pc:docMk/>
            <pc:sldMk cId="941964601" sldId="280"/>
            <ac:spMk id="6" creationId="{74C16E5F-FCF0-C69B-00B5-68E36D4C0B35}"/>
          </ac:spMkLst>
        </pc:spChg>
        <pc:spChg chg="add mod">
          <ac:chgData name="Livia Scorza" userId="111f9cb8-3b00-47fc-bb12-3e5209207956" providerId="ADAL" clId="{C9E0D77B-DD32-4814-AD42-085CC17914DA}" dt="2026-10-19T10:48:04.756" v="4777" actId="164"/>
          <ac:spMkLst>
            <pc:docMk/>
            <pc:sldMk cId="941964601" sldId="280"/>
            <ac:spMk id="8" creationId="{84AFECE9-4540-7FDB-9A1D-BB2EFB3559DE}"/>
          </ac:spMkLst>
        </pc:spChg>
        <pc:spChg chg="mod">
          <ac:chgData name="Livia Scorza" userId="111f9cb8-3b00-47fc-bb12-3e5209207956" providerId="ADAL" clId="{C9E0D77B-DD32-4814-AD42-085CC17914DA}" dt="2026-10-19T10:46:26.552" v="4730" actId="1076"/>
          <ac:spMkLst>
            <pc:docMk/>
            <pc:sldMk cId="941964601" sldId="280"/>
            <ac:spMk id="374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0:45:49.965" v="4722" actId="948"/>
          <ac:spMkLst>
            <pc:docMk/>
            <pc:sldMk cId="941964601" sldId="280"/>
            <ac:spMk id="375" creationId="{00000000-0000-0000-0000-000000000000}"/>
          </ac:spMkLst>
        </pc:spChg>
        <pc:grpChg chg="add mod">
          <ac:chgData name="Livia Scorza" userId="111f9cb8-3b00-47fc-bb12-3e5209207956" providerId="ADAL" clId="{C9E0D77B-DD32-4814-AD42-085CC17914DA}" dt="2026-10-19T10:48:04.756" v="4777" actId="164"/>
          <ac:grpSpMkLst>
            <pc:docMk/>
            <pc:sldMk cId="941964601" sldId="280"/>
            <ac:grpSpMk id="3" creationId="{A8C2FEBE-2D47-981D-9FE4-38FCC91B7D0F}"/>
          </ac:grpSpMkLst>
        </pc:grpChg>
        <pc:grpChg chg="add mod">
          <ac:chgData name="Livia Scorza" userId="111f9cb8-3b00-47fc-bb12-3e5209207956" providerId="ADAL" clId="{C9E0D77B-DD32-4814-AD42-085CC17914DA}" dt="2026-10-19T10:48:08.626" v="4778" actId="1076"/>
          <ac:grpSpMkLst>
            <pc:docMk/>
            <pc:sldMk cId="941964601" sldId="280"/>
            <ac:grpSpMk id="9" creationId="{6B9CFE7C-9A82-227E-3B2D-8ABBB40CA56D}"/>
          </ac:grpSpMkLst>
        </pc:grpChg>
        <pc:picChg chg="add mod">
          <ac:chgData name="Livia Scorza" userId="111f9cb8-3b00-47fc-bb12-3e5209207956" providerId="ADAL" clId="{C9E0D77B-DD32-4814-AD42-085CC17914DA}" dt="2026-10-19T10:48:04.756" v="4777" actId="164"/>
          <ac:picMkLst>
            <pc:docMk/>
            <pc:sldMk cId="941964601" sldId="280"/>
            <ac:picMk id="2" creationId="{2C516282-7906-85EB-3EFB-1B0E9ADC2EA9}"/>
          </ac:picMkLst>
        </pc:picChg>
        <pc:picChg chg="mod">
          <ac:chgData name="Livia Scorza" userId="111f9cb8-3b00-47fc-bb12-3e5209207956" providerId="ADAL" clId="{C9E0D77B-DD32-4814-AD42-085CC17914DA}" dt="2026-10-19T10:44:43.026" v="4703"/>
          <ac:picMkLst>
            <pc:docMk/>
            <pc:sldMk cId="941964601" sldId="280"/>
            <ac:picMk id="5" creationId="{7C237C0D-A905-9A67-81BA-079598C51E38}"/>
          </ac:picMkLst>
        </pc:picChg>
      </pc:sldChg>
      <pc:sldChg chg="modSp add setBg">
        <pc:chgData name="Livia Scorza" userId="111f9cb8-3b00-47fc-bb12-3e5209207956" providerId="ADAL" clId="{C9E0D77B-DD32-4814-AD42-085CC17914DA}" dt="2026-10-19T10:49:01.216" v="4833" actId="20577"/>
        <pc:sldMkLst>
          <pc:docMk/>
          <pc:sldMk cId="366270624" sldId="281"/>
        </pc:sldMkLst>
        <pc:graphicFrameChg chg="mod">
          <ac:chgData name="Livia Scorza" userId="111f9cb8-3b00-47fc-bb12-3e5209207956" providerId="ADAL" clId="{C9E0D77B-DD32-4814-AD42-085CC17914DA}" dt="2026-10-19T10:49:01.216" v="4833" actId="20577"/>
          <ac:graphicFrameMkLst>
            <pc:docMk/>
            <pc:sldMk cId="366270624" sldId="281"/>
            <ac:graphicFrameMk id="3" creationId="{00000000-0000-0000-0000-000000000000}"/>
          </ac:graphicFrameMkLst>
        </pc:graphicFrameChg>
      </pc:sldChg>
      <pc:sldChg chg="delSp mod">
        <pc:chgData name="Livia Scorza" userId="111f9cb8-3b00-47fc-bb12-3e5209207956" providerId="ADAL" clId="{C9E0D77B-DD32-4814-AD42-085CC17914DA}" dt="2026-10-19T10:34:13.605" v="4262" actId="478"/>
        <pc:sldMkLst>
          <pc:docMk/>
          <pc:sldMk cId="0" sldId="282"/>
        </pc:sldMkLst>
      </pc:sldChg>
      <pc:sldChg chg="delSp mod">
        <pc:chgData name="Livia Scorza" userId="111f9cb8-3b00-47fc-bb12-3e5209207956" providerId="ADAL" clId="{C9E0D77B-DD32-4814-AD42-085CC17914DA}" dt="2026-10-19T10:34:21.078" v="4263" actId="478"/>
        <pc:sldMkLst>
          <pc:docMk/>
          <pc:sldMk cId="0" sldId="284"/>
        </pc:sldMkLst>
      </pc:sldChg>
      <pc:sldChg chg="delSp mod">
        <pc:chgData name="Livia Scorza" userId="111f9cb8-3b00-47fc-bb12-3e5209207956" providerId="ADAL" clId="{C9E0D77B-DD32-4814-AD42-085CC17914DA}" dt="2026-10-19T10:34:24.320" v="4264" actId="478"/>
        <pc:sldMkLst>
          <pc:docMk/>
          <pc:sldMk cId="0" sldId="285"/>
        </pc:sldMkLst>
      </pc:sldChg>
      <pc:sldChg chg="delSp mod">
        <pc:chgData name="Livia Scorza" userId="111f9cb8-3b00-47fc-bb12-3e5209207956" providerId="ADAL" clId="{C9E0D77B-DD32-4814-AD42-085CC17914DA}" dt="2026-10-19T10:34:27.448" v="4265" actId="478"/>
        <pc:sldMkLst>
          <pc:docMk/>
          <pc:sldMk cId="0" sldId="286"/>
        </pc:sldMkLst>
      </pc:sldChg>
      <pc:sldChg chg="delSp mod">
        <pc:chgData name="Livia Scorza" userId="111f9cb8-3b00-47fc-bb12-3e5209207956" providerId="ADAL" clId="{C9E0D77B-DD32-4814-AD42-085CC17914DA}" dt="2026-10-19T10:34:30.827" v="4266" actId="478"/>
        <pc:sldMkLst>
          <pc:docMk/>
          <pc:sldMk cId="0" sldId="287"/>
        </pc:sldMkLst>
      </pc:sldChg>
      <pc:sldChg chg="delSp mod">
        <pc:chgData name="Livia Scorza" userId="111f9cb8-3b00-47fc-bb12-3e5209207956" providerId="ADAL" clId="{C9E0D77B-DD32-4814-AD42-085CC17914DA}" dt="2026-10-19T10:34:34.698" v="4267" actId="478"/>
        <pc:sldMkLst>
          <pc:docMk/>
          <pc:sldMk cId="0" sldId="288"/>
        </pc:sldMkLst>
      </pc:sldChg>
      <pc:sldChg chg="delSp mod">
        <pc:chgData name="Livia Scorza" userId="111f9cb8-3b00-47fc-bb12-3e5209207956" providerId="ADAL" clId="{C9E0D77B-DD32-4814-AD42-085CC17914DA}" dt="2026-10-19T10:34:37.910" v="4268" actId="478"/>
        <pc:sldMkLst>
          <pc:docMk/>
          <pc:sldMk cId="0" sldId="289"/>
        </pc:sldMkLst>
      </pc:sldChg>
      <pc:sldChg chg="delSp mod">
        <pc:chgData name="Livia Scorza" userId="111f9cb8-3b00-47fc-bb12-3e5209207956" providerId="ADAL" clId="{C9E0D77B-DD32-4814-AD42-085CC17914DA}" dt="2026-10-19T10:34:41.875" v="4269" actId="478"/>
        <pc:sldMkLst>
          <pc:docMk/>
          <pc:sldMk cId="0" sldId="290"/>
        </pc:sldMkLst>
      </pc:sldChg>
      <pc:sldChg chg="delSp mod">
        <pc:chgData name="Livia Scorza" userId="111f9cb8-3b00-47fc-bb12-3e5209207956" providerId="ADAL" clId="{C9E0D77B-DD32-4814-AD42-085CC17914DA}" dt="2026-10-19T10:34:46.921" v="4270" actId="478"/>
        <pc:sldMkLst>
          <pc:docMk/>
          <pc:sldMk cId="0" sldId="291"/>
        </pc:sldMkLst>
      </pc:sldChg>
      <pc:sldChg chg="delSp mod">
        <pc:chgData name="Livia Scorza" userId="111f9cb8-3b00-47fc-bb12-3e5209207956" providerId="ADAL" clId="{C9E0D77B-DD32-4814-AD42-085CC17914DA}" dt="2026-10-19T10:34:51.498" v="4271" actId="478"/>
        <pc:sldMkLst>
          <pc:docMk/>
          <pc:sldMk cId="0" sldId="292"/>
        </pc:sldMkLst>
      </pc:sldChg>
      <pc:sldChg chg="delSp modSp mod ord modNotesTx">
        <pc:chgData name="Livia Scorza" userId="111f9cb8-3b00-47fc-bb12-3e5209207956" providerId="ADAL" clId="{C9E0D77B-DD32-4814-AD42-085CC17914DA}" dt="2026-10-19T10:51:14.169" v="5133" actId="20577"/>
        <pc:sldMkLst>
          <pc:docMk/>
          <pc:sldMk cId="0" sldId="293"/>
        </pc:sldMkLst>
        <pc:spChg chg="mod">
          <ac:chgData name="Livia Scorza" userId="111f9cb8-3b00-47fc-bb12-3e5209207956" providerId="ADAL" clId="{C9E0D77B-DD32-4814-AD42-085CC17914DA}" dt="2026-10-19T10:51:14.169" v="5133" actId="20577"/>
          <ac:spMkLst>
            <pc:docMk/>
            <pc:sldMk cId="0" sldId="293"/>
            <ac:spMk id="534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0:50:50.522" v="5103" actId="113"/>
          <ac:spMkLst>
            <pc:docMk/>
            <pc:sldMk cId="0" sldId="293"/>
            <ac:spMk id="535" creationId="{00000000-0000-0000-0000-000000000000}"/>
          </ac:spMkLst>
        </pc:spChg>
      </pc:sldChg>
      <pc:sldChg chg="modSp add mod setBg">
        <pc:chgData name="Livia Scorza" userId="111f9cb8-3b00-47fc-bb12-3e5209207956" providerId="ADAL" clId="{C9E0D77B-DD32-4814-AD42-085CC17914DA}" dt="2026-10-19T11:06:15.179" v="5321" actId="20577"/>
        <pc:sldMkLst>
          <pc:docMk/>
          <pc:sldMk cId="1377816635" sldId="294"/>
        </pc:sldMkLst>
        <pc:spChg chg="mod">
          <ac:chgData name="Livia Scorza" userId="111f9cb8-3b00-47fc-bb12-3e5209207956" providerId="ADAL" clId="{C9E0D77B-DD32-4814-AD42-085CC17914DA}" dt="2026-10-19T11:06:15.179" v="5321" actId="20577"/>
          <ac:spMkLst>
            <pc:docMk/>
            <pc:sldMk cId="1377816635" sldId="294"/>
            <ac:spMk id="545" creationId="{00000000-0000-0000-0000-000000000000}"/>
          </ac:spMkLst>
        </pc:spChg>
      </pc:sldChg>
      <pc:sldChg chg="add">
        <pc:chgData name="Livia Scorza" userId="111f9cb8-3b00-47fc-bb12-3e5209207956" providerId="ADAL" clId="{C9E0D77B-DD32-4814-AD42-085CC17914DA}" dt="2026-10-19T10:01:43.009" v="3285"/>
        <pc:sldMkLst>
          <pc:docMk/>
          <pc:sldMk cId="1932906444" sldId="295"/>
        </pc:sldMkLst>
      </pc:sldChg>
      <pc:sldChg chg="add setBg">
        <pc:chgData name="Livia Scorza" userId="111f9cb8-3b00-47fc-bb12-3e5209207956" providerId="ADAL" clId="{C9E0D77B-DD32-4814-AD42-085CC17914DA}" dt="2026-10-19T10:01:43.009" v="3285"/>
        <pc:sldMkLst>
          <pc:docMk/>
          <pc:sldMk cId="932738264" sldId="296"/>
        </pc:sldMkLst>
      </pc:sldChg>
      <pc:sldChg chg="add setBg">
        <pc:chgData name="Livia Scorza" userId="111f9cb8-3b00-47fc-bb12-3e5209207956" providerId="ADAL" clId="{C9E0D77B-DD32-4814-AD42-085CC17914DA}" dt="2026-10-19T10:01:43.009" v="3285"/>
        <pc:sldMkLst>
          <pc:docMk/>
          <pc:sldMk cId="3854269685" sldId="297"/>
        </pc:sldMkLst>
      </pc:sldChg>
      <pc:sldChg chg="add">
        <pc:chgData name="Livia Scorza" userId="111f9cb8-3b00-47fc-bb12-3e5209207956" providerId="ADAL" clId="{C9E0D77B-DD32-4814-AD42-085CC17914DA}" dt="2026-10-19T10:01:43.009" v="3285"/>
        <pc:sldMkLst>
          <pc:docMk/>
          <pc:sldMk cId="1040036480" sldId="298"/>
        </pc:sldMkLst>
      </pc:sldChg>
      <pc:sldChg chg="addSp delSp modSp add mod">
        <pc:chgData name="Livia Scorza" userId="111f9cb8-3b00-47fc-bb12-3e5209207956" providerId="ADAL" clId="{C9E0D77B-DD32-4814-AD42-085CC17914DA}" dt="2026-10-19T10:57:02.218" v="5134" actId="478"/>
        <pc:sldMkLst>
          <pc:docMk/>
          <pc:sldMk cId="1970287649" sldId="300"/>
        </pc:sldMkLst>
        <pc:spChg chg="mod">
          <ac:chgData name="Livia Scorza" userId="111f9cb8-3b00-47fc-bb12-3e5209207956" providerId="ADAL" clId="{C9E0D77B-DD32-4814-AD42-085CC17914DA}" dt="2026-10-19T10:17:59.032" v="3737" actId="3064"/>
          <ac:spMkLst>
            <pc:docMk/>
            <pc:sldMk cId="1970287649" sldId="300"/>
            <ac:spMk id="597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0:10:16.011" v="3446" actId="207"/>
          <ac:spMkLst>
            <pc:docMk/>
            <pc:sldMk cId="1970287649" sldId="300"/>
            <ac:spMk id="599" creationId="{00000000-0000-0000-0000-000000000000}"/>
          </ac:spMkLst>
        </pc:spChg>
      </pc:sldChg>
      <pc:sldChg chg="delSp modSp add mod">
        <pc:chgData name="Livia Scorza" userId="111f9cb8-3b00-47fc-bb12-3e5209207956" providerId="ADAL" clId="{C9E0D77B-DD32-4814-AD42-085CC17914DA}" dt="2026-10-19T10:57:06.639" v="5135" actId="478"/>
        <pc:sldMkLst>
          <pc:docMk/>
          <pc:sldMk cId="3735820011" sldId="301"/>
        </pc:sldMkLst>
        <pc:spChg chg="mod">
          <ac:chgData name="Livia Scorza" userId="111f9cb8-3b00-47fc-bb12-3e5209207956" providerId="ADAL" clId="{C9E0D77B-DD32-4814-AD42-085CC17914DA}" dt="2026-10-19T10:10:25.843" v="3447" actId="207"/>
          <ac:spMkLst>
            <pc:docMk/>
            <pc:sldMk cId="3735820011" sldId="301"/>
            <ac:spMk id="614" creationId="{00000000-0000-0000-0000-000000000000}"/>
          </ac:spMkLst>
        </pc:spChg>
      </pc:sldChg>
      <pc:sldChg chg="delSp modSp add mod">
        <pc:chgData name="Livia Scorza" userId="111f9cb8-3b00-47fc-bb12-3e5209207956" providerId="ADAL" clId="{C9E0D77B-DD32-4814-AD42-085CC17914DA}" dt="2026-10-19T10:57:09.928" v="5136" actId="478"/>
        <pc:sldMkLst>
          <pc:docMk/>
          <pc:sldMk cId="1765052211" sldId="302"/>
        </pc:sldMkLst>
        <pc:spChg chg="mod">
          <ac:chgData name="Livia Scorza" userId="111f9cb8-3b00-47fc-bb12-3e5209207956" providerId="ADAL" clId="{C9E0D77B-DD32-4814-AD42-085CC17914DA}" dt="2026-10-19T10:10:29.407" v="3448" actId="207"/>
          <ac:spMkLst>
            <pc:docMk/>
            <pc:sldMk cId="1765052211" sldId="302"/>
            <ac:spMk id="627" creationId="{00000000-0000-0000-0000-000000000000}"/>
          </ac:spMkLst>
        </pc:spChg>
      </pc:sldChg>
      <pc:sldChg chg="add">
        <pc:chgData name="Livia Scorza" userId="111f9cb8-3b00-47fc-bb12-3e5209207956" providerId="ADAL" clId="{C9E0D77B-DD32-4814-AD42-085CC17914DA}" dt="2026-10-19T10:01:43.009" v="3285"/>
        <pc:sldMkLst>
          <pc:docMk/>
          <pc:sldMk cId="2514011286" sldId="304"/>
        </pc:sldMkLst>
      </pc:sldChg>
      <pc:sldChg chg="add">
        <pc:chgData name="Livia Scorza" userId="111f9cb8-3b00-47fc-bb12-3e5209207956" providerId="ADAL" clId="{C9E0D77B-DD32-4814-AD42-085CC17914DA}" dt="2026-10-19T10:01:43.009" v="3285"/>
        <pc:sldMkLst>
          <pc:docMk/>
          <pc:sldMk cId="3696246129" sldId="305"/>
        </pc:sldMkLst>
      </pc:sldChg>
      <pc:sldChg chg="modSp mod">
        <pc:chgData name="Livia Scorza" userId="111f9cb8-3b00-47fc-bb12-3e5209207956" providerId="ADAL" clId="{C9E0D77B-DD32-4814-AD42-085CC17914DA}" dt="2026-10-19T11:34:34.364" v="6087" actId="6549"/>
        <pc:sldMkLst>
          <pc:docMk/>
          <pc:sldMk cId="0" sldId="306"/>
        </pc:sldMkLst>
        <pc:spChg chg="mod">
          <ac:chgData name="Livia Scorza" userId="111f9cb8-3b00-47fc-bb12-3e5209207956" providerId="ADAL" clId="{C9E0D77B-DD32-4814-AD42-085CC17914DA}" dt="2026-10-19T11:23:10.272" v="5675" actId="20577"/>
          <ac:spMkLst>
            <pc:docMk/>
            <pc:sldMk cId="0" sldId="306"/>
            <ac:spMk id="659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1:34:34.364" v="6087" actId="6549"/>
          <ac:spMkLst>
            <pc:docMk/>
            <pc:sldMk cId="0" sldId="306"/>
            <ac:spMk id="661" creationId="{00000000-0000-0000-0000-000000000000}"/>
          </ac:spMkLst>
        </pc:spChg>
      </pc:sldChg>
      <pc:sldChg chg="modSp ord">
        <pc:chgData name="Livia Scorza" userId="111f9cb8-3b00-47fc-bb12-3e5209207956" providerId="ADAL" clId="{C9E0D77B-DD32-4814-AD42-085CC17914DA}" dt="2026-10-19T11:50:39.208" v="6612"/>
        <pc:sldMkLst>
          <pc:docMk/>
          <pc:sldMk cId="0" sldId="308"/>
        </pc:sldMkLst>
        <pc:picChg chg="mod">
          <ac:chgData name="Livia Scorza" userId="111f9cb8-3b00-47fc-bb12-3e5209207956" providerId="ADAL" clId="{C9E0D77B-DD32-4814-AD42-085CC17914DA}" dt="2026-10-19T11:50:39.208" v="6612"/>
          <ac:picMkLst>
            <pc:docMk/>
            <pc:sldMk cId="0" sldId="308"/>
            <ac:picMk id="673" creationId="{00000000-0000-0000-0000-000000000000}"/>
          </ac:picMkLst>
        </pc:picChg>
      </pc:sldChg>
      <pc:sldChg chg="modSp mod">
        <pc:chgData name="Livia Scorza" userId="111f9cb8-3b00-47fc-bb12-3e5209207956" providerId="ADAL" clId="{C9E0D77B-DD32-4814-AD42-085CC17914DA}" dt="2026-10-16T10:30:37.004" v="7" actId="27636"/>
        <pc:sldMkLst>
          <pc:docMk/>
          <pc:sldMk cId="0" sldId="309"/>
        </pc:sldMkLst>
        <pc:spChg chg="mod">
          <ac:chgData name="Livia Scorza" userId="111f9cb8-3b00-47fc-bb12-3e5209207956" providerId="ADAL" clId="{C9E0D77B-DD32-4814-AD42-085CC17914DA}" dt="2026-10-16T10:30:37.004" v="7" actId="27636"/>
          <ac:spMkLst>
            <pc:docMk/>
            <pc:sldMk cId="0" sldId="309"/>
            <ac:spMk id="684" creationId="{00000000-0000-0000-0000-000000000000}"/>
          </ac:spMkLst>
        </pc:spChg>
      </pc:sldChg>
      <pc:sldChg chg="modSp mod">
        <pc:chgData name="Livia Scorza" userId="111f9cb8-3b00-47fc-bb12-3e5209207956" providerId="ADAL" clId="{C9E0D77B-DD32-4814-AD42-085CC17914DA}" dt="2026-10-19T11:21:07.604" v="5638" actId="27636"/>
        <pc:sldMkLst>
          <pc:docMk/>
          <pc:sldMk cId="0" sldId="310"/>
        </pc:sldMkLst>
        <pc:spChg chg="mod">
          <ac:chgData name="Livia Scorza" userId="111f9cb8-3b00-47fc-bb12-3e5209207956" providerId="ADAL" clId="{C9E0D77B-DD32-4814-AD42-085CC17914DA}" dt="2026-10-19T11:21:07.604" v="5638" actId="27636"/>
          <ac:spMkLst>
            <pc:docMk/>
            <pc:sldMk cId="0" sldId="310"/>
            <ac:spMk id="693" creationId="{00000000-0000-0000-0000-000000000000}"/>
          </ac:spMkLst>
        </pc:spChg>
      </pc:sldChg>
      <pc:sldChg chg="ord modNotes">
        <pc:chgData name="Livia Scorza" userId="111f9cb8-3b00-47fc-bb12-3e5209207956" providerId="ADAL" clId="{C9E0D77B-DD32-4814-AD42-085CC17914DA}" dt="2026-10-19T11:56:34.049" v="6633"/>
        <pc:sldMkLst>
          <pc:docMk/>
          <pc:sldMk cId="0" sldId="314"/>
        </pc:sldMkLst>
      </pc:sldChg>
      <pc:sldChg chg="add setBg">
        <pc:chgData name="Livia Scorza" userId="111f9cb8-3b00-47fc-bb12-3e5209207956" providerId="ADAL" clId="{C9E0D77B-DD32-4814-AD42-085CC17914DA}" dt="2026-10-19T11:22:49.380" v="5653"/>
        <pc:sldMkLst>
          <pc:docMk/>
          <pc:sldMk cId="1937895303" sldId="315"/>
        </pc:sldMkLst>
      </pc:sldChg>
      <pc:sldChg chg="add">
        <pc:chgData name="Livia Scorza" userId="111f9cb8-3b00-47fc-bb12-3e5209207956" providerId="ADAL" clId="{C9E0D77B-DD32-4814-AD42-085CC17914DA}" dt="2026-10-19T11:22:49.380" v="5653"/>
        <pc:sldMkLst>
          <pc:docMk/>
          <pc:sldMk cId="658614709" sldId="316"/>
        </pc:sldMkLst>
      </pc:sldChg>
      <pc:sldChg chg="add">
        <pc:chgData name="Livia Scorza" userId="111f9cb8-3b00-47fc-bb12-3e5209207956" providerId="ADAL" clId="{C9E0D77B-DD32-4814-AD42-085CC17914DA}" dt="2026-10-19T11:22:49.380" v="5653"/>
        <pc:sldMkLst>
          <pc:docMk/>
          <pc:sldMk cId="751949525" sldId="317"/>
        </pc:sldMkLst>
      </pc:sldChg>
      <pc:sldChg chg="ord">
        <pc:chgData name="Livia Scorza" userId="111f9cb8-3b00-47fc-bb12-3e5209207956" providerId="ADAL" clId="{C9E0D77B-DD32-4814-AD42-085CC17914DA}" dt="2026-10-19T11:18:32.328" v="5498"/>
        <pc:sldMkLst>
          <pc:docMk/>
          <pc:sldMk cId="0" sldId="319"/>
        </pc:sldMkLst>
      </pc:sldChg>
      <pc:sldChg chg="modSp add mod">
        <pc:chgData name="Livia Scorza" userId="111f9cb8-3b00-47fc-bb12-3e5209207956" providerId="ADAL" clId="{C9E0D77B-DD32-4814-AD42-085CC17914DA}" dt="2026-10-19T11:59:06.301" v="6647" actId="2711"/>
        <pc:sldMkLst>
          <pc:docMk/>
          <pc:sldMk cId="2090838546" sldId="323"/>
        </pc:sldMkLst>
        <pc:spChg chg="mod">
          <ac:chgData name="Livia Scorza" userId="111f9cb8-3b00-47fc-bb12-3e5209207956" providerId="ADAL" clId="{C9E0D77B-DD32-4814-AD42-085CC17914DA}" dt="2026-10-19T11:59:06.301" v="6647" actId="2711"/>
          <ac:spMkLst>
            <pc:docMk/>
            <pc:sldMk cId="2090838546" sldId="323"/>
            <ac:spMk id="2" creationId="{5DAE32E1-884B-4F45-AB3D-8734D6B645D0}"/>
          </ac:spMkLst>
        </pc:spChg>
        <pc:spChg chg="mod">
          <ac:chgData name="Livia Scorza" userId="111f9cb8-3b00-47fc-bb12-3e5209207956" providerId="ADAL" clId="{C9E0D77B-DD32-4814-AD42-085CC17914DA}" dt="2026-10-19T11:59:06.301" v="6647" actId="2711"/>
          <ac:spMkLst>
            <pc:docMk/>
            <pc:sldMk cId="2090838546" sldId="323"/>
            <ac:spMk id="3" creationId="{B067C6F7-AA50-4FE9-84EA-78EEE6F521F9}"/>
          </ac:spMkLst>
        </pc:spChg>
      </pc:sldChg>
      <pc:sldChg chg="modSp add mod">
        <pc:chgData name="Livia Scorza" userId="111f9cb8-3b00-47fc-bb12-3e5209207956" providerId="ADAL" clId="{C9E0D77B-DD32-4814-AD42-085CC17914DA}" dt="2026-10-19T11:56:05.950" v="6631" actId="20577"/>
        <pc:sldMkLst>
          <pc:docMk/>
          <pc:sldMk cId="3289095634" sldId="339"/>
        </pc:sldMkLst>
        <pc:spChg chg="mod">
          <ac:chgData name="Livia Scorza" userId="111f9cb8-3b00-47fc-bb12-3e5209207956" providerId="ADAL" clId="{C9E0D77B-DD32-4814-AD42-085CC17914DA}" dt="2026-10-19T11:56:05.950" v="6631" actId="20577"/>
          <ac:spMkLst>
            <pc:docMk/>
            <pc:sldMk cId="3289095634" sldId="339"/>
            <ac:spMk id="5" creationId="{3B456C03-AD85-4C0E-8A8C-1BB4710AB3DC}"/>
          </ac:spMkLst>
        </pc:spChg>
      </pc:sldChg>
      <pc:sldChg chg="add">
        <pc:chgData name="Livia Scorza" userId="111f9cb8-3b00-47fc-bb12-3e5209207956" providerId="ADAL" clId="{C9E0D77B-DD32-4814-AD42-085CC17914DA}" dt="2026-10-16T10:45:42.254" v="719"/>
        <pc:sldMkLst>
          <pc:docMk/>
          <pc:sldMk cId="3466647668" sldId="345"/>
        </pc:sldMkLst>
        <pc:spChg chg="mod">
          <ac:chgData name="Livia Scorza" userId="111f9cb8-3b00-47fc-bb12-3e5209207956" providerId="ADAL" clId="{C9E0D77B-DD32-4814-AD42-085CC17914DA}" dt="2026-10-19T09:16:05.618" v="2127" actId="113"/>
          <ac:spMkLst>
            <pc:docMk/>
            <pc:sldMk cId="3466647668" sldId="345"/>
            <ac:spMk id="1077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11:38:54.163" v="6095" actId="14100"/>
          <ac:spMkLst>
            <pc:docMk/>
            <pc:sldMk cId="3466647668" sldId="345"/>
            <ac:spMk id="1078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09:06:37.637" v="1471" actId="20577"/>
          <ac:spMkLst>
            <pc:docMk/>
            <pc:sldMk cId="3466647668" sldId="345"/>
            <ac:spMk id="1079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09:07:15.189" v="1606" actId="1076"/>
          <ac:spMkLst>
            <pc:docMk/>
            <pc:sldMk cId="3466647668" sldId="345"/>
            <ac:spMk id="1087" creationId="{00000000-0000-0000-0000-000000000000}"/>
          </ac:spMkLst>
        </pc:spChg>
        <pc:picChg chg="add mod">
          <ac:chgData name="Livia Scorza" userId="111f9cb8-3b00-47fc-bb12-3e5209207956" providerId="ADAL" clId="{C9E0D77B-DD32-4814-AD42-085CC17914DA}" dt="2026-10-19T09:03:58.528" v="1434" actId="1076"/>
          <ac:picMkLst>
            <pc:docMk/>
            <pc:sldMk cId="3466647668" sldId="345"/>
            <ac:picMk id="3" creationId="{14726773-1FB4-360A-45F0-9280EF04F5BD}"/>
          </ac:picMkLst>
        </pc:picChg>
        <pc:picChg chg="mod">
          <ac:chgData name="Livia Scorza" userId="111f9cb8-3b00-47fc-bb12-3e5209207956" providerId="ADAL" clId="{C9E0D77B-DD32-4814-AD42-085CC17914DA}" dt="2026-10-19T09:03:48.307" v="1432" actId="1076"/>
          <ac:picMkLst>
            <pc:docMk/>
            <pc:sldMk cId="3466647668" sldId="345"/>
            <ac:picMk id="1082" creationId="{00000000-0000-0000-0000-000000000000}"/>
          </ac:picMkLst>
        </pc:picChg>
        <pc:picChg chg="mod">
          <ac:chgData name="Livia Scorza" userId="111f9cb8-3b00-47fc-bb12-3e5209207956" providerId="ADAL" clId="{C9E0D77B-DD32-4814-AD42-085CC17914DA}" dt="2026-10-19T09:03:03.097" v="1424" actId="1076"/>
          <ac:picMkLst>
            <pc:docMk/>
            <pc:sldMk cId="3466647668" sldId="345"/>
            <ac:picMk id="1083" creationId="{00000000-0000-0000-0000-000000000000}"/>
          </ac:picMkLst>
        </pc:picChg>
        <pc:picChg chg="mod">
          <ac:chgData name="Livia Scorza" userId="111f9cb8-3b00-47fc-bb12-3e5209207956" providerId="ADAL" clId="{C9E0D77B-DD32-4814-AD42-085CC17914DA}" dt="2026-10-19T09:02:59.465" v="1422" actId="1076"/>
          <ac:picMkLst>
            <pc:docMk/>
            <pc:sldMk cId="3466647668" sldId="345"/>
            <ac:picMk id="1084" creationId="{00000000-0000-0000-0000-000000000000}"/>
          </ac:picMkLst>
        </pc:picChg>
        <pc:picChg chg="mod">
          <ac:chgData name="Livia Scorza" userId="111f9cb8-3b00-47fc-bb12-3e5209207956" providerId="ADAL" clId="{C9E0D77B-DD32-4814-AD42-085CC17914DA}" dt="2026-10-19T09:03:00.870" v="1423" actId="1076"/>
          <ac:picMkLst>
            <pc:docMk/>
            <pc:sldMk cId="3466647668" sldId="345"/>
            <ac:picMk id="1085" creationId="{00000000-0000-0000-0000-000000000000}"/>
          </ac:picMkLst>
        </pc:picChg>
        <pc:picChg chg="mod">
          <ac:chgData name="Livia Scorza" userId="111f9cb8-3b00-47fc-bb12-3e5209207956" providerId="ADAL" clId="{C9E0D77B-DD32-4814-AD42-085CC17914DA}" dt="2026-10-19T09:04:35.344" v="1459" actId="1076"/>
          <ac:picMkLst>
            <pc:docMk/>
            <pc:sldMk cId="3466647668" sldId="345"/>
            <ac:picMk id="1086" creationId="{00000000-0000-0000-0000-000000000000}"/>
          </ac:picMkLst>
        </pc:picChg>
      </pc:sldChg>
      <pc:sldChg chg="del">
        <pc:chgData name="Livia Scorza" userId="111f9cb8-3b00-47fc-bb12-3e5209207956" providerId="ADAL" clId="{C9E0D77B-DD32-4814-AD42-085CC17914DA}" dt="2026-10-16T10:45:32.365" v="718" actId="2696"/>
        <pc:sldMkLst>
          <pc:docMk/>
          <pc:sldMk cId="229355214" sldId="347"/>
        </pc:sldMkLst>
      </pc:sldChg>
      <pc:sldChg chg="ord">
        <pc:chgData name="Livia Scorza" userId="111f9cb8-3b00-47fc-bb12-3e5209207956" providerId="ADAL" clId="{C9E0D77B-DD32-4814-AD42-085CC17914DA}" dt="2026-10-16T11:19:39.823" v="1287"/>
        <pc:sldMkLst>
          <pc:docMk/>
          <pc:sldMk cId="0" sldId="348"/>
        </pc:sldMkLst>
      </pc:sldChg>
      <pc:sldChg chg="addSp delSp modSp new mod">
        <pc:chgData name="Livia Scorza" userId="111f9cb8-3b00-47fc-bb12-3e5209207956" providerId="ADAL" clId="{C9E0D77B-DD32-4814-AD42-085CC17914DA}" dt="2026-10-19T09:47:01.278" v="2936" actId="6549"/>
        <pc:sldMkLst>
          <pc:docMk/>
          <pc:sldMk cId="819185563" sldId="350"/>
        </pc:sldMkLst>
        <pc:spChg chg="add mod">
          <ac:chgData name="Livia Scorza" userId="111f9cb8-3b00-47fc-bb12-3e5209207956" providerId="ADAL" clId="{C9E0D77B-DD32-4814-AD42-085CC17914DA}" dt="2026-10-19T08:53:46.637" v="1290" actId="207"/>
          <ac:spMkLst>
            <pc:docMk/>
            <pc:sldMk cId="819185563" sldId="350"/>
            <ac:spMk id="4" creationId="{562704E3-C417-0414-7381-E259D27F4DF5}"/>
          </ac:spMkLst>
        </pc:spChg>
        <pc:spChg chg="add mod">
          <ac:chgData name="Livia Scorza" userId="111f9cb8-3b00-47fc-bb12-3e5209207956" providerId="ADAL" clId="{C9E0D77B-DD32-4814-AD42-085CC17914DA}" dt="2026-10-19T09:47:01.278" v="2936" actId="6549"/>
          <ac:spMkLst>
            <pc:docMk/>
            <pc:sldMk cId="819185563" sldId="350"/>
            <ac:spMk id="5" creationId="{A1D14A68-A801-F5E2-0205-126F7AC89CE4}"/>
          </ac:spMkLst>
        </pc:spChg>
      </pc:sldChg>
      <pc:sldChg chg="delSp modSp add mod">
        <pc:chgData name="Livia Scorza" userId="111f9cb8-3b00-47fc-bb12-3e5209207956" providerId="ADAL" clId="{C9E0D77B-DD32-4814-AD42-085CC17914DA}" dt="2026-10-19T09:16:02.230" v="2126" actId="113"/>
        <pc:sldMkLst>
          <pc:docMk/>
          <pc:sldMk cId="968970138" sldId="351"/>
        </pc:sldMkLst>
        <pc:spChg chg="mod">
          <ac:chgData name="Livia Scorza" userId="111f9cb8-3b00-47fc-bb12-3e5209207956" providerId="ADAL" clId="{C9E0D77B-DD32-4814-AD42-085CC17914DA}" dt="2026-10-19T09:16:02.230" v="2126" actId="113"/>
          <ac:spMkLst>
            <pc:docMk/>
            <pc:sldMk cId="968970138" sldId="351"/>
            <ac:spMk id="1077" creationId="{00000000-0000-0000-0000-000000000000}"/>
          </ac:spMkLst>
        </pc:spChg>
        <pc:spChg chg="mod">
          <ac:chgData name="Livia Scorza" userId="111f9cb8-3b00-47fc-bb12-3e5209207956" providerId="ADAL" clId="{C9E0D77B-DD32-4814-AD42-085CC17914DA}" dt="2026-10-19T09:00:19.595" v="1391" actId="2711"/>
          <ac:spMkLst>
            <pc:docMk/>
            <pc:sldMk cId="968970138" sldId="351"/>
            <ac:spMk id="1078" creationId="{00000000-0000-0000-0000-000000000000}"/>
          </ac:spMkLst>
        </pc:spChg>
      </pc:sldChg>
      <pc:sldChg chg="addSp delSp modSp add mod modNotesTx">
        <pc:chgData name="Livia Scorza" userId="111f9cb8-3b00-47fc-bb12-3e5209207956" providerId="ADAL" clId="{C9E0D77B-DD32-4814-AD42-085CC17914DA}" dt="2026-10-19T09:54:21.653" v="3108" actId="21"/>
        <pc:sldMkLst>
          <pc:docMk/>
          <pc:sldMk cId="36866050" sldId="352"/>
        </pc:sldMkLst>
        <pc:spChg chg="mod">
          <ac:chgData name="Livia Scorza" userId="111f9cb8-3b00-47fc-bb12-3e5209207956" providerId="ADAL" clId="{C9E0D77B-DD32-4814-AD42-085CC17914DA}" dt="2026-10-19T09:21:11.190" v="2131" actId="1076"/>
          <ac:spMkLst>
            <pc:docMk/>
            <pc:sldMk cId="36866050" sldId="352"/>
            <ac:spMk id="2" creationId="{775BFE92-9990-4094-B7B2-01514614F16E}"/>
          </ac:spMkLst>
        </pc:spChg>
        <pc:spChg chg="add mod">
          <ac:chgData name="Livia Scorza" userId="111f9cb8-3b00-47fc-bb12-3e5209207956" providerId="ADAL" clId="{C9E0D77B-DD32-4814-AD42-085CC17914DA}" dt="2026-10-19T09:31:52.928" v="2540" actId="164"/>
          <ac:spMkLst>
            <pc:docMk/>
            <pc:sldMk cId="36866050" sldId="352"/>
            <ac:spMk id="8" creationId="{460BA5DE-2636-997B-9CC2-5779DB51BCDC}"/>
          </ac:spMkLst>
        </pc:spChg>
        <pc:spChg chg="mod">
          <ac:chgData name="Livia Scorza" userId="111f9cb8-3b00-47fc-bb12-3e5209207956" providerId="ADAL" clId="{C9E0D77B-DD32-4814-AD42-085CC17914DA}" dt="2026-10-19T09:34:55.706" v="2562" actId="179"/>
          <ac:spMkLst>
            <pc:docMk/>
            <pc:sldMk cId="36866050" sldId="352"/>
            <ac:spMk id="9" creationId="{04AEE4B5-946D-4302-AC98-9937AF758DFD}"/>
          </ac:spMkLst>
        </pc:spChg>
        <pc:grpChg chg="add mod">
          <ac:chgData name="Livia Scorza" userId="111f9cb8-3b00-47fc-bb12-3e5209207956" providerId="ADAL" clId="{C9E0D77B-DD32-4814-AD42-085CC17914DA}" dt="2026-10-19T09:35:15.041" v="2568" actId="1076"/>
          <ac:grpSpMkLst>
            <pc:docMk/>
            <pc:sldMk cId="36866050" sldId="352"/>
            <ac:grpSpMk id="10" creationId="{41B0AAFF-A412-EE3F-D128-8DECBED4E229}"/>
          </ac:grpSpMkLst>
        </pc:grpChg>
        <pc:picChg chg="add del mod">
          <ac:chgData name="Livia Scorza" userId="111f9cb8-3b00-47fc-bb12-3e5209207956" providerId="ADAL" clId="{C9E0D77B-DD32-4814-AD42-085CC17914DA}" dt="2026-10-19T09:35:00.057" v="2563" actId="1076"/>
          <ac:picMkLst>
            <pc:docMk/>
            <pc:sldMk cId="36866050" sldId="352"/>
            <ac:picMk id="5" creationId="{2B2A0E25-962C-4ACB-0DA0-BD8C658A1D9F}"/>
          </ac:picMkLst>
        </pc:picChg>
        <pc:picChg chg="add mod ord">
          <ac:chgData name="Livia Scorza" userId="111f9cb8-3b00-47fc-bb12-3e5209207956" providerId="ADAL" clId="{C9E0D77B-DD32-4814-AD42-085CC17914DA}" dt="2026-10-19T09:32:21.594" v="2547" actId="207"/>
          <ac:picMkLst>
            <pc:docMk/>
            <pc:sldMk cId="36866050" sldId="352"/>
            <ac:picMk id="7" creationId="{F8A296B8-7068-DDB4-C720-BCC1BCB7BB1A}"/>
          </ac:picMkLst>
        </pc:picChg>
        <pc:picChg chg="add mod">
          <ac:chgData name="Livia Scorza" userId="111f9cb8-3b00-47fc-bb12-3e5209207956" providerId="ADAL" clId="{C9E0D77B-DD32-4814-AD42-085CC17914DA}" dt="2026-10-19T09:35:11.731" v="2567" actId="1076"/>
          <ac:picMkLst>
            <pc:docMk/>
            <pc:sldMk cId="36866050" sldId="352"/>
            <ac:picMk id="12" creationId="{ABE4435B-C735-1B85-5B37-5514262876FA}"/>
          </ac:picMkLst>
        </pc:picChg>
        <pc:picChg chg="add mod">
          <ac:chgData name="Livia Scorza" userId="111f9cb8-3b00-47fc-bb12-3e5209207956" providerId="ADAL" clId="{C9E0D77B-DD32-4814-AD42-085CC17914DA}" dt="2026-10-19T09:54:16.827" v="3106"/>
          <ac:picMkLst>
            <pc:docMk/>
            <pc:sldMk cId="36866050" sldId="352"/>
            <ac:picMk id="1026" creationId="{D4AD9E82-6181-32BD-8302-4BE237F2507E}"/>
          </ac:picMkLst>
        </pc:picChg>
      </pc:sldChg>
      <pc:sldChg chg="addSp delSp modSp add mod modNotesTx">
        <pc:chgData name="Livia Scorza" userId="111f9cb8-3b00-47fc-bb12-3e5209207956" providerId="ADAL" clId="{C9E0D77B-DD32-4814-AD42-085CC17914DA}" dt="2026-10-19T10:16:24.044" v="3731" actId="20577"/>
        <pc:sldMkLst>
          <pc:docMk/>
          <pc:sldMk cId="3794840086" sldId="353"/>
        </pc:sldMkLst>
        <pc:spChg chg="mod">
          <ac:chgData name="Livia Scorza" userId="111f9cb8-3b00-47fc-bb12-3e5209207956" providerId="ADAL" clId="{C9E0D77B-DD32-4814-AD42-085CC17914DA}" dt="2026-10-19T10:14:29.055" v="3477" actId="20577"/>
          <ac:spMkLst>
            <pc:docMk/>
            <pc:sldMk cId="3794840086" sldId="353"/>
            <ac:spMk id="2" creationId="{775BFE92-9990-4094-B7B2-01514614F16E}"/>
          </ac:spMkLst>
        </pc:spChg>
        <pc:spChg chg="add mod">
          <ac:chgData name="Livia Scorza" userId="111f9cb8-3b00-47fc-bb12-3e5209207956" providerId="ADAL" clId="{C9E0D77B-DD32-4814-AD42-085CC17914DA}" dt="2026-10-19T10:14:59.878" v="3487" actId="403"/>
          <ac:spMkLst>
            <pc:docMk/>
            <pc:sldMk cId="3794840086" sldId="353"/>
            <ac:spMk id="4" creationId="{C494E305-51B1-2BA1-4D7C-6818DBB16C23}"/>
          </ac:spMkLst>
        </pc:spChg>
        <pc:spChg chg="add mod">
          <ac:chgData name="Livia Scorza" userId="111f9cb8-3b00-47fc-bb12-3e5209207956" providerId="ADAL" clId="{C9E0D77B-DD32-4814-AD42-085CC17914DA}" dt="2026-10-19T10:15:11.081" v="3491" actId="20577"/>
          <ac:spMkLst>
            <pc:docMk/>
            <pc:sldMk cId="3794840086" sldId="353"/>
            <ac:spMk id="13" creationId="{F8E6D1D4-BCBB-D61F-C54C-6AB17823C933}"/>
          </ac:spMkLst>
        </pc:spChg>
        <pc:picChg chg="add mod">
          <ac:chgData name="Livia Scorza" userId="111f9cb8-3b00-47fc-bb12-3e5209207956" providerId="ADAL" clId="{C9E0D77B-DD32-4814-AD42-085CC17914DA}" dt="2026-10-19T09:40:15.116" v="2850" actId="1076"/>
          <ac:picMkLst>
            <pc:docMk/>
            <pc:sldMk cId="3794840086" sldId="353"/>
            <ac:picMk id="3" creationId="{56668814-75A3-C899-B0DC-58514B70D99C}"/>
          </ac:picMkLst>
        </pc:picChg>
        <pc:picChg chg="add mod">
          <ac:chgData name="Livia Scorza" userId="111f9cb8-3b00-47fc-bb12-3e5209207956" providerId="ADAL" clId="{C9E0D77B-DD32-4814-AD42-085CC17914DA}" dt="2026-10-19T10:05:51.920" v="3427" actId="1076"/>
          <ac:picMkLst>
            <pc:docMk/>
            <pc:sldMk cId="3794840086" sldId="353"/>
            <ac:picMk id="6" creationId="{A45D5EF3-B062-441A-261E-5FCEE1E7BF25}"/>
          </ac:picMkLst>
        </pc:picChg>
      </pc:sldChg>
      <pc:sldChg chg="delSp modSp add mod">
        <pc:chgData name="Livia Scorza" userId="111f9cb8-3b00-47fc-bb12-3e5209207956" providerId="ADAL" clId="{C9E0D77B-DD32-4814-AD42-085CC17914DA}" dt="2026-10-19T10:23:57.661" v="3855" actId="478"/>
        <pc:sldMkLst>
          <pc:docMk/>
          <pc:sldMk cId="83113115" sldId="354"/>
        </pc:sldMkLst>
        <pc:spChg chg="mod">
          <ac:chgData name="Livia Scorza" userId="111f9cb8-3b00-47fc-bb12-3e5209207956" providerId="ADAL" clId="{C9E0D77B-DD32-4814-AD42-085CC17914DA}" dt="2026-10-19T10:23:04.995" v="3838" actId="6549"/>
          <ac:spMkLst>
            <pc:docMk/>
            <pc:sldMk cId="83113115" sldId="354"/>
            <ac:spMk id="288" creationId="{00000000-0000-0000-0000-000000000000}"/>
          </ac:spMkLst>
        </pc:spChg>
      </pc:sldChg>
      <pc:sldChg chg="delSp modSp add mod ord">
        <pc:chgData name="Livia Scorza" userId="111f9cb8-3b00-47fc-bb12-3e5209207956" providerId="ADAL" clId="{C9E0D77B-DD32-4814-AD42-085CC17914DA}" dt="2026-10-19T11:03:50.167" v="5294"/>
        <pc:sldMkLst>
          <pc:docMk/>
          <pc:sldMk cId="3584571910" sldId="355"/>
        </pc:sldMkLst>
        <pc:spChg chg="mod">
          <ac:chgData name="Livia Scorza" userId="111f9cb8-3b00-47fc-bb12-3e5209207956" providerId="ADAL" clId="{C9E0D77B-DD32-4814-AD42-085CC17914DA}" dt="2026-10-19T10:28:47.559" v="4109" actId="20577"/>
          <ac:spMkLst>
            <pc:docMk/>
            <pc:sldMk cId="3584571910" sldId="355"/>
            <ac:spMk id="295" creationId="{00000000-0000-0000-0000-000000000000}"/>
          </ac:spMkLst>
        </pc:spChg>
      </pc:sldChg>
      <pc:sldChg chg="addSp delSp modSp add mod delAnim">
        <pc:chgData name="Livia Scorza" userId="111f9cb8-3b00-47fc-bb12-3e5209207956" providerId="ADAL" clId="{C9E0D77B-DD32-4814-AD42-085CC17914DA}" dt="2026-10-19T11:03:38.832" v="5292" actId="20577"/>
        <pc:sldMkLst>
          <pc:docMk/>
          <pc:sldMk cId="3417469313" sldId="356"/>
        </pc:sldMkLst>
      </pc:sldChg>
      <pc:sldChg chg="addSp modSp new mod">
        <pc:chgData name="Livia Scorza" userId="111f9cb8-3b00-47fc-bb12-3e5209207956" providerId="ADAL" clId="{C9E0D77B-DD32-4814-AD42-085CC17914DA}" dt="2026-10-19T11:13:18.806" v="5408" actId="20577"/>
        <pc:sldMkLst>
          <pc:docMk/>
          <pc:sldMk cId="1561914616" sldId="357"/>
        </pc:sldMkLst>
        <pc:spChg chg="add mod">
          <ac:chgData name="Livia Scorza" userId="111f9cb8-3b00-47fc-bb12-3e5209207956" providerId="ADAL" clId="{C9E0D77B-DD32-4814-AD42-085CC17914DA}" dt="2026-10-19T11:13:18.806" v="5408" actId="20577"/>
          <ac:spMkLst>
            <pc:docMk/>
            <pc:sldMk cId="1561914616" sldId="357"/>
            <ac:spMk id="2" creationId="{34A03BA1-03E1-2B53-27A3-2D3FB176D875}"/>
          </ac:spMkLst>
        </pc:spChg>
      </pc:sldChg>
      <pc:sldChg chg="modSp new mod">
        <pc:chgData name="Livia Scorza" userId="111f9cb8-3b00-47fc-bb12-3e5209207956" providerId="ADAL" clId="{C9E0D77B-DD32-4814-AD42-085CC17914DA}" dt="2026-10-19T11:21:49.564" v="5649" actId="20577"/>
        <pc:sldMkLst>
          <pc:docMk/>
          <pc:sldMk cId="3551033009" sldId="358"/>
        </pc:sldMkLst>
        <pc:spChg chg="mod">
          <ac:chgData name="Livia Scorza" userId="111f9cb8-3b00-47fc-bb12-3e5209207956" providerId="ADAL" clId="{C9E0D77B-DD32-4814-AD42-085CC17914DA}" dt="2026-10-19T11:16:55.674" v="5488" actId="20577"/>
          <ac:spMkLst>
            <pc:docMk/>
            <pc:sldMk cId="3551033009" sldId="358"/>
            <ac:spMk id="3" creationId="{6B7157F7-38F2-6743-674F-56CAAE9A5396}"/>
          </ac:spMkLst>
        </pc:spChg>
      </pc:sldChg>
      <pc:sldChg chg="addSp modSp new mod ord">
        <pc:chgData name="Livia Scorza" userId="111f9cb8-3b00-47fc-bb12-3e5209207956" providerId="ADAL" clId="{C9E0D77B-DD32-4814-AD42-085CC17914DA}" dt="2026-10-19T11:20:53.808" v="5616"/>
        <pc:sldMkLst>
          <pc:docMk/>
          <pc:sldMk cId="3263959381" sldId="359"/>
        </pc:sldMkLst>
        <pc:spChg chg="add mod">
          <ac:chgData name="Livia Scorza" userId="111f9cb8-3b00-47fc-bb12-3e5209207956" providerId="ADAL" clId="{C9E0D77B-DD32-4814-AD42-085CC17914DA}" dt="2026-10-19T11:19:50.624" v="5506"/>
          <ac:spMkLst>
            <pc:docMk/>
            <pc:sldMk cId="3263959381" sldId="359"/>
            <ac:spMk id="2" creationId="{44E7E606-88A6-3FF7-BD66-005743CCBEE2}"/>
          </ac:spMkLst>
        </pc:spChg>
        <pc:spChg chg="add mod">
          <ac:chgData name="Livia Scorza" userId="111f9cb8-3b00-47fc-bb12-3e5209207956" providerId="ADAL" clId="{C9E0D77B-DD32-4814-AD42-085CC17914DA}" dt="2026-10-19T11:20:18.722" v="5574" actId="20577"/>
          <ac:spMkLst>
            <pc:docMk/>
            <pc:sldMk cId="3263959381" sldId="359"/>
            <ac:spMk id="3" creationId="{BD881E10-7E5C-1B0A-4B80-9231872896CC}"/>
          </ac:spMkLst>
        </pc:spChg>
      </pc:sldChg>
      <pc:sldChg chg="add">
        <pc:chgData name="Livia Scorza" userId="111f9cb8-3b00-47fc-bb12-3e5209207956" providerId="ADAL" clId="{C9E0D77B-DD32-4814-AD42-085CC17914DA}" dt="2026-10-19T11:53:54.861" v="6613"/>
        <pc:sldMkLst>
          <pc:docMk/>
          <pc:sldMk cId="3864198217" sldId="361"/>
        </pc:sldMkLst>
      </pc:sldChg>
      <pc:sldChg chg="modSp add mod ord">
        <pc:chgData name="Livia Scorza" userId="111f9cb8-3b00-47fc-bb12-3e5209207956" providerId="ADAL" clId="{C9E0D77B-DD32-4814-AD42-085CC17914DA}" dt="2026-10-19T11:59:17.983" v="6651"/>
        <pc:sldMkLst>
          <pc:docMk/>
          <pc:sldMk cId="1946277099" sldId="362"/>
        </pc:sldMkLst>
        <pc:spChg chg="mod">
          <ac:chgData name="Livia Scorza" userId="111f9cb8-3b00-47fc-bb12-3e5209207956" providerId="ADAL" clId="{C9E0D77B-DD32-4814-AD42-085CC17914DA}" dt="2026-10-19T11:59:05.901" v="6646" actId="20577"/>
          <ac:spMkLst>
            <pc:docMk/>
            <pc:sldMk cId="1946277099" sldId="362"/>
            <ac:spMk id="4" creationId="{427835A5-6403-45A8-B930-3E2310FC2469}"/>
          </ac:spMkLst>
        </pc:spChg>
      </pc:sldChg>
      <pc:sldChg chg="modSp add mod">
        <pc:chgData name="Livia Scorza" userId="111f9cb8-3b00-47fc-bb12-3e5209207956" providerId="ADAL" clId="{C9E0D77B-DD32-4814-AD42-085CC17914DA}" dt="2026-10-19T11:59:26.376" v="6652" actId="113"/>
        <pc:sldMkLst>
          <pc:docMk/>
          <pc:sldMk cId="3070507200" sldId="363"/>
        </pc:sldMkLst>
        <pc:spChg chg="mod">
          <ac:chgData name="Livia Scorza" userId="111f9cb8-3b00-47fc-bb12-3e5209207956" providerId="ADAL" clId="{C9E0D77B-DD32-4814-AD42-085CC17914DA}" dt="2026-10-19T11:59:26.376" v="6652" actId="113"/>
          <ac:spMkLst>
            <pc:docMk/>
            <pc:sldMk cId="3070507200" sldId="363"/>
            <ac:spMk id="3" creationId="{B067C6F7-AA50-4FE9-84EA-78EEE6F521F9}"/>
          </ac:spMkLst>
        </pc:spChg>
      </pc:sldChg>
      <pc:sldChg chg="add">
        <pc:chgData name="Livia Scorza" userId="111f9cb8-3b00-47fc-bb12-3e5209207956" providerId="ADAL" clId="{C9E0D77B-DD32-4814-AD42-085CC17914DA}" dt="2026-10-19T11:53:54.861" v="6613"/>
        <pc:sldMkLst>
          <pc:docMk/>
          <pc:sldMk cId="1263610918" sldId="364"/>
        </pc:sldMkLst>
      </pc:sldChg>
      <pc:sldChg chg="add">
        <pc:chgData name="Livia Scorza" userId="111f9cb8-3b00-47fc-bb12-3e5209207956" providerId="ADAL" clId="{C9E0D77B-DD32-4814-AD42-085CC17914DA}" dt="2026-10-19T11:53:54.861" v="6613"/>
        <pc:sldMkLst>
          <pc:docMk/>
          <pc:sldMk cId="2338865170" sldId="365"/>
        </pc:sldMkLst>
      </pc:sldChg>
      <pc:sldChg chg="add">
        <pc:chgData name="Livia Scorza" userId="111f9cb8-3b00-47fc-bb12-3e5209207956" providerId="ADAL" clId="{C9E0D77B-DD32-4814-AD42-085CC17914DA}" dt="2026-10-19T11:53:54.861" v="6613"/>
        <pc:sldMkLst>
          <pc:docMk/>
          <pc:sldMk cId="411782654" sldId="366"/>
        </pc:sldMkLst>
      </pc:sldChg>
      <pc:sldChg chg="modSp add mod">
        <pc:chgData name="Livia Scorza" userId="111f9cb8-3b00-47fc-bb12-3e5209207956" providerId="ADAL" clId="{C9E0D77B-DD32-4814-AD42-085CC17914DA}" dt="2026-10-19T12:00:11.997" v="6654" actId="6549"/>
        <pc:sldMkLst>
          <pc:docMk/>
          <pc:sldMk cId="89634206" sldId="367"/>
        </pc:sldMkLst>
        <pc:spChg chg="mod">
          <ac:chgData name="Livia Scorza" userId="111f9cb8-3b00-47fc-bb12-3e5209207956" providerId="ADAL" clId="{C9E0D77B-DD32-4814-AD42-085CC17914DA}" dt="2026-10-19T12:00:11.997" v="6654" actId="6549"/>
          <ac:spMkLst>
            <pc:docMk/>
            <pc:sldMk cId="89634206" sldId="367"/>
            <ac:spMk id="3" creationId="{B067C6F7-AA50-4FE9-84EA-78EEE6F521F9}"/>
          </ac:spMkLst>
        </pc:spChg>
      </pc:sldChg>
      <pc:sldChg chg="add">
        <pc:chgData name="Livia Scorza" userId="111f9cb8-3b00-47fc-bb12-3e5209207956" providerId="ADAL" clId="{C9E0D77B-DD32-4814-AD42-085CC17914DA}" dt="2026-10-19T11:53:54.861" v="6613"/>
        <pc:sldMkLst>
          <pc:docMk/>
          <pc:sldMk cId="3338357768" sldId="368"/>
        </pc:sldMkLst>
      </pc:sldChg>
      <pc:sldChg chg="add">
        <pc:chgData name="Livia Scorza" userId="111f9cb8-3b00-47fc-bb12-3e5209207956" providerId="ADAL" clId="{C9E0D77B-DD32-4814-AD42-085CC17914DA}" dt="2026-10-19T11:53:54.861" v="6613"/>
        <pc:sldMkLst>
          <pc:docMk/>
          <pc:sldMk cId="2453871681" sldId="369"/>
        </pc:sldMkLst>
      </pc:sldChg>
      <pc:sldChg chg="add">
        <pc:chgData name="Livia Scorza" userId="111f9cb8-3b00-47fc-bb12-3e5209207956" providerId="ADAL" clId="{C9E0D77B-DD32-4814-AD42-085CC17914DA}" dt="2026-10-19T11:53:54.861" v="6613"/>
        <pc:sldMkLst>
          <pc:docMk/>
          <pc:sldMk cId="2758378524" sldId="370"/>
        </pc:sldMkLst>
      </pc:sldChg>
      <pc:sldChg chg="add">
        <pc:chgData name="Livia Scorza" userId="111f9cb8-3b00-47fc-bb12-3e5209207956" providerId="ADAL" clId="{C9E0D77B-DD32-4814-AD42-085CC17914DA}" dt="2026-10-19T11:53:54.861" v="6613"/>
        <pc:sldMkLst>
          <pc:docMk/>
          <pc:sldMk cId="3335280541" sldId="372"/>
        </pc:sldMkLst>
      </pc:sldChg>
      <pc:sldChg chg="add">
        <pc:chgData name="Livia Scorza" userId="111f9cb8-3b00-47fc-bb12-3e5209207956" providerId="ADAL" clId="{C9E0D77B-DD32-4814-AD42-085CC17914DA}" dt="2026-10-19T11:55:46.754" v="6616"/>
        <pc:sldMkLst>
          <pc:docMk/>
          <pc:sldMk cId="2104654681" sldId="388"/>
        </pc:sldMkLst>
      </pc:sldChg>
      <pc:sldMasterChg chg="delSldLayout">
        <pc:chgData name="Livia Scorza" userId="111f9cb8-3b00-47fc-bb12-3e5209207956" providerId="ADAL" clId="{C9E0D77B-DD32-4814-AD42-085CC17914DA}" dt="2026-10-19T11:18:34.083" v="5499" actId="47"/>
        <pc:sldMasterMkLst>
          <pc:docMk/>
          <pc:sldMasterMk cId="0" sldId="2147483690"/>
        </pc:sldMasterMkLst>
      </pc:sldMasterChg>
    </pc:docChg>
  </pc:docChgLst>
  <pc:docChgLst>
    <pc:chgData name="Juliana Rodriguez Cubillos" userId="S::s2531396@ed.ac.uk::0c6f9f27-d47b-4e7a-a25c-efe9aec00c33" providerId="AD" clId="Web-{B4E16298-8781-37E1-9486-FC3965C90F59}"/>
    <pc:docChg chg="modSld">
      <pc:chgData name="Juliana Rodriguez Cubillos" userId="S::s2531396@ed.ac.uk::0c6f9f27-d47b-4e7a-a25c-efe9aec00c33" providerId="AD" clId="Web-{B4E16298-8781-37E1-9486-FC3965C90F59}" dt="2026-10-28T12:19:39.367" v="1"/>
      <pc:docMkLst>
        <pc:docMk/>
      </pc:docMkLst>
      <pc:sldChg chg="modSp">
        <pc:chgData name="Juliana Rodriguez Cubillos" userId="S::s2531396@ed.ac.uk::0c6f9f27-d47b-4e7a-a25c-efe9aec00c33" providerId="AD" clId="Web-{B4E16298-8781-37E1-9486-FC3965C90F59}" dt="2026-10-28T12:18:55.865" v="0" actId="14100"/>
        <pc:sldMkLst>
          <pc:docMk/>
          <pc:sldMk cId="3551033009" sldId="358"/>
        </pc:sldMkLst>
        <pc:cxnChg chg="mod">
          <ac:chgData name="Juliana Rodriguez Cubillos" userId="S::s2531396@ed.ac.uk::0c6f9f27-d47b-4e7a-a25c-efe9aec00c33" providerId="AD" clId="Web-{B4E16298-8781-37E1-9486-FC3965C90F59}" dt="2026-10-28T12:18:55.865" v="0" actId="14100"/>
          <ac:cxnSpMkLst>
            <pc:docMk/>
            <pc:sldMk cId="3551033009" sldId="358"/>
            <ac:cxnSpMk id="10" creationId="{015E7A02-4E4D-932F-762F-57918B4CE6B6}"/>
          </ac:cxnSpMkLst>
        </pc:cxnChg>
      </pc:sldChg>
      <pc:sldChg chg="mod modShow">
        <pc:chgData name="Juliana Rodriguez Cubillos" userId="S::s2531396@ed.ac.uk::0c6f9f27-d47b-4e7a-a25c-efe9aec00c33" providerId="AD" clId="Web-{B4E16298-8781-37E1-9486-FC3965C90F59}" dt="2026-10-28T12:19:39.367" v="1"/>
        <pc:sldMkLst>
          <pc:docMk/>
          <pc:sldMk cId="2228796977" sldId="394"/>
        </pc:sldMkLst>
      </pc:sldChg>
    </pc:docChg>
  </pc:docChgLst>
  <pc:docChgLst>
    <pc:chgData name="Juliana Rodriguez Cubillos" userId="S::s2531396@ed.ac.uk::0c6f9f27-d47b-4e7a-a25c-efe9aec00c33" providerId="AD" clId="Web-{4117055F-0718-67A9-9AF2-C7ECE42094F6}"/>
    <pc:docChg chg="addSld modSld">
      <pc:chgData name="Juliana Rodriguez Cubillos" userId="S::s2531396@ed.ac.uk::0c6f9f27-d47b-4e7a-a25c-efe9aec00c33" providerId="AD" clId="Web-{4117055F-0718-67A9-9AF2-C7ECE42094F6}" dt="2026-10-25T23:42:41.892" v="191" actId="1076"/>
      <pc:docMkLst>
        <pc:docMk/>
      </pc:docMkLst>
      <pc:sldChg chg="addSp modSp">
        <pc:chgData name="Juliana Rodriguez Cubillos" userId="S::s2531396@ed.ac.uk::0c6f9f27-d47b-4e7a-a25c-efe9aec00c33" providerId="AD" clId="Web-{4117055F-0718-67A9-9AF2-C7ECE42094F6}" dt="2026-10-25T16:46:52.780" v="26" actId="1076"/>
        <pc:sldMkLst>
          <pc:docMk/>
          <pc:sldMk cId="0" sldId="266"/>
        </pc:sldMkLst>
        <pc:spChg chg="mod">
          <ac:chgData name="Juliana Rodriguez Cubillos" userId="S::s2531396@ed.ac.uk::0c6f9f27-d47b-4e7a-a25c-efe9aec00c33" providerId="AD" clId="Web-{4117055F-0718-67A9-9AF2-C7ECE42094F6}" dt="2026-10-25T16:45:59.513" v="14" actId="1076"/>
          <ac:spMkLst>
            <pc:docMk/>
            <pc:sldMk cId="0" sldId="266"/>
            <ac:spMk id="266" creationId="{00000000-0000-0000-0000-000000000000}"/>
          </ac:spMkLst>
        </pc:spChg>
      </pc:sldChg>
      <pc:sldChg chg="modSp">
        <pc:chgData name="Juliana Rodriguez Cubillos" userId="S::s2531396@ed.ac.uk::0c6f9f27-d47b-4e7a-a25c-efe9aec00c33" providerId="AD" clId="Web-{4117055F-0718-67A9-9AF2-C7ECE42094F6}" dt="2026-10-25T16:49:43.393" v="41" actId="1076"/>
        <pc:sldMkLst>
          <pc:docMk/>
          <pc:sldMk cId="0" sldId="268"/>
        </pc:sldMkLst>
        <pc:spChg chg="mod">
          <ac:chgData name="Juliana Rodriguez Cubillos" userId="S::s2531396@ed.ac.uk::0c6f9f27-d47b-4e7a-a25c-efe9aec00c33" providerId="AD" clId="Web-{4117055F-0718-67A9-9AF2-C7ECE42094F6}" dt="2026-10-25T16:49:27.893" v="40" actId="1076"/>
          <ac:spMkLst>
            <pc:docMk/>
            <pc:sldMk cId="0" sldId="268"/>
            <ac:spMk id="280" creationId="{00000000-0000-0000-0000-000000000000}"/>
          </ac:spMkLst>
        </pc:spChg>
        <pc:graphicFrameChg chg="mod">
          <ac:chgData name="Juliana Rodriguez Cubillos" userId="S::s2531396@ed.ac.uk::0c6f9f27-d47b-4e7a-a25c-efe9aec00c33" providerId="AD" clId="Web-{4117055F-0718-67A9-9AF2-C7ECE42094F6}" dt="2026-10-25T16:49:43.393" v="41" actId="1076"/>
          <ac:graphicFrameMkLst>
            <pc:docMk/>
            <pc:sldMk cId="0" sldId="268"/>
            <ac:graphicFrameMk id="2" creationId="{00000000-0000-0000-0000-000000000000}"/>
          </ac:graphicFrameMkLst>
        </pc:graphicFrameChg>
      </pc:sldChg>
      <pc:sldChg chg="addSp delSp modSp">
        <pc:chgData name="Juliana Rodriguez Cubillos" userId="S::s2531396@ed.ac.uk::0c6f9f27-d47b-4e7a-a25c-efe9aec00c33" providerId="AD" clId="Web-{4117055F-0718-67A9-9AF2-C7ECE42094F6}" dt="2026-10-25T16:53:07.882" v="60" actId="1076"/>
        <pc:sldMkLst>
          <pc:docMk/>
          <pc:sldMk cId="0" sldId="270"/>
        </pc:sldMkLst>
        <pc:spChg chg="add mod">
          <ac:chgData name="Juliana Rodriguez Cubillos" userId="S::s2531396@ed.ac.uk::0c6f9f27-d47b-4e7a-a25c-efe9aec00c33" providerId="AD" clId="Web-{4117055F-0718-67A9-9AF2-C7ECE42094F6}" dt="2026-10-25T16:53:07.882" v="60" actId="1076"/>
          <ac:spMkLst>
            <pc:docMk/>
            <pc:sldMk cId="0" sldId="270"/>
            <ac:spMk id="10" creationId="{56F5B33B-73C0-0E9E-10BA-50CCA136D2DC}"/>
          </ac:spMkLst>
        </pc:spChg>
        <pc:picChg chg="add mod">
          <ac:chgData name="Juliana Rodriguez Cubillos" userId="S::s2531396@ed.ac.uk::0c6f9f27-d47b-4e7a-a25c-efe9aec00c33" providerId="AD" clId="Web-{4117055F-0718-67A9-9AF2-C7ECE42094F6}" dt="2026-10-25T16:52:32.054" v="51" actId="1076"/>
          <ac:picMkLst>
            <pc:docMk/>
            <pc:sldMk cId="0" sldId="270"/>
            <ac:picMk id="9" creationId="{B6D951F6-EC1B-5BBE-69A5-535DA19B8010}"/>
          </ac:picMkLst>
        </pc:picChg>
      </pc:sldChg>
      <pc:sldChg chg="addSp modSp">
        <pc:chgData name="Juliana Rodriguez Cubillos" userId="S::s2531396@ed.ac.uk::0c6f9f27-d47b-4e7a-a25c-efe9aec00c33" providerId="AD" clId="Web-{4117055F-0718-67A9-9AF2-C7ECE42094F6}" dt="2026-10-25T16:54:37.994" v="71" actId="1076"/>
        <pc:sldMkLst>
          <pc:docMk/>
          <pc:sldMk cId="0" sldId="272"/>
        </pc:sldMkLst>
        <pc:spChg chg="mod">
          <ac:chgData name="Juliana Rodriguez Cubillos" userId="S::s2531396@ed.ac.uk::0c6f9f27-d47b-4e7a-a25c-efe9aec00c33" providerId="AD" clId="Web-{4117055F-0718-67A9-9AF2-C7ECE42094F6}" dt="2026-10-25T16:54:25.728" v="69" actId="20577"/>
          <ac:spMkLst>
            <pc:docMk/>
            <pc:sldMk cId="0" sldId="272"/>
            <ac:spMk id="310" creationId="{00000000-0000-0000-0000-000000000000}"/>
          </ac:spMkLst>
        </pc:spChg>
        <pc:picChg chg="add mod">
          <ac:chgData name="Juliana Rodriguez Cubillos" userId="S::s2531396@ed.ac.uk::0c6f9f27-d47b-4e7a-a25c-efe9aec00c33" providerId="AD" clId="Web-{4117055F-0718-67A9-9AF2-C7ECE42094F6}" dt="2026-10-25T16:54:37.994" v="71" actId="1076"/>
          <ac:picMkLst>
            <pc:docMk/>
            <pc:sldMk cId="0" sldId="272"/>
            <ac:picMk id="8" creationId="{3D364355-3476-3975-8347-0B727F95DA95}"/>
          </ac:picMkLst>
        </pc:picChg>
      </pc:sldChg>
      <pc:sldChg chg="addSp modSp">
        <pc:chgData name="Juliana Rodriguez Cubillos" userId="S::s2531396@ed.ac.uk::0c6f9f27-d47b-4e7a-a25c-efe9aec00c33" providerId="AD" clId="Web-{4117055F-0718-67A9-9AF2-C7ECE42094F6}" dt="2026-10-25T16:49:13.080" v="39" actId="14100"/>
        <pc:sldMkLst>
          <pc:docMk/>
          <pc:sldMk cId="550699655" sldId="275"/>
        </pc:sldMkLst>
        <pc:spChg chg="add mod">
          <ac:chgData name="Juliana Rodriguez Cubillos" userId="S::s2531396@ed.ac.uk::0c6f9f27-d47b-4e7a-a25c-efe9aec00c33" providerId="AD" clId="Web-{4117055F-0718-67A9-9AF2-C7ECE42094F6}" dt="2026-10-25T16:48:59.830" v="33" actId="1076"/>
          <ac:spMkLst>
            <pc:docMk/>
            <pc:sldMk cId="550699655" sldId="275"/>
            <ac:spMk id="2" creationId="{87FE6A70-389D-91E1-4D64-9CEB94E3605A}"/>
          </ac:spMkLst>
        </pc:spChg>
        <pc:spChg chg="add mod">
          <ac:chgData name="Juliana Rodriguez Cubillos" userId="S::s2531396@ed.ac.uk::0c6f9f27-d47b-4e7a-a25c-efe9aec00c33" providerId="AD" clId="Web-{4117055F-0718-67A9-9AF2-C7ECE42094F6}" dt="2026-10-25T16:49:07.283" v="36" actId="14100"/>
          <ac:spMkLst>
            <pc:docMk/>
            <pc:sldMk cId="550699655" sldId="275"/>
            <ac:spMk id="9" creationId="{505F31FF-5FF1-98EF-06F2-B49783CE6E44}"/>
          </ac:spMkLst>
        </pc:spChg>
        <pc:spChg chg="add mod">
          <ac:chgData name="Juliana Rodriguez Cubillos" userId="S::s2531396@ed.ac.uk::0c6f9f27-d47b-4e7a-a25c-efe9aec00c33" providerId="AD" clId="Web-{4117055F-0718-67A9-9AF2-C7ECE42094F6}" dt="2026-10-25T16:49:13.080" v="39" actId="14100"/>
          <ac:spMkLst>
            <pc:docMk/>
            <pc:sldMk cId="550699655" sldId="275"/>
            <ac:spMk id="10" creationId="{410D67DA-DE44-2169-62B7-D19792685744}"/>
          </ac:spMkLst>
        </pc:spChg>
      </pc:sldChg>
      <pc:sldChg chg="addSp delSp">
        <pc:chgData name="Juliana Rodriguez Cubillos" userId="S::s2531396@ed.ac.uk::0c6f9f27-d47b-4e7a-a25c-efe9aec00c33" providerId="AD" clId="Web-{4117055F-0718-67A9-9AF2-C7ECE42094F6}" dt="2026-10-25T17:31:14.796" v="104"/>
        <pc:sldMkLst>
          <pc:docMk/>
          <pc:sldMk cId="3206964297" sldId="279"/>
        </pc:sldMkLst>
        <pc:grpChg chg="add">
          <ac:chgData name="Juliana Rodriguez Cubillos" userId="S::s2531396@ed.ac.uk::0c6f9f27-d47b-4e7a-a25c-efe9aec00c33" providerId="AD" clId="Web-{4117055F-0718-67A9-9AF2-C7ECE42094F6}" dt="2026-10-25T17:31:14.796" v="104"/>
          <ac:grpSpMkLst>
            <pc:docMk/>
            <pc:sldMk cId="3206964297" sldId="279"/>
            <ac:grpSpMk id="14" creationId="{37E61DA3-FD21-48C6-C6BC-250E45E60EF7}"/>
          </ac:grpSpMkLst>
        </pc:grpChg>
      </pc:sldChg>
      <pc:sldChg chg="addSp delSp">
        <pc:chgData name="Juliana Rodriguez Cubillos" userId="S::s2531396@ed.ac.uk::0c6f9f27-d47b-4e7a-a25c-efe9aec00c33" providerId="AD" clId="Web-{4117055F-0718-67A9-9AF2-C7ECE42094F6}" dt="2026-10-25T17:31:20.843" v="106"/>
        <pc:sldMkLst>
          <pc:docMk/>
          <pc:sldMk cId="941964601" sldId="280"/>
        </pc:sldMkLst>
        <pc:grpChg chg="add">
          <ac:chgData name="Juliana Rodriguez Cubillos" userId="S::s2531396@ed.ac.uk::0c6f9f27-d47b-4e7a-a25c-efe9aec00c33" providerId="AD" clId="Web-{4117055F-0718-67A9-9AF2-C7ECE42094F6}" dt="2026-10-25T17:31:20.843" v="106"/>
          <ac:grpSpMkLst>
            <pc:docMk/>
            <pc:sldMk cId="941964601" sldId="280"/>
            <ac:grpSpMk id="22" creationId="{2AE777BD-5AFA-B6D0-130F-470D5F36B918}"/>
          </ac:grpSpMkLst>
        </pc:grpChg>
      </pc:sldChg>
      <pc:sldChg chg="addSp delSp">
        <pc:chgData name="Juliana Rodriguez Cubillos" userId="S::s2531396@ed.ac.uk::0c6f9f27-d47b-4e7a-a25c-efe9aec00c33" providerId="AD" clId="Web-{4117055F-0718-67A9-9AF2-C7ECE42094F6}" dt="2026-10-25T17:31:27.047" v="108"/>
        <pc:sldMkLst>
          <pc:docMk/>
          <pc:sldMk cId="366270624" sldId="281"/>
        </pc:sldMkLst>
        <pc:grpChg chg="add">
          <ac:chgData name="Juliana Rodriguez Cubillos" userId="S::s2531396@ed.ac.uk::0c6f9f27-d47b-4e7a-a25c-efe9aec00c33" providerId="AD" clId="Web-{4117055F-0718-67A9-9AF2-C7ECE42094F6}" dt="2026-10-25T17:31:27.047" v="108"/>
          <ac:grpSpMkLst>
            <pc:docMk/>
            <pc:sldMk cId="366270624" sldId="281"/>
            <ac:grpSpMk id="26" creationId="{AC2550DD-0598-7857-15A8-65FB1BBCC42D}"/>
          </ac:grpSpMkLst>
        </pc:grpChg>
      </pc:sldChg>
      <pc:sldChg chg="addSp delSp modSp">
        <pc:chgData name="Juliana Rodriguez Cubillos" userId="S::s2531396@ed.ac.uk::0c6f9f27-d47b-4e7a-a25c-efe9aec00c33" providerId="AD" clId="Web-{4117055F-0718-67A9-9AF2-C7ECE42094F6}" dt="2026-10-25T17:29:59.727" v="92"/>
        <pc:sldMkLst>
          <pc:docMk/>
          <pc:sldMk cId="0" sldId="283"/>
        </pc:sldMkLst>
        <pc:spChg chg="mod">
          <ac:chgData name="Juliana Rodriguez Cubillos" userId="S::s2531396@ed.ac.uk::0c6f9f27-d47b-4e7a-a25c-efe9aec00c33" providerId="AD" clId="Web-{4117055F-0718-67A9-9AF2-C7ECE42094F6}" dt="2026-10-25T16:58:10.796" v="74" actId="20577"/>
          <ac:spMkLst>
            <pc:docMk/>
            <pc:sldMk cId="0" sldId="283"/>
            <ac:spMk id="399" creationId="{00000000-0000-0000-0000-000000000000}"/>
          </ac:spMkLst>
        </pc:spChg>
        <pc:grpChg chg="add">
          <ac:chgData name="Juliana Rodriguez Cubillos" userId="S::s2531396@ed.ac.uk::0c6f9f27-d47b-4e7a-a25c-efe9aec00c33" providerId="AD" clId="Web-{4117055F-0718-67A9-9AF2-C7ECE42094F6}" dt="2026-10-25T17:29:59.727" v="92"/>
          <ac:grpSpMkLst>
            <pc:docMk/>
            <pc:sldMk cId="0" sldId="283"/>
            <ac:grpSpMk id="47" creationId="{46676FE3-7E36-DF26-BD8A-BE1A8C896F6F}"/>
          </ac:grpSpMkLst>
        </pc:grpChg>
        <pc:graphicFrameChg chg="modGraphic">
          <ac:chgData name="Juliana Rodriguez Cubillos" userId="S::s2531396@ed.ac.uk::0c6f9f27-d47b-4e7a-a25c-efe9aec00c33" providerId="AD" clId="Web-{4117055F-0718-67A9-9AF2-C7ECE42094F6}" dt="2026-10-25T16:58:54.109" v="76" actId="20577"/>
          <ac:graphicFrameMkLst>
            <pc:docMk/>
            <pc:sldMk cId="0" sldId="283"/>
            <ac:graphicFrameMk id="4" creationId="{00000000-0000-0000-0000-000000000000}"/>
          </ac:graphicFrameMkLst>
        </pc:graphicFrameChg>
      </pc:sldChg>
      <pc:sldChg chg="modSp">
        <pc:chgData name="Juliana Rodriguez Cubillos" userId="S::s2531396@ed.ac.uk::0c6f9f27-d47b-4e7a-a25c-efe9aec00c33" providerId="AD" clId="Web-{4117055F-0718-67A9-9AF2-C7ECE42094F6}" dt="2026-10-25T17:29:41.726" v="90" actId="1076"/>
        <pc:sldMkLst>
          <pc:docMk/>
          <pc:sldMk cId="0" sldId="284"/>
        </pc:sldMkLst>
        <pc:spChg chg="mod">
          <ac:chgData name="Juliana Rodriguez Cubillos" userId="S::s2531396@ed.ac.uk::0c6f9f27-d47b-4e7a-a25c-efe9aec00c33" providerId="AD" clId="Web-{4117055F-0718-67A9-9AF2-C7ECE42094F6}" dt="2026-10-25T17:29:41.726" v="90" actId="1076"/>
          <ac:spMkLst>
            <pc:docMk/>
            <pc:sldMk cId="0" sldId="284"/>
            <ac:spMk id="6" creationId="{5FF9446D-090B-3B2C-64BC-E1C6095DD2CA}"/>
          </ac:spMkLst>
        </pc:spChg>
      </pc:sldChg>
      <pc:sldChg chg="addSp delSp">
        <pc:chgData name="Juliana Rodriguez Cubillos" userId="S::s2531396@ed.ac.uk::0c6f9f27-d47b-4e7a-a25c-efe9aec00c33" providerId="AD" clId="Web-{4117055F-0718-67A9-9AF2-C7ECE42094F6}" dt="2026-10-25T17:30:03.009" v="93"/>
        <pc:sldMkLst>
          <pc:docMk/>
          <pc:sldMk cId="0" sldId="285"/>
        </pc:sldMkLst>
        <pc:grpChg chg="add">
          <ac:chgData name="Juliana Rodriguez Cubillos" userId="S::s2531396@ed.ac.uk::0c6f9f27-d47b-4e7a-a25c-efe9aec00c33" providerId="AD" clId="Web-{4117055F-0718-67A9-9AF2-C7ECE42094F6}" dt="2026-10-25T17:30:03.009" v="93"/>
          <ac:grpSpMkLst>
            <pc:docMk/>
            <pc:sldMk cId="0" sldId="285"/>
            <ac:grpSpMk id="14" creationId="{992E18D1-DAEA-EC2F-0BBC-C5C09AE772D7}"/>
          </ac:grpSpMkLst>
        </pc:grpChg>
      </pc:sldChg>
      <pc:sldChg chg="addSp">
        <pc:chgData name="Juliana Rodriguez Cubillos" userId="S::s2531396@ed.ac.uk::0c6f9f27-d47b-4e7a-a25c-efe9aec00c33" providerId="AD" clId="Web-{4117055F-0718-67A9-9AF2-C7ECE42094F6}" dt="2026-10-25T17:30:05.462" v="94"/>
        <pc:sldMkLst>
          <pc:docMk/>
          <pc:sldMk cId="0" sldId="286"/>
        </pc:sldMkLst>
        <pc:grpChg chg="add">
          <ac:chgData name="Juliana Rodriguez Cubillos" userId="S::s2531396@ed.ac.uk::0c6f9f27-d47b-4e7a-a25c-efe9aec00c33" providerId="AD" clId="Web-{4117055F-0718-67A9-9AF2-C7ECE42094F6}" dt="2026-10-25T17:30:05.462" v="94"/>
          <ac:grpSpMkLst>
            <pc:docMk/>
            <pc:sldMk cId="0" sldId="286"/>
            <ac:grpSpMk id="8" creationId="{FC872225-0183-83AB-A6C6-9D726200DAFE}"/>
          </ac:grpSpMkLst>
        </pc:grpChg>
      </pc:sldChg>
      <pc:sldChg chg="addSp delSp">
        <pc:chgData name="Juliana Rodriguez Cubillos" userId="S::s2531396@ed.ac.uk::0c6f9f27-d47b-4e7a-a25c-efe9aec00c33" providerId="AD" clId="Web-{4117055F-0718-67A9-9AF2-C7ECE42094F6}" dt="2026-10-25T17:30:17.260" v="96"/>
        <pc:sldMkLst>
          <pc:docMk/>
          <pc:sldMk cId="0" sldId="287"/>
        </pc:sldMkLst>
        <pc:grpChg chg="add">
          <ac:chgData name="Juliana Rodriguez Cubillos" userId="S::s2531396@ed.ac.uk::0c6f9f27-d47b-4e7a-a25c-efe9aec00c33" providerId="AD" clId="Web-{4117055F-0718-67A9-9AF2-C7ECE42094F6}" dt="2026-10-25T17:30:17.260" v="96"/>
          <ac:grpSpMkLst>
            <pc:docMk/>
            <pc:sldMk cId="0" sldId="287"/>
            <ac:grpSpMk id="14" creationId="{57198F9E-675A-06E8-B402-BB350F7D9C5A}"/>
          </ac:grpSpMkLst>
        </pc:grpChg>
      </pc:sldChg>
      <pc:sldChg chg="addSp delSp">
        <pc:chgData name="Juliana Rodriguez Cubillos" userId="S::s2531396@ed.ac.uk::0c6f9f27-d47b-4e7a-a25c-efe9aec00c33" providerId="AD" clId="Web-{4117055F-0718-67A9-9AF2-C7ECE42094F6}" dt="2026-10-25T17:30:49.372" v="98"/>
        <pc:sldMkLst>
          <pc:docMk/>
          <pc:sldMk cId="0" sldId="288"/>
        </pc:sldMkLst>
        <pc:grpChg chg="add">
          <ac:chgData name="Juliana Rodriguez Cubillos" userId="S::s2531396@ed.ac.uk::0c6f9f27-d47b-4e7a-a25c-efe9aec00c33" providerId="AD" clId="Web-{4117055F-0718-67A9-9AF2-C7ECE42094F6}" dt="2026-10-25T17:30:49.372" v="98"/>
          <ac:grpSpMkLst>
            <pc:docMk/>
            <pc:sldMk cId="0" sldId="288"/>
            <ac:grpSpMk id="14" creationId="{6B26B185-21A1-C672-6558-FBE39E8B6A03}"/>
          </ac:grpSpMkLst>
        </pc:grpChg>
      </pc:sldChg>
      <pc:sldChg chg="addSp delSp">
        <pc:chgData name="Juliana Rodriguez Cubillos" userId="S::s2531396@ed.ac.uk::0c6f9f27-d47b-4e7a-a25c-efe9aec00c33" providerId="AD" clId="Web-{4117055F-0718-67A9-9AF2-C7ECE42094F6}" dt="2026-10-25T17:30:57.388" v="100"/>
        <pc:sldMkLst>
          <pc:docMk/>
          <pc:sldMk cId="0" sldId="289"/>
        </pc:sldMkLst>
        <pc:grpChg chg="add">
          <ac:chgData name="Juliana Rodriguez Cubillos" userId="S::s2531396@ed.ac.uk::0c6f9f27-d47b-4e7a-a25c-efe9aec00c33" providerId="AD" clId="Web-{4117055F-0718-67A9-9AF2-C7ECE42094F6}" dt="2026-10-25T17:30:57.388" v="100"/>
          <ac:grpSpMkLst>
            <pc:docMk/>
            <pc:sldMk cId="0" sldId="289"/>
            <ac:grpSpMk id="41" creationId="{B84A9F8D-1AA7-5726-7187-7E6280303B1E}"/>
          </ac:grpSpMkLst>
        </pc:grpChg>
      </pc:sldChg>
      <pc:sldChg chg="addSp delSp">
        <pc:chgData name="Juliana Rodriguez Cubillos" userId="S::s2531396@ed.ac.uk::0c6f9f27-d47b-4e7a-a25c-efe9aec00c33" providerId="AD" clId="Web-{4117055F-0718-67A9-9AF2-C7ECE42094F6}" dt="2026-10-25T17:31:04.295" v="102"/>
        <pc:sldMkLst>
          <pc:docMk/>
          <pc:sldMk cId="0" sldId="290"/>
        </pc:sldMkLst>
        <pc:grpChg chg="add">
          <ac:chgData name="Juliana Rodriguez Cubillos" userId="S::s2531396@ed.ac.uk::0c6f9f27-d47b-4e7a-a25c-efe9aec00c33" providerId="AD" clId="Web-{4117055F-0718-67A9-9AF2-C7ECE42094F6}" dt="2026-10-25T17:31:04.295" v="102"/>
          <ac:grpSpMkLst>
            <pc:docMk/>
            <pc:sldMk cId="0" sldId="290"/>
            <ac:grpSpMk id="14" creationId="{78B48034-9AA6-C821-54B4-5F802CFF8E3F}"/>
          </ac:grpSpMkLst>
        </pc:grpChg>
      </pc:sldChg>
      <pc:sldChg chg="modSp">
        <pc:chgData name="Juliana Rodriguez Cubillos" userId="S::s2531396@ed.ac.uk::0c6f9f27-d47b-4e7a-a25c-efe9aec00c33" providerId="AD" clId="Web-{4117055F-0718-67A9-9AF2-C7ECE42094F6}" dt="2026-10-25T23:06:00.585" v="123" actId="20577"/>
        <pc:sldMkLst>
          <pc:docMk/>
          <pc:sldMk cId="0" sldId="292"/>
        </pc:sldMkLst>
        <pc:spChg chg="mod">
          <ac:chgData name="Juliana Rodriguez Cubillos" userId="S::s2531396@ed.ac.uk::0c6f9f27-d47b-4e7a-a25c-efe9aec00c33" providerId="AD" clId="Web-{4117055F-0718-67A9-9AF2-C7ECE42094F6}" dt="2026-10-25T17:29:11.005" v="86" actId="1076"/>
          <ac:spMkLst>
            <pc:docMk/>
            <pc:sldMk cId="0" sldId="292"/>
            <ac:spMk id="6" creationId="{77225040-F236-10B1-8C42-D3EA547AA259}"/>
          </ac:spMkLst>
        </pc:spChg>
        <pc:spChg chg="mod">
          <ac:chgData name="Juliana Rodriguez Cubillos" userId="S::s2531396@ed.ac.uk::0c6f9f27-d47b-4e7a-a25c-efe9aec00c33" providerId="AD" clId="Web-{4117055F-0718-67A9-9AF2-C7ECE42094F6}" dt="2026-10-25T23:06:00.585" v="123" actId="20577"/>
          <ac:spMkLst>
            <pc:docMk/>
            <pc:sldMk cId="0" sldId="292"/>
            <ac:spMk id="525" creationId="{00000000-0000-0000-0000-000000000000}"/>
          </ac:spMkLst>
        </pc:spChg>
        <pc:grpChg chg="mod">
          <ac:chgData name="Juliana Rodriguez Cubillos" userId="S::s2531396@ed.ac.uk::0c6f9f27-d47b-4e7a-a25c-efe9aec00c33" providerId="AD" clId="Web-{4117055F-0718-67A9-9AF2-C7ECE42094F6}" dt="2026-10-25T17:29:01.129" v="85" actId="1076"/>
          <ac:grpSpMkLst>
            <pc:docMk/>
            <pc:sldMk cId="0" sldId="292"/>
            <ac:grpSpMk id="3" creationId="{730FD7D6-EB42-A277-5BB8-62FB58DBA9C0}"/>
          </ac:grpSpMkLst>
        </pc:grpChg>
      </pc:sldChg>
      <pc:sldChg chg="modSp">
        <pc:chgData name="Juliana Rodriguez Cubillos" userId="S::s2531396@ed.ac.uk::0c6f9f27-d47b-4e7a-a25c-efe9aec00c33" providerId="AD" clId="Web-{4117055F-0718-67A9-9AF2-C7ECE42094F6}" dt="2026-10-25T16:48:10.219" v="29" actId="20577"/>
        <pc:sldMkLst>
          <pc:docMk/>
          <pc:sldMk cId="1970287649" sldId="300"/>
        </pc:sldMkLst>
        <pc:spChg chg="mod">
          <ac:chgData name="Juliana Rodriguez Cubillos" userId="S::s2531396@ed.ac.uk::0c6f9f27-d47b-4e7a-a25c-efe9aec00c33" providerId="AD" clId="Web-{4117055F-0718-67A9-9AF2-C7ECE42094F6}" dt="2026-10-25T16:48:10.219" v="29" actId="20577"/>
          <ac:spMkLst>
            <pc:docMk/>
            <pc:sldMk cId="1970287649" sldId="300"/>
            <ac:spMk id="598" creationId="{00000000-0000-0000-0000-000000000000}"/>
          </ac:spMkLst>
        </pc:spChg>
      </pc:sldChg>
      <pc:sldChg chg="modSp">
        <pc:chgData name="Juliana Rodriguez Cubillos" userId="S::s2531396@ed.ac.uk::0c6f9f27-d47b-4e7a-a25c-efe9aec00c33" providerId="AD" clId="Web-{4117055F-0718-67A9-9AF2-C7ECE42094F6}" dt="2026-10-25T16:50:56.583" v="46" actId="20577"/>
        <pc:sldMkLst>
          <pc:docMk/>
          <pc:sldMk cId="83113115" sldId="354"/>
        </pc:sldMkLst>
        <pc:spChg chg="mod">
          <ac:chgData name="Juliana Rodriguez Cubillos" userId="S::s2531396@ed.ac.uk::0c6f9f27-d47b-4e7a-a25c-efe9aec00c33" providerId="AD" clId="Web-{4117055F-0718-67A9-9AF2-C7ECE42094F6}" dt="2026-10-25T16:50:56.583" v="46" actId="20577"/>
          <ac:spMkLst>
            <pc:docMk/>
            <pc:sldMk cId="83113115" sldId="354"/>
            <ac:spMk id="288" creationId="{00000000-0000-0000-0000-000000000000}"/>
          </ac:spMkLst>
        </pc:spChg>
      </pc:sldChg>
      <pc:sldChg chg="modSp">
        <pc:chgData name="Juliana Rodriguez Cubillos" userId="S::s2531396@ed.ac.uk::0c6f9f27-d47b-4e7a-a25c-efe9aec00c33" providerId="AD" clId="Web-{4117055F-0718-67A9-9AF2-C7ECE42094F6}" dt="2026-10-25T17:08:28.281" v="78" actId="1076"/>
        <pc:sldMkLst>
          <pc:docMk/>
          <pc:sldMk cId="3417469313" sldId="356"/>
        </pc:sldMkLst>
      </pc:sldChg>
      <pc:sldChg chg="addSp delSp">
        <pc:chgData name="Juliana Rodriguez Cubillos" userId="S::s2531396@ed.ac.uk::0c6f9f27-d47b-4e7a-a25c-efe9aec00c33" providerId="AD" clId="Web-{4117055F-0718-67A9-9AF2-C7ECE42094F6}" dt="2026-10-25T17:31:43.407" v="116"/>
        <pc:sldMkLst>
          <pc:docMk/>
          <pc:sldMk cId="3519578752" sldId="396"/>
        </pc:sldMkLst>
        <pc:grpChg chg="add">
          <ac:chgData name="Juliana Rodriguez Cubillos" userId="S::s2531396@ed.ac.uk::0c6f9f27-d47b-4e7a-a25c-efe9aec00c33" providerId="AD" clId="Web-{4117055F-0718-67A9-9AF2-C7ECE42094F6}" dt="2026-10-25T17:31:43.407" v="116"/>
          <ac:grpSpMkLst>
            <pc:docMk/>
            <pc:sldMk cId="3519578752" sldId="396"/>
            <ac:grpSpMk id="29" creationId="{25C51173-81AA-6751-A794-4CCBC92908F8}"/>
          </ac:grpSpMkLst>
        </pc:grpChg>
        <pc:picChg chg="add del">
          <ac:chgData name="Juliana Rodriguez Cubillos" userId="S::s2531396@ed.ac.uk::0c6f9f27-d47b-4e7a-a25c-efe9aec00c33" providerId="AD" clId="Web-{4117055F-0718-67A9-9AF2-C7ECE42094F6}" dt="2026-10-25T17:31:33.203" v="111"/>
          <ac:picMkLst>
            <pc:docMk/>
            <pc:sldMk cId="3519578752" sldId="396"/>
            <ac:picMk id="8" creationId="{B2B18FF4-7BAD-3657-E66A-D0617CCB2E00}"/>
          </ac:picMkLst>
        </pc:picChg>
      </pc:sldChg>
      <pc:sldChg chg="addSp modSp new mod setBg">
        <pc:chgData name="Juliana Rodriguez Cubillos" userId="S::s2531396@ed.ac.uk::0c6f9f27-d47b-4e7a-a25c-efe9aec00c33" providerId="AD" clId="Web-{4117055F-0718-67A9-9AF2-C7ECE42094F6}" dt="2026-10-25T23:42:41.892" v="191" actId="1076"/>
        <pc:sldMkLst>
          <pc:docMk/>
          <pc:sldMk cId="1157035217" sldId="398"/>
        </pc:sldMkLst>
        <pc:spChg chg="mod">
          <ac:chgData name="Juliana Rodriguez Cubillos" userId="S::s2531396@ed.ac.uk::0c6f9f27-d47b-4e7a-a25c-efe9aec00c33" providerId="AD" clId="Web-{4117055F-0718-67A9-9AF2-C7ECE42094F6}" dt="2026-10-25T23:42:22.079" v="186" actId="20577"/>
          <ac:spMkLst>
            <pc:docMk/>
            <pc:sldMk cId="1157035217" sldId="398"/>
            <ac:spMk id="2" creationId="{3E8C0BA1-A897-6D67-A4D6-FFE92D4E9CAD}"/>
          </ac:spMkLst>
        </pc:spChg>
        <pc:spChg chg="mod">
          <ac:chgData name="Juliana Rodriguez Cubillos" userId="S::s2531396@ed.ac.uk::0c6f9f27-d47b-4e7a-a25c-efe9aec00c33" providerId="AD" clId="Web-{4117055F-0718-67A9-9AF2-C7ECE42094F6}" dt="2026-10-25T23:42:36.079" v="189" actId="1076"/>
          <ac:spMkLst>
            <pc:docMk/>
            <pc:sldMk cId="1157035217" sldId="398"/>
            <ac:spMk id="3" creationId="{806EAF5C-2A77-86D3-CC83-1F67160A3A94}"/>
          </ac:spMkLst>
        </pc:spChg>
        <pc:spChg chg="add ord">
          <ac:chgData name="Juliana Rodriguez Cubillos" userId="S::s2531396@ed.ac.uk::0c6f9f27-d47b-4e7a-a25c-efe9aec00c33" providerId="AD" clId="Web-{4117055F-0718-67A9-9AF2-C7ECE42094F6}" dt="2026-10-25T23:42:06.702" v="184"/>
          <ac:spMkLst>
            <pc:docMk/>
            <pc:sldMk cId="1157035217" sldId="398"/>
            <ac:spMk id="8" creationId="{73612F8D-386C-4AC4-14C2-C73AA56291A0}"/>
          </ac:spMkLst>
        </pc:spChg>
        <pc:picChg chg="add mod modCrop">
          <ac:chgData name="Juliana Rodriguez Cubillos" userId="S::s2531396@ed.ac.uk::0c6f9f27-d47b-4e7a-a25c-efe9aec00c33" providerId="AD" clId="Web-{4117055F-0718-67A9-9AF2-C7ECE42094F6}" dt="2026-10-25T23:42:30.892" v="188" actId="1076"/>
          <ac:picMkLst>
            <pc:docMk/>
            <pc:sldMk cId="1157035217" sldId="398"/>
            <ac:picMk id="5" creationId="{E2AB879F-5E48-3031-7546-0A5277DDD1C8}"/>
          </ac:picMkLst>
        </pc:picChg>
        <pc:picChg chg="add mod">
          <ac:chgData name="Juliana Rodriguez Cubillos" userId="S::s2531396@ed.ac.uk::0c6f9f27-d47b-4e7a-a25c-efe9aec00c33" providerId="AD" clId="Web-{4117055F-0718-67A9-9AF2-C7ECE42094F6}" dt="2026-10-25T23:42:41.892" v="191" actId="1076"/>
          <ac:picMkLst>
            <pc:docMk/>
            <pc:sldMk cId="1157035217" sldId="398"/>
            <ac:picMk id="6" creationId="{266E8EA3-1701-64EB-F290-569D93991452}"/>
          </ac:picMkLst>
        </pc:picChg>
      </pc:sldChg>
    </pc:docChg>
  </pc:docChgLst>
  <pc:docChgLst>
    <pc:chgData name="Juliana Rodriguez Cubillos" userId="S::s2531396@ed.ac.uk::0c6f9f27-d47b-4e7a-a25c-efe9aec00c33" providerId="AD" clId="Web-{C2737D83-3E6D-E9D9-6109-1965E250F883}"/>
    <pc:docChg chg="modSld">
      <pc:chgData name="Juliana Rodriguez Cubillos" userId="S::s2531396@ed.ac.uk::0c6f9f27-d47b-4e7a-a25c-efe9aec00c33" providerId="AD" clId="Web-{C2737D83-3E6D-E9D9-6109-1965E250F883}" dt="2026-10-26T09:17:42.789" v="12"/>
      <pc:docMkLst>
        <pc:docMk/>
      </pc:docMkLst>
      <pc:sldChg chg="addSp modSp">
        <pc:chgData name="Juliana Rodriguez Cubillos" userId="S::s2531396@ed.ac.uk::0c6f9f27-d47b-4e7a-a25c-efe9aec00c33" providerId="AD" clId="Web-{C2737D83-3E6D-E9D9-6109-1965E250F883}" dt="2026-10-26T09:17:42.789" v="12"/>
        <pc:sldMkLst>
          <pc:docMk/>
          <pc:sldMk cId="0" sldId="256"/>
        </pc:sldMkLst>
        <pc:spChg chg="add mod">
          <ac:chgData name="Juliana Rodriguez Cubillos" userId="S::s2531396@ed.ac.uk::0c6f9f27-d47b-4e7a-a25c-efe9aec00c33" providerId="AD" clId="Web-{C2737D83-3E6D-E9D9-6109-1965E250F883}" dt="2026-10-26T09:17:42.789" v="12"/>
          <ac:spMkLst>
            <pc:docMk/>
            <pc:sldMk cId="0" sldId="256"/>
            <ac:spMk id="2" creationId="{FF9F6BE9-7D2E-33A1-210A-1B2674A49D8E}"/>
          </ac:spMkLst>
        </pc:spChg>
      </pc:sldChg>
    </pc:docChg>
  </pc:docChgLst>
  <pc:docChgLst>
    <pc:chgData name="Juliana Rodriguez Cubillos" userId="0c6f9f27-d47b-4e7a-a25c-efe9aec00c33" providerId="ADAL" clId="{58DD39B8-5BBA-512F-A88A-C25948A58E09}"/>
    <pc:docChg chg="undo redo custSel addSld delSld modSld sldOrd">
      <pc:chgData name="Juliana Rodriguez Cubillos" userId="0c6f9f27-d47b-4e7a-a25c-efe9aec00c33" providerId="ADAL" clId="{58DD39B8-5BBA-512F-A88A-C25948A58E09}" dt="2026-10-23T20:14:13.780" v="5329" actId="167"/>
      <pc:docMkLst>
        <pc:docMk/>
      </pc:docMkLst>
      <pc:sldChg chg="addSp delSp modSp mod">
        <pc:chgData name="Juliana Rodriguez Cubillos" userId="0c6f9f27-d47b-4e7a-a25c-efe9aec00c33" providerId="ADAL" clId="{58DD39B8-5BBA-512F-A88A-C25948A58E09}" dt="2026-10-23T15:50:27.235" v="4985" actId="478"/>
        <pc:sldMkLst>
          <pc:docMk/>
          <pc:sldMk cId="0" sldId="256"/>
        </pc:sldMkLst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57"/>
        </pc:sldMkLst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58"/>
        </pc:sldMkLst>
        <pc:spChg chg="mod">
          <ac:chgData name="Juliana Rodriguez Cubillos" userId="0c6f9f27-d47b-4e7a-a25c-efe9aec00c33" providerId="ADAL" clId="{58DD39B8-5BBA-512F-A88A-C25948A58E09}" dt="2026-10-23T15:43:32.316" v="4970" actId="3062"/>
          <ac:spMkLst>
            <pc:docMk/>
            <pc:sldMk cId="0" sldId="258"/>
            <ac:spMk id="171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0:06:32.414" v="148" actId="2711"/>
          <ac:spMkLst>
            <pc:docMk/>
            <pc:sldMk cId="0" sldId="258"/>
            <ac:spMk id="173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0:06:32.414" v="148" actId="2711"/>
          <ac:spMkLst>
            <pc:docMk/>
            <pc:sldMk cId="0" sldId="258"/>
            <ac:spMk id="179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0:06:32.414" v="148" actId="2711"/>
          <ac:spMkLst>
            <pc:docMk/>
            <pc:sldMk cId="0" sldId="258"/>
            <ac:spMk id="181" creationId="{00000000-0000-0000-0000-000000000000}"/>
          </ac:spMkLst>
        </pc:spChg>
        <pc:spChg chg="topLvl">
          <ac:chgData name="Juliana Rodriguez Cubillos" userId="0c6f9f27-d47b-4e7a-a25c-efe9aec00c33" providerId="ADAL" clId="{58DD39B8-5BBA-512F-A88A-C25948A58E09}" dt="2026-10-23T14:44:19.662" v="4254" actId="478"/>
          <ac:spMkLst>
            <pc:docMk/>
            <pc:sldMk cId="0" sldId="258"/>
            <ac:spMk id="188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0:06:32.414" v="148" actId="2711"/>
          <ac:spMkLst>
            <pc:docMk/>
            <pc:sldMk cId="0" sldId="258"/>
            <ac:spMk id="192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5:44:28.424" v="4972" actId="1076"/>
          <ac:spMkLst>
            <pc:docMk/>
            <pc:sldMk cId="0" sldId="258"/>
            <ac:spMk id="194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0:06:32.414" v="148" actId="2711"/>
          <ac:spMkLst>
            <pc:docMk/>
            <pc:sldMk cId="0" sldId="258"/>
            <ac:spMk id="195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0:06:32.414" v="148" actId="2711"/>
          <ac:spMkLst>
            <pc:docMk/>
            <pc:sldMk cId="0" sldId="258"/>
            <ac:spMk id="197" creationId="{00000000-0000-0000-0000-000000000000}"/>
          </ac:spMkLst>
        </pc:spChg>
        <pc:spChg chg="mod topLvl">
          <ac:chgData name="Juliana Rodriguez Cubillos" userId="0c6f9f27-d47b-4e7a-a25c-efe9aec00c33" providerId="ADAL" clId="{58DD39B8-5BBA-512F-A88A-C25948A58E09}" dt="2026-10-23T14:20:25.563" v="3964" actId="165"/>
          <ac:spMkLst>
            <pc:docMk/>
            <pc:sldMk cId="0" sldId="258"/>
            <ac:spMk id="200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3:09:50.237" v="2676" actId="1076"/>
          <ac:spMkLst>
            <pc:docMk/>
            <pc:sldMk cId="0" sldId="258"/>
            <ac:spMk id="202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3:09:47.607" v="2675" actId="1076"/>
          <ac:spMkLst>
            <pc:docMk/>
            <pc:sldMk cId="0" sldId="258"/>
            <ac:spMk id="203" creationId="{00000000-0000-0000-0000-000000000000}"/>
          </ac:spMkLst>
        </pc:spChg>
        <pc:picChg chg="topLvl">
          <ac:chgData name="Juliana Rodriguez Cubillos" userId="0c6f9f27-d47b-4e7a-a25c-efe9aec00c33" providerId="ADAL" clId="{58DD39B8-5BBA-512F-A88A-C25948A58E09}" dt="2026-10-23T14:20:25.563" v="3964" actId="165"/>
          <ac:picMkLst>
            <pc:docMk/>
            <pc:sldMk cId="0" sldId="258"/>
            <ac:picMk id="201" creationId="{00000000-0000-0000-0000-000000000000}"/>
          </ac:picMkLst>
        </pc:picChg>
      </pc:sldChg>
      <pc:sldChg chg="add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59"/>
        </pc:sldMkLst>
        <pc:spChg chg="mod">
          <ac:chgData name="Juliana Rodriguez Cubillos" userId="0c6f9f27-d47b-4e7a-a25c-efe9aec00c33" providerId="ADAL" clId="{58DD39B8-5BBA-512F-A88A-C25948A58E09}" dt="2026-10-23T10:18:51.699" v="488" actId="207"/>
          <ac:spMkLst>
            <pc:docMk/>
            <pc:sldMk cId="0" sldId="259"/>
            <ac:spMk id="2" creationId="{C8130124-D961-E872-CA4F-7E18D214B030}"/>
          </ac:spMkLst>
        </pc:spChg>
      </pc:sldChg>
      <pc:sldChg chg="add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60"/>
        </pc:sldMkLst>
        <pc:spChg chg="mod">
          <ac:chgData name="Juliana Rodriguez Cubillos" userId="0c6f9f27-d47b-4e7a-a25c-efe9aec00c33" providerId="ADAL" clId="{58DD39B8-5BBA-512F-A88A-C25948A58E09}" dt="2026-10-23T10:18:57.491" v="489" actId="207"/>
          <ac:spMkLst>
            <pc:docMk/>
            <pc:sldMk cId="0" sldId="260"/>
            <ac:spMk id="210" creationId="{00000000-0000-0000-0000-000000000000}"/>
          </ac:spMkLst>
        </pc:sp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61"/>
        </pc:sldMkLst>
        <pc:spChg chg="mod">
          <ac:chgData name="Juliana Rodriguez Cubillos" userId="0c6f9f27-d47b-4e7a-a25c-efe9aec00c33" providerId="ADAL" clId="{58DD39B8-5BBA-512F-A88A-C25948A58E09}" dt="2026-10-23T15:26:15.737" v="4737"/>
          <ac:spMkLst>
            <pc:docMk/>
            <pc:sldMk cId="0" sldId="261"/>
            <ac:spMk id="4" creationId="{D3B10AF9-62C0-6F31-E6EF-17B1145810EC}"/>
          </ac:spMkLst>
        </pc:spChg>
        <pc:spChg chg="mod">
          <ac:chgData name="Juliana Rodriguez Cubillos" userId="0c6f9f27-d47b-4e7a-a25c-efe9aec00c33" providerId="ADAL" clId="{58DD39B8-5BBA-512F-A88A-C25948A58E09}" dt="2026-10-23T15:26:15.737" v="4737"/>
          <ac:spMkLst>
            <pc:docMk/>
            <pc:sldMk cId="0" sldId="261"/>
            <ac:spMk id="5" creationId="{2FBD5BE3-E51E-8F78-5FB7-06CFE535C2D9}"/>
          </ac:spMkLst>
        </pc:spChg>
        <pc:spChg chg="mod">
          <ac:chgData name="Juliana Rodriguez Cubillos" userId="0c6f9f27-d47b-4e7a-a25c-efe9aec00c33" providerId="ADAL" clId="{58DD39B8-5BBA-512F-A88A-C25948A58E09}" dt="2026-10-23T15:26:15.737" v="4737"/>
          <ac:spMkLst>
            <pc:docMk/>
            <pc:sldMk cId="0" sldId="261"/>
            <ac:spMk id="6" creationId="{6D872254-333D-6DB1-5B79-85920323E840}"/>
          </ac:spMkLst>
        </pc:spChg>
        <pc:grpChg chg="add mod">
          <ac:chgData name="Juliana Rodriguez Cubillos" userId="0c6f9f27-d47b-4e7a-a25c-efe9aec00c33" providerId="ADAL" clId="{58DD39B8-5BBA-512F-A88A-C25948A58E09}" dt="2026-10-23T15:26:15.737" v="4737"/>
          <ac:grpSpMkLst>
            <pc:docMk/>
            <pc:sldMk cId="0" sldId="261"/>
            <ac:grpSpMk id="2" creationId="{B0C75C23-D2D1-33DD-6BF6-A50AA1A20912}"/>
          </ac:grpSpMkLst>
        </pc:grpChg>
        <pc:grpChg chg="mod">
          <ac:chgData name="Juliana Rodriguez Cubillos" userId="0c6f9f27-d47b-4e7a-a25c-efe9aec00c33" providerId="ADAL" clId="{58DD39B8-5BBA-512F-A88A-C25948A58E09}" dt="2026-10-23T15:26:15.737" v="4737"/>
          <ac:grpSpMkLst>
            <pc:docMk/>
            <pc:sldMk cId="0" sldId="261"/>
            <ac:grpSpMk id="3" creationId="{22EE4B40-8B07-2FEC-5A88-53DECB4DA489}"/>
          </ac:grpSpMkLst>
        </pc:grpChg>
        <pc:picChg chg="mod">
          <ac:chgData name="Juliana Rodriguez Cubillos" userId="0c6f9f27-d47b-4e7a-a25c-efe9aec00c33" providerId="ADAL" clId="{58DD39B8-5BBA-512F-A88A-C25948A58E09}" dt="2026-10-23T15:26:15.737" v="4737"/>
          <ac:picMkLst>
            <pc:docMk/>
            <pc:sldMk cId="0" sldId="261"/>
            <ac:picMk id="7" creationId="{2D5B3FBE-EDFF-5A9A-1B0B-4FD68F46608A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62"/>
        </pc:sldMkLst>
        <pc:spChg chg="mod">
          <ac:chgData name="Juliana Rodriguez Cubillos" userId="0c6f9f27-d47b-4e7a-a25c-efe9aec00c33" providerId="ADAL" clId="{58DD39B8-5BBA-512F-A88A-C25948A58E09}" dt="2026-10-23T10:50:19.031" v="956" actId="14861"/>
          <ac:spMkLst>
            <pc:docMk/>
            <pc:sldMk cId="0" sldId="262"/>
            <ac:spMk id="24" creationId="{90C8E843-8F21-4A6C-F4AD-0BE2AC72FCF8}"/>
          </ac:spMkLst>
        </pc:spChg>
        <pc:spChg chg="mod">
          <ac:chgData name="Juliana Rodriguez Cubillos" userId="0c6f9f27-d47b-4e7a-a25c-efe9aec00c33" providerId="ADAL" clId="{58DD39B8-5BBA-512F-A88A-C25948A58E09}" dt="2026-10-23T15:26:11.406" v="4735"/>
          <ac:spMkLst>
            <pc:docMk/>
            <pc:sldMk cId="0" sldId="262"/>
            <ac:spMk id="31" creationId="{E8CC4652-F350-1F6D-43EE-3133BA51C39A}"/>
          </ac:spMkLst>
        </pc:spChg>
        <pc:spChg chg="mod">
          <ac:chgData name="Juliana Rodriguez Cubillos" userId="0c6f9f27-d47b-4e7a-a25c-efe9aec00c33" providerId="ADAL" clId="{58DD39B8-5BBA-512F-A88A-C25948A58E09}" dt="2026-10-23T15:26:11.406" v="4735"/>
          <ac:spMkLst>
            <pc:docMk/>
            <pc:sldMk cId="0" sldId="262"/>
            <ac:spMk id="32" creationId="{25F53AD2-A0E6-5AD3-2347-6F6090D398D4}"/>
          </ac:spMkLst>
        </pc:spChg>
        <pc:spChg chg="mod">
          <ac:chgData name="Juliana Rodriguez Cubillos" userId="0c6f9f27-d47b-4e7a-a25c-efe9aec00c33" providerId="ADAL" clId="{58DD39B8-5BBA-512F-A88A-C25948A58E09}" dt="2026-10-23T15:26:11.406" v="4735"/>
          <ac:spMkLst>
            <pc:docMk/>
            <pc:sldMk cId="0" sldId="262"/>
            <ac:spMk id="33" creationId="{14AEBB7D-1BDF-8679-3664-D47C49110318}"/>
          </ac:spMkLst>
        </pc:spChg>
        <pc:grpChg chg="add mod">
          <ac:chgData name="Juliana Rodriguez Cubillos" userId="0c6f9f27-d47b-4e7a-a25c-efe9aec00c33" providerId="ADAL" clId="{58DD39B8-5BBA-512F-A88A-C25948A58E09}" dt="2026-10-23T15:26:11.406" v="4735"/>
          <ac:grpSpMkLst>
            <pc:docMk/>
            <pc:sldMk cId="0" sldId="262"/>
            <ac:grpSpMk id="29" creationId="{44D3E190-CE41-F5F7-032A-706DA38FE76D}"/>
          </ac:grpSpMkLst>
        </pc:grpChg>
        <pc:grpChg chg="mod">
          <ac:chgData name="Juliana Rodriguez Cubillos" userId="0c6f9f27-d47b-4e7a-a25c-efe9aec00c33" providerId="ADAL" clId="{58DD39B8-5BBA-512F-A88A-C25948A58E09}" dt="2026-10-23T15:26:11.406" v="4735"/>
          <ac:grpSpMkLst>
            <pc:docMk/>
            <pc:sldMk cId="0" sldId="262"/>
            <ac:grpSpMk id="30" creationId="{C09B05E8-D1BC-6254-14E9-84FFE3FA3913}"/>
          </ac:grpSpMkLst>
        </pc:grpChg>
        <pc:picChg chg="mod">
          <ac:chgData name="Juliana Rodriguez Cubillos" userId="0c6f9f27-d47b-4e7a-a25c-efe9aec00c33" providerId="ADAL" clId="{58DD39B8-5BBA-512F-A88A-C25948A58E09}" dt="2026-10-23T15:26:11.406" v="4735"/>
          <ac:picMkLst>
            <pc:docMk/>
            <pc:sldMk cId="0" sldId="262"/>
            <ac:picMk id="34" creationId="{5388C2FD-4294-DB53-02EC-5BBD084DA63F}"/>
          </ac:picMkLst>
        </pc:picChg>
      </pc:sldChg>
      <pc:sldChg chg="addSp modSp mod">
        <pc:chgData name="Juliana Rodriguez Cubillos" userId="0c6f9f27-d47b-4e7a-a25c-efe9aec00c33" providerId="ADAL" clId="{58DD39B8-5BBA-512F-A88A-C25948A58E09}" dt="2026-10-23T15:51:33.625" v="4986" actId="20577"/>
        <pc:sldMkLst>
          <pc:docMk/>
          <pc:sldMk cId="0" sldId="263"/>
        </pc:sldMkLst>
        <pc:spChg chg="mod">
          <ac:chgData name="Juliana Rodriguez Cubillos" userId="0c6f9f27-d47b-4e7a-a25c-efe9aec00c33" providerId="ADAL" clId="{58DD39B8-5BBA-512F-A88A-C25948A58E09}" dt="2026-10-23T15:51:33.625" v="4986" actId="20577"/>
          <ac:spMkLst>
            <pc:docMk/>
            <pc:sldMk cId="0" sldId="263"/>
            <ac:spMk id="239" creationId="{00000000-0000-0000-0000-000000000000}"/>
          </ac:spMkLst>
        </pc:spChg>
      </pc:sldChg>
      <pc:sldChg chg="add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64"/>
        </pc:sldMkLst>
        <pc:spChg chg="mod">
          <ac:chgData name="Juliana Rodriguez Cubillos" userId="0c6f9f27-d47b-4e7a-a25c-efe9aec00c33" providerId="ADAL" clId="{58DD39B8-5BBA-512F-A88A-C25948A58E09}" dt="2026-10-23T15:31:30.854" v="4767" actId="1076"/>
          <ac:spMkLst>
            <pc:docMk/>
            <pc:sldMk cId="0" sldId="264"/>
            <ac:spMk id="249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5:31:30.854" v="4767" actId="1076"/>
          <ac:spMkLst>
            <pc:docMk/>
            <pc:sldMk cId="0" sldId="264"/>
            <ac:spMk id="250" creationId="{00000000-0000-0000-0000-000000000000}"/>
          </ac:spMkLst>
        </pc:spChg>
        <pc:grpChg chg="add">
          <ac:chgData name="Juliana Rodriguez Cubillos" userId="0c6f9f27-d47b-4e7a-a25c-efe9aec00c33" providerId="ADAL" clId="{58DD39B8-5BBA-512F-A88A-C25948A58E09}" dt="2026-10-23T15:31:44.705" v="4771" actId="164"/>
          <ac:grpSpMkLst>
            <pc:docMk/>
            <pc:sldMk cId="0" sldId="264"/>
            <ac:grpSpMk id="2" creationId="{9C4A09D0-4BEB-0125-01C5-EFE539C58976}"/>
          </ac:grpSpMkLst>
        </pc:grpChg>
        <pc:grpChg chg="mod">
          <ac:chgData name="Juliana Rodriguez Cubillos" userId="0c6f9f27-d47b-4e7a-a25c-efe9aec00c33" providerId="ADAL" clId="{58DD39B8-5BBA-512F-A88A-C25948A58E09}" dt="2026-10-23T15:31:38.349" v="4770" actId="1037"/>
          <ac:grpSpMkLst>
            <pc:docMk/>
            <pc:sldMk cId="0" sldId="264"/>
            <ac:grpSpMk id="246" creationId="{00000000-0000-0000-0000-000000000000}"/>
          </ac:grpSpMkLst>
        </pc:grp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65"/>
        </pc:sldMkLst>
        <pc:spChg chg="mod">
          <ac:chgData name="Juliana Rodriguez Cubillos" userId="0c6f9f27-d47b-4e7a-a25c-efe9aec00c33" providerId="ADAL" clId="{58DD39B8-5BBA-512F-A88A-C25948A58E09}" dt="2026-10-23T15:31:50.742" v="4773"/>
          <ac:spMkLst>
            <pc:docMk/>
            <pc:sldMk cId="0" sldId="265"/>
            <ac:spMk id="4" creationId="{918837CA-A126-F8F9-0B57-87D47AF06B61}"/>
          </ac:spMkLst>
        </pc:spChg>
        <pc:spChg chg="mod">
          <ac:chgData name="Juliana Rodriguez Cubillos" userId="0c6f9f27-d47b-4e7a-a25c-efe9aec00c33" providerId="ADAL" clId="{58DD39B8-5BBA-512F-A88A-C25948A58E09}" dt="2026-10-23T15:31:50.742" v="4773"/>
          <ac:spMkLst>
            <pc:docMk/>
            <pc:sldMk cId="0" sldId="265"/>
            <ac:spMk id="5" creationId="{2574A457-3D61-0B96-702F-08936909ACFD}"/>
          </ac:spMkLst>
        </pc:spChg>
        <pc:spChg chg="mod">
          <ac:chgData name="Juliana Rodriguez Cubillos" userId="0c6f9f27-d47b-4e7a-a25c-efe9aec00c33" providerId="ADAL" clId="{58DD39B8-5BBA-512F-A88A-C25948A58E09}" dt="2026-10-23T15:31:50.742" v="4773"/>
          <ac:spMkLst>
            <pc:docMk/>
            <pc:sldMk cId="0" sldId="265"/>
            <ac:spMk id="6" creationId="{87806A8E-38B9-8D22-B50B-6161631F4D9B}"/>
          </ac:spMkLst>
        </pc:spChg>
        <pc:grpChg chg="add mod">
          <ac:chgData name="Juliana Rodriguez Cubillos" userId="0c6f9f27-d47b-4e7a-a25c-efe9aec00c33" providerId="ADAL" clId="{58DD39B8-5BBA-512F-A88A-C25948A58E09}" dt="2026-10-23T15:31:50.742" v="4773"/>
          <ac:grpSpMkLst>
            <pc:docMk/>
            <pc:sldMk cId="0" sldId="265"/>
            <ac:grpSpMk id="2" creationId="{83149D4D-8166-C4D3-0923-A6891C0C864C}"/>
          </ac:grpSpMkLst>
        </pc:grpChg>
        <pc:grpChg chg="mod">
          <ac:chgData name="Juliana Rodriguez Cubillos" userId="0c6f9f27-d47b-4e7a-a25c-efe9aec00c33" providerId="ADAL" clId="{58DD39B8-5BBA-512F-A88A-C25948A58E09}" dt="2026-10-23T15:31:50.742" v="4773"/>
          <ac:grpSpMkLst>
            <pc:docMk/>
            <pc:sldMk cId="0" sldId="265"/>
            <ac:grpSpMk id="3" creationId="{38A0D7FA-881F-B185-752D-0B527BEC9379}"/>
          </ac:grpSpMkLst>
        </pc:grpChg>
        <pc:picChg chg="mod">
          <ac:chgData name="Juliana Rodriguez Cubillos" userId="0c6f9f27-d47b-4e7a-a25c-efe9aec00c33" providerId="ADAL" clId="{58DD39B8-5BBA-512F-A88A-C25948A58E09}" dt="2026-10-23T15:31:50.742" v="4773"/>
          <ac:picMkLst>
            <pc:docMk/>
            <pc:sldMk cId="0" sldId="265"/>
            <ac:picMk id="7" creationId="{ECE4975F-0CCF-4FBE-28D2-A66CA9E578AC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66"/>
        </pc:sldMkLst>
        <pc:spChg chg="mod">
          <ac:chgData name="Juliana Rodriguez Cubillos" userId="0c6f9f27-d47b-4e7a-a25c-efe9aec00c33" providerId="ADAL" clId="{58DD39B8-5BBA-512F-A88A-C25948A58E09}" dt="2026-10-23T15:31:59.610" v="4776"/>
          <ac:spMkLst>
            <pc:docMk/>
            <pc:sldMk cId="0" sldId="266"/>
            <ac:spMk id="4" creationId="{07BE3A52-3FCF-8588-4103-DBAC94556337}"/>
          </ac:spMkLst>
        </pc:spChg>
        <pc:spChg chg="mod">
          <ac:chgData name="Juliana Rodriguez Cubillos" userId="0c6f9f27-d47b-4e7a-a25c-efe9aec00c33" providerId="ADAL" clId="{58DD39B8-5BBA-512F-A88A-C25948A58E09}" dt="2026-10-23T15:31:59.610" v="4776"/>
          <ac:spMkLst>
            <pc:docMk/>
            <pc:sldMk cId="0" sldId="266"/>
            <ac:spMk id="5" creationId="{221F053A-ED15-C45E-ED6E-33480101E6F1}"/>
          </ac:spMkLst>
        </pc:spChg>
        <pc:spChg chg="mod">
          <ac:chgData name="Juliana Rodriguez Cubillos" userId="0c6f9f27-d47b-4e7a-a25c-efe9aec00c33" providerId="ADAL" clId="{58DD39B8-5BBA-512F-A88A-C25948A58E09}" dt="2026-10-23T15:31:59.610" v="4776"/>
          <ac:spMkLst>
            <pc:docMk/>
            <pc:sldMk cId="0" sldId="266"/>
            <ac:spMk id="6" creationId="{CEC11D41-CCD8-0056-7178-BA1AF7F16C71}"/>
          </ac:spMkLst>
        </pc:spChg>
        <pc:grpChg chg="add mod">
          <ac:chgData name="Juliana Rodriguez Cubillos" userId="0c6f9f27-d47b-4e7a-a25c-efe9aec00c33" providerId="ADAL" clId="{58DD39B8-5BBA-512F-A88A-C25948A58E09}" dt="2026-10-23T15:31:59.610" v="4776"/>
          <ac:grpSpMkLst>
            <pc:docMk/>
            <pc:sldMk cId="0" sldId="266"/>
            <ac:grpSpMk id="2" creationId="{1ED6CD23-1B1C-533C-B9B0-9A86B21225A2}"/>
          </ac:grpSpMkLst>
        </pc:grpChg>
        <pc:grpChg chg="mod">
          <ac:chgData name="Juliana Rodriguez Cubillos" userId="0c6f9f27-d47b-4e7a-a25c-efe9aec00c33" providerId="ADAL" clId="{58DD39B8-5BBA-512F-A88A-C25948A58E09}" dt="2026-10-23T15:31:59.610" v="4776"/>
          <ac:grpSpMkLst>
            <pc:docMk/>
            <pc:sldMk cId="0" sldId="266"/>
            <ac:grpSpMk id="3" creationId="{162AC225-FEBA-A8FE-C376-C0315B45C8F0}"/>
          </ac:grpSpMkLst>
        </pc:grpChg>
        <pc:picChg chg="mod">
          <ac:chgData name="Juliana Rodriguez Cubillos" userId="0c6f9f27-d47b-4e7a-a25c-efe9aec00c33" providerId="ADAL" clId="{58DD39B8-5BBA-512F-A88A-C25948A58E09}" dt="2026-10-23T15:31:59.610" v="4776"/>
          <ac:picMkLst>
            <pc:docMk/>
            <pc:sldMk cId="0" sldId="266"/>
            <ac:picMk id="7" creationId="{59DF07AB-5869-87C1-92EF-9B2CEB36710B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67"/>
        </pc:sldMkLst>
        <pc:spChg chg="mod">
          <ac:chgData name="Juliana Rodriguez Cubillos" userId="0c6f9f27-d47b-4e7a-a25c-efe9aec00c33" providerId="ADAL" clId="{58DD39B8-5BBA-512F-A88A-C25948A58E09}" dt="2026-10-23T15:32:16.463" v="4786"/>
          <ac:spMkLst>
            <pc:docMk/>
            <pc:sldMk cId="0" sldId="267"/>
            <ac:spMk id="4" creationId="{529A5B94-7318-4576-D2C8-FA0585CF2738}"/>
          </ac:spMkLst>
        </pc:spChg>
        <pc:spChg chg="mod">
          <ac:chgData name="Juliana Rodriguez Cubillos" userId="0c6f9f27-d47b-4e7a-a25c-efe9aec00c33" providerId="ADAL" clId="{58DD39B8-5BBA-512F-A88A-C25948A58E09}" dt="2026-10-23T15:32:16.463" v="4786"/>
          <ac:spMkLst>
            <pc:docMk/>
            <pc:sldMk cId="0" sldId="267"/>
            <ac:spMk id="5" creationId="{1BECC235-B6FE-B26F-CE8E-6932A2C7ED54}"/>
          </ac:spMkLst>
        </pc:spChg>
        <pc:spChg chg="mod">
          <ac:chgData name="Juliana Rodriguez Cubillos" userId="0c6f9f27-d47b-4e7a-a25c-efe9aec00c33" providerId="ADAL" clId="{58DD39B8-5BBA-512F-A88A-C25948A58E09}" dt="2026-10-23T15:32:16.463" v="4786"/>
          <ac:spMkLst>
            <pc:docMk/>
            <pc:sldMk cId="0" sldId="267"/>
            <ac:spMk id="6" creationId="{D30D0296-3C30-5E7D-0CCF-267D50F5CC94}"/>
          </ac:spMkLst>
        </pc:spChg>
        <pc:grpChg chg="add mod">
          <ac:chgData name="Juliana Rodriguez Cubillos" userId="0c6f9f27-d47b-4e7a-a25c-efe9aec00c33" providerId="ADAL" clId="{58DD39B8-5BBA-512F-A88A-C25948A58E09}" dt="2026-10-23T15:32:16.463" v="4786"/>
          <ac:grpSpMkLst>
            <pc:docMk/>
            <pc:sldMk cId="0" sldId="267"/>
            <ac:grpSpMk id="2" creationId="{F05CC77C-FC2E-9186-C63D-E18F4388B946}"/>
          </ac:grpSpMkLst>
        </pc:grpChg>
        <pc:grpChg chg="mod">
          <ac:chgData name="Juliana Rodriguez Cubillos" userId="0c6f9f27-d47b-4e7a-a25c-efe9aec00c33" providerId="ADAL" clId="{58DD39B8-5BBA-512F-A88A-C25948A58E09}" dt="2026-10-23T15:32:16.463" v="4786"/>
          <ac:grpSpMkLst>
            <pc:docMk/>
            <pc:sldMk cId="0" sldId="267"/>
            <ac:grpSpMk id="3" creationId="{7552E6A0-88B9-B2E5-31EE-34773D35E189}"/>
          </ac:grpSpMkLst>
        </pc:grpChg>
        <pc:picChg chg="mod">
          <ac:chgData name="Juliana Rodriguez Cubillos" userId="0c6f9f27-d47b-4e7a-a25c-efe9aec00c33" providerId="ADAL" clId="{58DD39B8-5BBA-512F-A88A-C25948A58E09}" dt="2026-10-23T15:32:16.463" v="4786"/>
          <ac:picMkLst>
            <pc:docMk/>
            <pc:sldMk cId="0" sldId="267"/>
            <ac:picMk id="7" creationId="{017D06E1-A90A-4A7A-639D-203A22B9BCEF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68"/>
        </pc:sldMkLst>
        <pc:spChg chg="mod">
          <ac:chgData name="Juliana Rodriguez Cubillos" userId="0c6f9f27-d47b-4e7a-a25c-efe9aec00c33" providerId="ADAL" clId="{58DD39B8-5BBA-512F-A88A-C25948A58E09}" dt="2026-10-23T15:32:21.616" v="4788"/>
          <ac:spMkLst>
            <pc:docMk/>
            <pc:sldMk cId="0" sldId="268"/>
            <ac:spMk id="5" creationId="{4CE0B1A8-E6C2-F085-CF3A-8BD0C37E2A73}"/>
          </ac:spMkLst>
        </pc:spChg>
        <pc:spChg chg="mod">
          <ac:chgData name="Juliana Rodriguez Cubillos" userId="0c6f9f27-d47b-4e7a-a25c-efe9aec00c33" providerId="ADAL" clId="{58DD39B8-5BBA-512F-A88A-C25948A58E09}" dt="2026-10-23T15:32:21.616" v="4788"/>
          <ac:spMkLst>
            <pc:docMk/>
            <pc:sldMk cId="0" sldId="268"/>
            <ac:spMk id="6" creationId="{4B9C91FA-559C-8C11-6782-A069DD1EC0E5}"/>
          </ac:spMkLst>
        </pc:spChg>
        <pc:spChg chg="mod">
          <ac:chgData name="Juliana Rodriguez Cubillos" userId="0c6f9f27-d47b-4e7a-a25c-efe9aec00c33" providerId="ADAL" clId="{58DD39B8-5BBA-512F-A88A-C25948A58E09}" dt="2026-10-23T15:32:21.616" v="4788"/>
          <ac:spMkLst>
            <pc:docMk/>
            <pc:sldMk cId="0" sldId="268"/>
            <ac:spMk id="7" creationId="{B9C474AF-054B-CF80-39B6-870BC2EDBE68}"/>
          </ac:spMkLst>
        </pc:spChg>
        <pc:grpChg chg="add mod">
          <ac:chgData name="Juliana Rodriguez Cubillos" userId="0c6f9f27-d47b-4e7a-a25c-efe9aec00c33" providerId="ADAL" clId="{58DD39B8-5BBA-512F-A88A-C25948A58E09}" dt="2026-10-23T15:32:21.616" v="4788"/>
          <ac:grpSpMkLst>
            <pc:docMk/>
            <pc:sldMk cId="0" sldId="268"/>
            <ac:grpSpMk id="3" creationId="{6BA61B7B-540E-7188-1B75-EC8687FD1961}"/>
          </ac:grpSpMkLst>
        </pc:grpChg>
        <pc:grpChg chg="mod">
          <ac:chgData name="Juliana Rodriguez Cubillos" userId="0c6f9f27-d47b-4e7a-a25c-efe9aec00c33" providerId="ADAL" clId="{58DD39B8-5BBA-512F-A88A-C25948A58E09}" dt="2026-10-23T15:32:21.616" v="4788"/>
          <ac:grpSpMkLst>
            <pc:docMk/>
            <pc:sldMk cId="0" sldId="268"/>
            <ac:grpSpMk id="4" creationId="{3D9C7870-0746-52B2-7D6A-BB99FBCC47D6}"/>
          </ac:grpSpMkLst>
        </pc:grpChg>
        <pc:picChg chg="mod">
          <ac:chgData name="Juliana Rodriguez Cubillos" userId="0c6f9f27-d47b-4e7a-a25c-efe9aec00c33" providerId="ADAL" clId="{58DD39B8-5BBA-512F-A88A-C25948A58E09}" dt="2026-10-23T15:32:21.616" v="4788"/>
          <ac:picMkLst>
            <pc:docMk/>
            <pc:sldMk cId="0" sldId="268"/>
            <ac:picMk id="8" creationId="{71917447-4557-31E6-F010-C7E38F1B8880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69"/>
        </pc:sldMkLst>
        <pc:spChg chg="mod">
          <ac:chgData name="Juliana Rodriguez Cubillos" userId="0c6f9f27-d47b-4e7a-a25c-efe9aec00c33" providerId="ADAL" clId="{58DD39B8-5BBA-512F-A88A-C25948A58E09}" dt="2026-10-23T15:32:26.800" v="4790"/>
          <ac:spMkLst>
            <pc:docMk/>
            <pc:sldMk cId="0" sldId="269"/>
            <ac:spMk id="5" creationId="{51E194E8-24BD-4B02-E07A-1DC204A6C99B}"/>
          </ac:spMkLst>
        </pc:spChg>
        <pc:spChg chg="mod">
          <ac:chgData name="Juliana Rodriguez Cubillos" userId="0c6f9f27-d47b-4e7a-a25c-efe9aec00c33" providerId="ADAL" clId="{58DD39B8-5BBA-512F-A88A-C25948A58E09}" dt="2026-10-23T15:32:26.800" v="4790"/>
          <ac:spMkLst>
            <pc:docMk/>
            <pc:sldMk cId="0" sldId="269"/>
            <ac:spMk id="6" creationId="{D2795C28-156F-FFE7-1CD4-5250B9DEEA6C}"/>
          </ac:spMkLst>
        </pc:spChg>
        <pc:spChg chg="mod">
          <ac:chgData name="Juliana Rodriguez Cubillos" userId="0c6f9f27-d47b-4e7a-a25c-efe9aec00c33" providerId="ADAL" clId="{58DD39B8-5BBA-512F-A88A-C25948A58E09}" dt="2026-10-23T15:32:26.800" v="4790"/>
          <ac:spMkLst>
            <pc:docMk/>
            <pc:sldMk cId="0" sldId="269"/>
            <ac:spMk id="7" creationId="{91C180F5-21ED-FCD7-F658-036CEB370671}"/>
          </ac:spMkLst>
        </pc:spChg>
        <pc:spChg chg="mod">
          <ac:chgData name="Juliana Rodriguez Cubillos" userId="0c6f9f27-d47b-4e7a-a25c-efe9aec00c33" providerId="ADAL" clId="{58DD39B8-5BBA-512F-A88A-C25948A58E09}" dt="2026-10-23T11:25:22.518" v="1164" actId="1076"/>
          <ac:spMkLst>
            <pc:docMk/>
            <pc:sldMk cId="0" sldId="269"/>
            <ac:spMk id="288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1:26:46.909" v="1166" actId="1076"/>
          <ac:spMkLst>
            <pc:docMk/>
            <pc:sldMk cId="0" sldId="269"/>
            <ac:spMk id="289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32:26.800" v="4790"/>
          <ac:grpSpMkLst>
            <pc:docMk/>
            <pc:sldMk cId="0" sldId="269"/>
            <ac:grpSpMk id="3" creationId="{C3B01617-A98A-3B38-6EF4-E2D4098AD626}"/>
          </ac:grpSpMkLst>
        </pc:grpChg>
        <pc:grpChg chg="mod">
          <ac:chgData name="Juliana Rodriguez Cubillos" userId="0c6f9f27-d47b-4e7a-a25c-efe9aec00c33" providerId="ADAL" clId="{58DD39B8-5BBA-512F-A88A-C25948A58E09}" dt="2026-10-23T15:32:26.800" v="4790"/>
          <ac:grpSpMkLst>
            <pc:docMk/>
            <pc:sldMk cId="0" sldId="269"/>
            <ac:grpSpMk id="4" creationId="{7749AE50-8071-0309-BEF9-11A4E83359F9}"/>
          </ac:grpSpMkLst>
        </pc:grpChg>
        <pc:picChg chg="add mod">
          <ac:chgData name="Juliana Rodriguez Cubillos" userId="0c6f9f27-d47b-4e7a-a25c-efe9aec00c33" providerId="ADAL" clId="{58DD39B8-5BBA-512F-A88A-C25948A58E09}" dt="2026-10-23T11:26:48.422" v="1167" actId="1076"/>
          <ac:picMkLst>
            <pc:docMk/>
            <pc:sldMk cId="0" sldId="269"/>
            <ac:picMk id="2" creationId="{8C3911B3-4E79-09F3-18F3-BBE8963CDF22}"/>
          </ac:picMkLst>
        </pc:picChg>
        <pc:picChg chg="mod">
          <ac:chgData name="Juliana Rodriguez Cubillos" userId="0c6f9f27-d47b-4e7a-a25c-efe9aec00c33" providerId="ADAL" clId="{58DD39B8-5BBA-512F-A88A-C25948A58E09}" dt="2026-10-23T15:32:26.800" v="4790"/>
          <ac:picMkLst>
            <pc:docMk/>
            <pc:sldMk cId="0" sldId="269"/>
            <ac:picMk id="8" creationId="{52112279-ECEC-CE0A-EA5D-74F679D3D8B0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70"/>
        </pc:sldMkLst>
        <pc:spChg chg="mod">
          <ac:chgData name="Juliana Rodriguez Cubillos" userId="0c6f9f27-d47b-4e7a-a25c-efe9aec00c33" providerId="ADAL" clId="{58DD39B8-5BBA-512F-A88A-C25948A58E09}" dt="2026-10-23T15:32:33.876" v="4794"/>
          <ac:spMkLst>
            <pc:docMk/>
            <pc:sldMk cId="0" sldId="270"/>
            <ac:spMk id="5" creationId="{27AD8849-B8CE-8C2D-1AFD-E4738AFCC2B1}"/>
          </ac:spMkLst>
        </pc:spChg>
        <pc:spChg chg="mod">
          <ac:chgData name="Juliana Rodriguez Cubillos" userId="0c6f9f27-d47b-4e7a-a25c-efe9aec00c33" providerId="ADAL" clId="{58DD39B8-5BBA-512F-A88A-C25948A58E09}" dt="2026-10-23T15:32:33.876" v="4794"/>
          <ac:spMkLst>
            <pc:docMk/>
            <pc:sldMk cId="0" sldId="270"/>
            <ac:spMk id="6" creationId="{776397D7-BB71-7B06-4229-E377766599A2}"/>
          </ac:spMkLst>
        </pc:spChg>
        <pc:spChg chg="mod">
          <ac:chgData name="Juliana Rodriguez Cubillos" userId="0c6f9f27-d47b-4e7a-a25c-efe9aec00c33" providerId="ADAL" clId="{58DD39B8-5BBA-512F-A88A-C25948A58E09}" dt="2026-10-23T15:32:33.876" v="4794"/>
          <ac:spMkLst>
            <pc:docMk/>
            <pc:sldMk cId="0" sldId="270"/>
            <ac:spMk id="7" creationId="{54F3D753-5C6B-8459-1520-C3DF5F6A360C}"/>
          </ac:spMkLst>
        </pc:spChg>
        <pc:grpChg chg="add mod">
          <ac:chgData name="Juliana Rodriguez Cubillos" userId="0c6f9f27-d47b-4e7a-a25c-efe9aec00c33" providerId="ADAL" clId="{58DD39B8-5BBA-512F-A88A-C25948A58E09}" dt="2026-10-23T15:32:33.876" v="4794"/>
          <ac:grpSpMkLst>
            <pc:docMk/>
            <pc:sldMk cId="0" sldId="270"/>
            <ac:grpSpMk id="2" creationId="{20747343-A7E4-30E0-734B-61178EDA4292}"/>
          </ac:grpSpMkLst>
        </pc:grpChg>
        <pc:grpChg chg="mod">
          <ac:chgData name="Juliana Rodriguez Cubillos" userId="0c6f9f27-d47b-4e7a-a25c-efe9aec00c33" providerId="ADAL" clId="{58DD39B8-5BBA-512F-A88A-C25948A58E09}" dt="2026-10-23T15:32:33.876" v="4794"/>
          <ac:grpSpMkLst>
            <pc:docMk/>
            <pc:sldMk cId="0" sldId="270"/>
            <ac:grpSpMk id="4" creationId="{5364B0E5-1A4E-1062-2BA1-76816707A582}"/>
          </ac:grpSpMkLst>
        </pc:grpChg>
        <pc:picChg chg="mod">
          <ac:chgData name="Juliana Rodriguez Cubillos" userId="0c6f9f27-d47b-4e7a-a25c-efe9aec00c33" providerId="ADAL" clId="{58DD39B8-5BBA-512F-A88A-C25948A58E09}" dt="2026-10-23T15:32:33.876" v="4794"/>
          <ac:picMkLst>
            <pc:docMk/>
            <pc:sldMk cId="0" sldId="270"/>
            <ac:picMk id="8" creationId="{431F64DF-9568-847E-367E-60A58D76101E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71"/>
        </pc:sldMkLst>
        <pc:spChg chg="mod">
          <ac:chgData name="Juliana Rodriguez Cubillos" userId="0c6f9f27-d47b-4e7a-a25c-efe9aec00c33" providerId="ADAL" clId="{58DD39B8-5BBA-512F-A88A-C25948A58E09}" dt="2026-10-23T15:32:37.415" v="4796"/>
          <ac:spMkLst>
            <pc:docMk/>
            <pc:sldMk cId="0" sldId="271"/>
            <ac:spMk id="5" creationId="{DC22E05F-F5F5-CE2F-4D2D-E44E581A9843}"/>
          </ac:spMkLst>
        </pc:spChg>
        <pc:spChg chg="mod">
          <ac:chgData name="Juliana Rodriguez Cubillos" userId="0c6f9f27-d47b-4e7a-a25c-efe9aec00c33" providerId="ADAL" clId="{58DD39B8-5BBA-512F-A88A-C25948A58E09}" dt="2026-10-23T15:32:37.415" v="4796"/>
          <ac:spMkLst>
            <pc:docMk/>
            <pc:sldMk cId="0" sldId="271"/>
            <ac:spMk id="6" creationId="{F349A5B4-6FBA-1FEE-0DA7-1B8BF99A9DE9}"/>
          </ac:spMkLst>
        </pc:spChg>
        <pc:spChg chg="mod">
          <ac:chgData name="Juliana Rodriguez Cubillos" userId="0c6f9f27-d47b-4e7a-a25c-efe9aec00c33" providerId="ADAL" clId="{58DD39B8-5BBA-512F-A88A-C25948A58E09}" dt="2026-10-23T15:32:37.415" v="4796"/>
          <ac:spMkLst>
            <pc:docMk/>
            <pc:sldMk cId="0" sldId="271"/>
            <ac:spMk id="7" creationId="{24162E59-5C50-1AB7-09C0-F2DD9941AB6E}"/>
          </ac:spMkLst>
        </pc:spChg>
        <pc:grpChg chg="add mod">
          <ac:chgData name="Juliana Rodriguez Cubillos" userId="0c6f9f27-d47b-4e7a-a25c-efe9aec00c33" providerId="ADAL" clId="{58DD39B8-5BBA-512F-A88A-C25948A58E09}" dt="2026-10-23T15:32:37.415" v="4796"/>
          <ac:grpSpMkLst>
            <pc:docMk/>
            <pc:sldMk cId="0" sldId="271"/>
            <ac:grpSpMk id="3" creationId="{CA4B5151-D0BB-C415-6474-218B3DE191D7}"/>
          </ac:grpSpMkLst>
        </pc:grpChg>
        <pc:grpChg chg="mod">
          <ac:chgData name="Juliana Rodriguez Cubillos" userId="0c6f9f27-d47b-4e7a-a25c-efe9aec00c33" providerId="ADAL" clId="{58DD39B8-5BBA-512F-A88A-C25948A58E09}" dt="2026-10-23T15:32:37.415" v="4796"/>
          <ac:grpSpMkLst>
            <pc:docMk/>
            <pc:sldMk cId="0" sldId="271"/>
            <ac:grpSpMk id="4" creationId="{ED42F42A-C4BC-6695-6F65-A10BE533DC00}"/>
          </ac:grpSpMkLst>
        </pc:grpChg>
        <pc:picChg chg="add mod">
          <ac:chgData name="Juliana Rodriguez Cubillos" userId="0c6f9f27-d47b-4e7a-a25c-efe9aec00c33" providerId="ADAL" clId="{58DD39B8-5BBA-512F-A88A-C25948A58E09}" dt="2026-10-23T12:47:37.020" v="1228" actId="1076"/>
          <ac:picMkLst>
            <pc:docMk/>
            <pc:sldMk cId="0" sldId="271"/>
            <ac:picMk id="2" creationId="{29A0615B-790D-A69F-D4FD-5F6FB9DB33FF}"/>
          </ac:picMkLst>
        </pc:picChg>
        <pc:picChg chg="mod">
          <ac:chgData name="Juliana Rodriguez Cubillos" userId="0c6f9f27-d47b-4e7a-a25c-efe9aec00c33" providerId="ADAL" clId="{58DD39B8-5BBA-512F-A88A-C25948A58E09}" dt="2026-10-23T15:32:37.415" v="4796"/>
          <ac:picMkLst>
            <pc:docMk/>
            <pc:sldMk cId="0" sldId="271"/>
            <ac:picMk id="8" creationId="{9C3A48CD-9D81-D580-18DA-0C35E415D8A7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72"/>
        </pc:sldMkLst>
        <pc:spChg chg="mod">
          <ac:chgData name="Juliana Rodriguez Cubillos" userId="0c6f9f27-d47b-4e7a-a25c-efe9aec00c33" providerId="ADAL" clId="{58DD39B8-5BBA-512F-A88A-C25948A58E09}" dt="2026-10-23T15:32:41.009" v="4798"/>
          <ac:spMkLst>
            <pc:docMk/>
            <pc:sldMk cId="0" sldId="272"/>
            <ac:spMk id="4" creationId="{BE337A31-6FFC-5632-8116-C413229D2BA9}"/>
          </ac:spMkLst>
        </pc:spChg>
        <pc:spChg chg="mod">
          <ac:chgData name="Juliana Rodriguez Cubillos" userId="0c6f9f27-d47b-4e7a-a25c-efe9aec00c33" providerId="ADAL" clId="{58DD39B8-5BBA-512F-A88A-C25948A58E09}" dt="2026-10-23T15:32:41.009" v="4798"/>
          <ac:spMkLst>
            <pc:docMk/>
            <pc:sldMk cId="0" sldId="272"/>
            <ac:spMk id="5" creationId="{729CF81C-B7E1-95B6-5E0F-7F39B6B3AF45}"/>
          </ac:spMkLst>
        </pc:spChg>
        <pc:spChg chg="mod">
          <ac:chgData name="Juliana Rodriguez Cubillos" userId="0c6f9f27-d47b-4e7a-a25c-efe9aec00c33" providerId="ADAL" clId="{58DD39B8-5BBA-512F-A88A-C25948A58E09}" dt="2026-10-23T15:32:41.009" v="4798"/>
          <ac:spMkLst>
            <pc:docMk/>
            <pc:sldMk cId="0" sldId="272"/>
            <ac:spMk id="6" creationId="{D93E3C17-A6B0-EEA3-2435-71B8129AABE0}"/>
          </ac:spMkLst>
        </pc:spChg>
        <pc:grpChg chg="add mod">
          <ac:chgData name="Juliana Rodriguez Cubillos" userId="0c6f9f27-d47b-4e7a-a25c-efe9aec00c33" providerId="ADAL" clId="{58DD39B8-5BBA-512F-A88A-C25948A58E09}" dt="2026-10-23T15:32:41.009" v="4798"/>
          <ac:grpSpMkLst>
            <pc:docMk/>
            <pc:sldMk cId="0" sldId="272"/>
            <ac:grpSpMk id="2" creationId="{4958F048-3C79-9008-03C0-077B0DE58B0E}"/>
          </ac:grpSpMkLst>
        </pc:grpChg>
        <pc:grpChg chg="mod">
          <ac:chgData name="Juliana Rodriguez Cubillos" userId="0c6f9f27-d47b-4e7a-a25c-efe9aec00c33" providerId="ADAL" clId="{58DD39B8-5BBA-512F-A88A-C25948A58E09}" dt="2026-10-23T15:32:41.009" v="4798"/>
          <ac:grpSpMkLst>
            <pc:docMk/>
            <pc:sldMk cId="0" sldId="272"/>
            <ac:grpSpMk id="3" creationId="{154862CF-7952-F35C-49D2-DAD15E585324}"/>
          </ac:grpSpMkLst>
        </pc:grpChg>
        <pc:picChg chg="mod">
          <ac:chgData name="Juliana Rodriguez Cubillos" userId="0c6f9f27-d47b-4e7a-a25c-efe9aec00c33" providerId="ADAL" clId="{58DD39B8-5BBA-512F-A88A-C25948A58E09}" dt="2026-10-23T15:32:41.009" v="4798"/>
          <ac:picMkLst>
            <pc:docMk/>
            <pc:sldMk cId="0" sldId="272"/>
            <ac:picMk id="7" creationId="{9BD7DD27-B938-276E-AE83-F1C944A35355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73"/>
        </pc:sldMkLst>
        <pc:spChg chg="mod">
          <ac:chgData name="Juliana Rodriguez Cubillos" userId="0c6f9f27-d47b-4e7a-a25c-efe9aec00c33" providerId="ADAL" clId="{58DD39B8-5BBA-512F-A88A-C25948A58E09}" dt="2026-10-23T15:32:45.111" v="4800"/>
          <ac:spMkLst>
            <pc:docMk/>
            <pc:sldMk cId="0" sldId="273"/>
            <ac:spMk id="4" creationId="{620AAEC1-5F1B-D87F-8D2B-C29423F948AB}"/>
          </ac:spMkLst>
        </pc:spChg>
        <pc:spChg chg="mod">
          <ac:chgData name="Juliana Rodriguez Cubillos" userId="0c6f9f27-d47b-4e7a-a25c-efe9aec00c33" providerId="ADAL" clId="{58DD39B8-5BBA-512F-A88A-C25948A58E09}" dt="2026-10-23T15:32:45.111" v="4800"/>
          <ac:spMkLst>
            <pc:docMk/>
            <pc:sldMk cId="0" sldId="273"/>
            <ac:spMk id="5" creationId="{BE0E102C-07B4-24F1-9F37-802A4C8325CE}"/>
          </ac:spMkLst>
        </pc:spChg>
        <pc:spChg chg="mod">
          <ac:chgData name="Juliana Rodriguez Cubillos" userId="0c6f9f27-d47b-4e7a-a25c-efe9aec00c33" providerId="ADAL" clId="{58DD39B8-5BBA-512F-A88A-C25948A58E09}" dt="2026-10-23T15:32:45.111" v="4800"/>
          <ac:spMkLst>
            <pc:docMk/>
            <pc:sldMk cId="0" sldId="273"/>
            <ac:spMk id="6" creationId="{D449C18F-34C4-42E0-71D3-27FC7CC64ADC}"/>
          </ac:spMkLst>
        </pc:spChg>
        <pc:grpChg chg="add mod">
          <ac:chgData name="Juliana Rodriguez Cubillos" userId="0c6f9f27-d47b-4e7a-a25c-efe9aec00c33" providerId="ADAL" clId="{58DD39B8-5BBA-512F-A88A-C25948A58E09}" dt="2026-10-23T15:32:45.111" v="4800"/>
          <ac:grpSpMkLst>
            <pc:docMk/>
            <pc:sldMk cId="0" sldId="273"/>
            <ac:grpSpMk id="2" creationId="{8A6B1612-DD2C-7748-0E9F-CCD2F29BFEB5}"/>
          </ac:grpSpMkLst>
        </pc:grpChg>
        <pc:grpChg chg="mod">
          <ac:chgData name="Juliana Rodriguez Cubillos" userId="0c6f9f27-d47b-4e7a-a25c-efe9aec00c33" providerId="ADAL" clId="{58DD39B8-5BBA-512F-A88A-C25948A58E09}" dt="2026-10-23T15:32:45.111" v="4800"/>
          <ac:grpSpMkLst>
            <pc:docMk/>
            <pc:sldMk cId="0" sldId="273"/>
            <ac:grpSpMk id="3" creationId="{4AD6F825-BD1D-FA0C-E4CB-55B3B7AA1B70}"/>
          </ac:grpSpMkLst>
        </pc:grpChg>
        <pc:picChg chg="mod">
          <ac:chgData name="Juliana Rodriguez Cubillos" userId="0c6f9f27-d47b-4e7a-a25c-efe9aec00c33" providerId="ADAL" clId="{58DD39B8-5BBA-512F-A88A-C25948A58E09}" dt="2026-10-23T15:32:45.111" v="4800"/>
          <ac:picMkLst>
            <pc:docMk/>
            <pc:sldMk cId="0" sldId="273"/>
            <ac:picMk id="7" creationId="{409F6F46-CD2A-5999-F48A-1F79DD971479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74"/>
        </pc:sldMkLst>
        <pc:spChg chg="mod">
          <ac:chgData name="Juliana Rodriguez Cubillos" userId="0c6f9f27-d47b-4e7a-a25c-efe9aec00c33" providerId="ADAL" clId="{58DD39B8-5BBA-512F-A88A-C25948A58E09}" dt="2026-10-23T15:32:48.789" v="4802"/>
          <ac:spMkLst>
            <pc:docMk/>
            <pc:sldMk cId="0" sldId="274"/>
            <ac:spMk id="4" creationId="{671B5EFC-0841-12CE-9E03-E89010EFF772}"/>
          </ac:spMkLst>
        </pc:spChg>
        <pc:spChg chg="mod">
          <ac:chgData name="Juliana Rodriguez Cubillos" userId="0c6f9f27-d47b-4e7a-a25c-efe9aec00c33" providerId="ADAL" clId="{58DD39B8-5BBA-512F-A88A-C25948A58E09}" dt="2026-10-23T15:32:48.789" v="4802"/>
          <ac:spMkLst>
            <pc:docMk/>
            <pc:sldMk cId="0" sldId="274"/>
            <ac:spMk id="5" creationId="{FF8A9109-5BA9-B45A-E9D7-FF0A6DE9E8BC}"/>
          </ac:spMkLst>
        </pc:spChg>
        <pc:spChg chg="mod">
          <ac:chgData name="Juliana Rodriguez Cubillos" userId="0c6f9f27-d47b-4e7a-a25c-efe9aec00c33" providerId="ADAL" clId="{58DD39B8-5BBA-512F-A88A-C25948A58E09}" dt="2026-10-23T15:32:48.789" v="4802"/>
          <ac:spMkLst>
            <pc:docMk/>
            <pc:sldMk cId="0" sldId="274"/>
            <ac:spMk id="6" creationId="{FBF49D99-2D92-FDE7-AB70-7DA4B906019E}"/>
          </ac:spMkLst>
        </pc:spChg>
        <pc:grpChg chg="add mod">
          <ac:chgData name="Juliana Rodriguez Cubillos" userId="0c6f9f27-d47b-4e7a-a25c-efe9aec00c33" providerId="ADAL" clId="{58DD39B8-5BBA-512F-A88A-C25948A58E09}" dt="2026-10-23T15:32:48.789" v="4802"/>
          <ac:grpSpMkLst>
            <pc:docMk/>
            <pc:sldMk cId="0" sldId="274"/>
            <ac:grpSpMk id="2" creationId="{0D2780FD-7CB8-8EF8-FC9D-0ADFF16A94B5}"/>
          </ac:grpSpMkLst>
        </pc:grpChg>
        <pc:grpChg chg="mod">
          <ac:chgData name="Juliana Rodriguez Cubillos" userId="0c6f9f27-d47b-4e7a-a25c-efe9aec00c33" providerId="ADAL" clId="{58DD39B8-5BBA-512F-A88A-C25948A58E09}" dt="2026-10-23T15:32:48.789" v="4802"/>
          <ac:grpSpMkLst>
            <pc:docMk/>
            <pc:sldMk cId="0" sldId="274"/>
            <ac:grpSpMk id="3" creationId="{2225E7AB-642A-8453-676E-5C2E6EBBBD35}"/>
          </ac:grpSpMkLst>
        </pc:grpChg>
        <pc:picChg chg="mod">
          <ac:chgData name="Juliana Rodriguez Cubillos" userId="0c6f9f27-d47b-4e7a-a25c-efe9aec00c33" providerId="ADAL" clId="{58DD39B8-5BBA-512F-A88A-C25948A58E09}" dt="2026-10-23T15:32:48.789" v="4802"/>
          <ac:picMkLst>
            <pc:docMk/>
            <pc:sldMk cId="0" sldId="274"/>
            <ac:picMk id="7" creationId="{A5A36A28-4E2A-BFB8-986C-CC25EBC8D631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550699655" sldId="275"/>
        </pc:sldMkLst>
        <pc:spChg chg="mod">
          <ac:chgData name="Juliana Rodriguez Cubillos" userId="0c6f9f27-d47b-4e7a-a25c-efe9aec00c33" providerId="ADAL" clId="{58DD39B8-5BBA-512F-A88A-C25948A58E09}" dt="2026-10-23T15:32:12.129" v="4784"/>
          <ac:spMkLst>
            <pc:docMk/>
            <pc:sldMk cId="550699655" sldId="275"/>
            <ac:spMk id="5" creationId="{C6681663-D5C1-E53D-EDC5-649CF41FEA23}"/>
          </ac:spMkLst>
        </pc:spChg>
        <pc:spChg chg="mod">
          <ac:chgData name="Juliana Rodriguez Cubillos" userId="0c6f9f27-d47b-4e7a-a25c-efe9aec00c33" providerId="ADAL" clId="{58DD39B8-5BBA-512F-A88A-C25948A58E09}" dt="2026-10-23T15:32:12.129" v="4784"/>
          <ac:spMkLst>
            <pc:docMk/>
            <pc:sldMk cId="550699655" sldId="275"/>
            <ac:spMk id="6" creationId="{3B25D40F-1B74-B1C4-D486-83B606D8D672}"/>
          </ac:spMkLst>
        </pc:spChg>
        <pc:spChg chg="mod">
          <ac:chgData name="Juliana Rodriguez Cubillos" userId="0c6f9f27-d47b-4e7a-a25c-efe9aec00c33" providerId="ADAL" clId="{58DD39B8-5BBA-512F-A88A-C25948A58E09}" dt="2026-10-23T15:32:12.129" v="4784"/>
          <ac:spMkLst>
            <pc:docMk/>
            <pc:sldMk cId="550699655" sldId="275"/>
            <ac:spMk id="7" creationId="{0236EEB8-1732-3660-F029-013966CFA2B3}"/>
          </ac:spMkLst>
        </pc:spChg>
        <pc:grpChg chg="add mod">
          <ac:chgData name="Juliana Rodriguez Cubillos" userId="0c6f9f27-d47b-4e7a-a25c-efe9aec00c33" providerId="ADAL" clId="{58DD39B8-5BBA-512F-A88A-C25948A58E09}" dt="2026-10-23T15:32:12.129" v="4784"/>
          <ac:grpSpMkLst>
            <pc:docMk/>
            <pc:sldMk cId="550699655" sldId="275"/>
            <ac:grpSpMk id="3" creationId="{BC38E3C4-CE62-7ED1-FFE8-95754F790FEF}"/>
          </ac:grpSpMkLst>
        </pc:grpChg>
        <pc:grpChg chg="mod">
          <ac:chgData name="Juliana Rodriguez Cubillos" userId="0c6f9f27-d47b-4e7a-a25c-efe9aec00c33" providerId="ADAL" clId="{58DD39B8-5BBA-512F-A88A-C25948A58E09}" dt="2026-10-23T15:32:12.129" v="4784"/>
          <ac:grpSpMkLst>
            <pc:docMk/>
            <pc:sldMk cId="550699655" sldId="275"/>
            <ac:grpSpMk id="4" creationId="{A72A74B4-2DC2-2CA7-BEBB-098CC1A0FFB7}"/>
          </ac:grpSpMkLst>
        </pc:grpChg>
        <pc:picChg chg="mod">
          <ac:chgData name="Juliana Rodriguez Cubillos" userId="0c6f9f27-d47b-4e7a-a25c-efe9aec00c33" providerId="ADAL" clId="{58DD39B8-5BBA-512F-A88A-C25948A58E09}" dt="2026-10-23T15:32:12.129" v="4784"/>
          <ac:picMkLst>
            <pc:docMk/>
            <pc:sldMk cId="550699655" sldId="275"/>
            <ac:picMk id="8" creationId="{F1BAA52F-FFB8-5E15-AA87-F3FD052533C2}"/>
          </ac:picMkLst>
        </pc:picChg>
        <pc:picChg chg="mod">
          <ac:chgData name="Juliana Rodriguez Cubillos" userId="0c6f9f27-d47b-4e7a-a25c-efe9aec00c33" providerId="ADAL" clId="{58DD39B8-5BBA-512F-A88A-C25948A58E09}" dt="2026-10-23T14:31:58.758" v="4243" actId="14100"/>
          <ac:picMkLst>
            <pc:docMk/>
            <pc:sldMk cId="550699655" sldId="275"/>
            <ac:picMk id="337" creationId="{00000000-0000-0000-0000-000000000000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20:12:19.422" v="5312"/>
        <pc:sldMkLst>
          <pc:docMk/>
          <pc:sldMk cId="0" sldId="276"/>
        </pc:sldMkLst>
        <pc:spChg chg="mod">
          <ac:chgData name="Juliana Rodriguez Cubillos" userId="0c6f9f27-d47b-4e7a-a25c-efe9aec00c33" providerId="ADAL" clId="{58DD39B8-5BBA-512F-A88A-C25948A58E09}" dt="2026-10-23T15:34:19.198" v="4825"/>
          <ac:spMkLst>
            <pc:docMk/>
            <pc:sldMk cId="0" sldId="276"/>
            <ac:spMk id="4" creationId="{05A9AC0B-7662-1558-AC8B-C270F98C17F9}"/>
          </ac:spMkLst>
        </pc:spChg>
        <pc:spChg chg="mod">
          <ac:chgData name="Juliana Rodriguez Cubillos" userId="0c6f9f27-d47b-4e7a-a25c-efe9aec00c33" providerId="ADAL" clId="{58DD39B8-5BBA-512F-A88A-C25948A58E09}" dt="2026-10-23T15:34:19.198" v="4825"/>
          <ac:spMkLst>
            <pc:docMk/>
            <pc:sldMk cId="0" sldId="276"/>
            <ac:spMk id="5" creationId="{A4AB68DA-80D4-266E-7154-C2CB00110867}"/>
          </ac:spMkLst>
        </pc:spChg>
        <pc:spChg chg="mod">
          <ac:chgData name="Juliana Rodriguez Cubillos" userId="0c6f9f27-d47b-4e7a-a25c-efe9aec00c33" providerId="ADAL" clId="{58DD39B8-5BBA-512F-A88A-C25948A58E09}" dt="2026-10-23T15:34:19.198" v="4825"/>
          <ac:spMkLst>
            <pc:docMk/>
            <pc:sldMk cId="0" sldId="276"/>
            <ac:spMk id="6" creationId="{E40C5B2E-B90B-02CA-EA17-CD61C365ECD1}"/>
          </ac:spMkLst>
        </pc:spChg>
        <pc:spChg chg="mod">
          <ac:chgData name="Juliana Rodriguez Cubillos" userId="0c6f9f27-d47b-4e7a-a25c-efe9aec00c33" providerId="ADAL" clId="{58DD39B8-5BBA-512F-A88A-C25948A58E09}" dt="2026-10-23T20:12:19.422" v="5312"/>
          <ac:spMkLst>
            <pc:docMk/>
            <pc:sldMk cId="0" sldId="276"/>
            <ac:spMk id="341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34:19.198" v="4825"/>
          <ac:grpSpMkLst>
            <pc:docMk/>
            <pc:sldMk cId="0" sldId="276"/>
            <ac:grpSpMk id="2" creationId="{7500704F-31D8-CA2E-37EB-39E2F6459CCE}"/>
          </ac:grpSpMkLst>
        </pc:grpChg>
        <pc:grpChg chg="mod">
          <ac:chgData name="Juliana Rodriguez Cubillos" userId="0c6f9f27-d47b-4e7a-a25c-efe9aec00c33" providerId="ADAL" clId="{58DD39B8-5BBA-512F-A88A-C25948A58E09}" dt="2026-10-23T15:34:19.198" v="4825"/>
          <ac:grpSpMkLst>
            <pc:docMk/>
            <pc:sldMk cId="0" sldId="276"/>
            <ac:grpSpMk id="3" creationId="{71AC2036-633F-940B-4E56-B8173597AE04}"/>
          </ac:grpSpMkLst>
        </pc:grpChg>
        <pc:picChg chg="mod">
          <ac:chgData name="Juliana Rodriguez Cubillos" userId="0c6f9f27-d47b-4e7a-a25c-efe9aec00c33" providerId="ADAL" clId="{58DD39B8-5BBA-512F-A88A-C25948A58E09}" dt="2026-10-23T15:34:19.198" v="4825"/>
          <ac:picMkLst>
            <pc:docMk/>
            <pc:sldMk cId="0" sldId="276"/>
            <ac:picMk id="7" creationId="{9DF6F16F-2EAD-F3CF-F5EF-EAEFC24C98F2}"/>
          </ac:picMkLst>
        </pc:picChg>
        <pc:picChg chg="mod">
          <ac:chgData name="Juliana Rodriguez Cubillos" userId="0c6f9f27-d47b-4e7a-a25c-efe9aec00c33" providerId="ADAL" clId="{58DD39B8-5BBA-512F-A88A-C25948A58E09}" dt="2026-10-23T15:34:10.724" v="4820" actId="14100"/>
          <ac:picMkLst>
            <pc:docMk/>
            <pc:sldMk cId="0" sldId="276"/>
            <ac:picMk id="339" creationId="{00000000-0000-0000-0000-000000000000}"/>
          </ac:picMkLst>
        </pc:picChg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77"/>
        </pc:sldMkLst>
      </pc:sldChg>
      <pc:sldChg chg="addSp modSp setBg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78"/>
        </pc:sldMkLst>
      </pc:sldChg>
      <pc:sldChg chg="addSp delSp modSp mod setBg">
        <pc:chgData name="Juliana Rodriguez Cubillos" userId="0c6f9f27-d47b-4e7a-a25c-efe9aec00c33" providerId="ADAL" clId="{58DD39B8-5BBA-512F-A88A-C25948A58E09}" dt="2026-10-23T15:46:50.016" v="4974"/>
        <pc:sldMkLst>
          <pc:docMk/>
          <pc:sldMk cId="3206964297" sldId="279"/>
        </pc:sldMkLst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941964601" sldId="280"/>
        </pc:sldMkLst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941964601" sldId="280"/>
            <ac:spMk id="17" creationId="{61ADCBE1-B81D-658A-BE90-AEDDA4C54CCF}"/>
          </ac:spMkLst>
        </pc:spChg>
        <pc:spChg chg="mod">
          <ac:chgData name="Juliana Rodriguez Cubillos" userId="0c6f9f27-d47b-4e7a-a25c-efe9aec00c33" providerId="ADAL" clId="{58DD39B8-5BBA-512F-A88A-C25948A58E09}" dt="2026-10-23T12:52:23.820" v="1274" actId="1076"/>
          <ac:spMkLst>
            <pc:docMk/>
            <pc:sldMk cId="941964601" sldId="280"/>
            <ac:spMk id="375" creationId="{00000000-0000-0000-0000-000000000000}"/>
          </ac:spMkLst>
        </pc:spChg>
        <pc:grpChg chg="mod">
          <ac:chgData name="Juliana Rodriguez Cubillos" userId="0c6f9f27-d47b-4e7a-a25c-efe9aec00c33" providerId="ADAL" clId="{58DD39B8-5BBA-512F-A88A-C25948A58E09}" dt="2026-10-23T12:52:27.591" v="1275" actId="1076"/>
          <ac:grpSpMkLst>
            <pc:docMk/>
            <pc:sldMk cId="941964601" sldId="280"/>
            <ac:grpSpMk id="9" creationId="{6B9CFE7C-9A82-227E-3B2D-8ABBB40CA56D}"/>
          </ac:grpSpMkLst>
        </pc:grp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66270624" sldId="281"/>
        </pc:sldMkLst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66270624" sldId="281"/>
            <ac:spMk id="11" creationId="{4095E6C5-335F-454C-98BE-2EB5B62F136F}"/>
          </ac:spMkLst>
        </pc:spChg>
      </pc:sldChg>
      <pc:sldChg chg="addSp modSp setBg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82"/>
        </pc:sldMkLst>
      </pc:sldChg>
      <pc:sldChg chg="add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83"/>
        </pc:sldMkLst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84"/>
        </pc:sldMkLst>
        <pc:spChg chg="mod">
          <ac:chgData name="Juliana Rodriguez Cubillos" userId="0c6f9f27-d47b-4e7a-a25c-efe9aec00c33" providerId="ADAL" clId="{58DD39B8-5BBA-512F-A88A-C25948A58E09}" dt="2026-10-23T15:36:10.330" v="4870"/>
          <ac:spMkLst>
            <pc:docMk/>
            <pc:sldMk cId="0" sldId="284"/>
            <ac:spMk id="4" creationId="{EA113AC9-CB72-B958-58E4-53FFE88D6E7D}"/>
          </ac:spMkLst>
        </pc:spChg>
        <pc:spChg chg="mod">
          <ac:chgData name="Juliana Rodriguez Cubillos" userId="0c6f9f27-d47b-4e7a-a25c-efe9aec00c33" providerId="ADAL" clId="{58DD39B8-5BBA-512F-A88A-C25948A58E09}" dt="2026-10-23T15:36:10.330" v="4870"/>
          <ac:spMkLst>
            <pc:docMk/>
            <pc:sldMk cId="0" sldId="284"/>
            <ac:spMk id="6" creationId="{5FF9446D-090B-3B2C-64BC-E1C6095DD2CA}"/>
          </ac:spMkLst>
        </pc:spChg>
        <pc:spChg chg="mod">
          <ac:chgData name="Juliana Rodriguez Cubillos" userId="0c6f9f27-d47b-4e7a-a25c-efe9aec00c33" providerId="ADAL" clId="{58DD39B8-5BBA-512F-A88A-C25948A58E09}" dt="2026-10-23T15:36:10.330" v="4870"/>
          <ac:spMkLst>
            <pc:docMk/>
            <pc:sldMk cId="0" sldId="284"/>
            <ac:spMk id="7" creationId="{19525A15-4D38-3E79-A09F-3968244A02BB}"/>
          </ac:spMkLst>
        </pc:spChg>
        <pc:grpChg chg="add mod">
          <ac:chgData name="Juliana Rodriguez Cubillos" userId="0c6f9f27-d47b-4e7a-a25c-efe9aec00c33" providerId="ADAL" clId="{58DD39B8-5BBA-512F-A88A-C25948A58E09}" dt="2026-10-23T15:36:10.330" v="4870"/>
          <ac:grpSpMkLst>
            <pc:docMk/>
            <pc:sldMk cId="0" sldId="284"/>
            <ac:grpSpMk id="2" creationId="{6006F086-E8DC-A35D-0C99-CCDE0351159E}"/>
          </ac:grpSpMkLst>
        </pc:grpChg>
        <pc:grpChg chg="mod">
          <ac:chgData name="Juliana Rodriguez Cubillos" userId="0c6f9f27-d47b-4e7a-a25c-efe9aec00c33" providerId="ADAL" clId="{58DD39B8-5BBA-512F-A88A-C25948A58E09}" dt="2026-10-23T15:36:10.330" v="4870"/>
          <ac:grpSpMkLst>
            <pc:docMk/>
            <pc:sldMk cId="0" sldId="284"/>
            <ac:grpSpMk id="3" creationId="{FD68608D-F1FA-71E7-78E1-987C558FB794}"/>
          </ac:grpSpMkLst>
        </pc:grpChg>
        <pc:picChg chg="mod">
          <ac:chgData name="Juliana Rodriguez Cubillos" userId="0c6f9f27-d47b-4e7a-a25c-efe9aec00c33" providerId="ADAL" clId="{58DD39B8-5BBA-512F-A88A-C25948A58E09}" dt="2026-10-23T15:36:10.330" v="4870"/>
          <ac:picMkLst>
            <pc:docMk/>
            <pc:sldMk cId="0" sldId="284"/>
            <ac:picMk id="8" creationId="{35DAFD42-DBED-EA96-E9B0-4DC74B79BE41}"/>
          </ac:picMkLst>
        </pc:picChg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85"/>
        </pc:sldMkLst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86"/>
        </pc:sldMkLst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87"/>
        </pc:sldMkLst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88"/>
        </pc:sldMkLst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89"/>
        </pc:sldMkLst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90"/>
        </pc:sldMkLst>
      </pc:sldChg>
      <pc:sldChg chg="addSp modSp mod">
        <pc:chgData name="Juliana Rodriguez Cubillos" userId="0c6f9f27-d47b-4e7a-a25c-efe9aec00c33" providerId="ADAL" clId="{58DD39B8-5BBA-512F-A88A-C25948A58E09}" dt="2026-10-23T20:13:35.553" v="5325" actId="1076"/>
        <pc:sldMkLst>
          <pc:docMk/>
          <pc:sldMk cId="0" sldId="291"/>
        </pc:sldMkLst>
        <pc:spChg chg="mod">
          <ac:chgData name="Juliana Rodriguez Cubillos" userId="0c6f9f27-d47b-4e7a-a25c-efe9aec00c33" providerId="ADAL" clId="{58DD39B8-5BBA-512F-A88A-C25948A58E09}" dt="2026-10-23T15:36:29.424" v="4877"/>
          <ac:spMkLst>
            <pc:docMk/>
            <pc:sldMk cId="0" sldId="291"/>
            <ac:spMk id="4" creationId="{F73D1DDB-E951-CFC9-799F-8BA6E3911FDD}"/>
          </ac:spMkLst>
        </pc:spChg>
        <pc:spChg chg="mod">
          <ac:chgData name="Juliana Rodriguez Cubillos" userId="0c6f9f27-d47b-4e7a-a25c-efe9aec00c33" providerId="ADAL" clId="{58DD39B8-5BBA-512F-A88A-C25948A58E09}" dt="2026-10-23T15:36:29.424" v="4877"/>
          <ac:spMkLst>
            <pc:docMk/>
            <pc:sldMk cId="0" sldId="291"/>
            <ac:spMk id="5" creationId="{54EA17F5-E051-3503-7B01-74C48B64F8B3}"/>
          </ac:spMkLst>
        </pc:spChg>
        <pc:spChg chg="mod">
          <ac:chgData name="Juliana Rodriguez Cubillos" userId="0c6f9f27-d47b-4e7a-a25c-efe9aec00c33" providerId="ADAL" clId="{58DD39B8-5BBA-512F-A88A-C25948A58E09}" dt="2026-10-23T15:36:29.424" v="4877"/>
          <ac:spMkLst>
            <pc:docMk/>
            <pc:sldMk cId="0" sldId="291"/>
            <ac:spMk id="6" creationId="{2FED2B1A-40D6-755B-9F77-34DAD0B32ACD}"/>
          </ac:spMkLst>
        </pc:spChg>
        <pc:spChg chg="add mod">
          <ac:chgData name="Juliana Rodriguez Cubillos" userId="0c6f9f27-d47b-4e7a-a25c-efe9aec00c33" providerId="ADAL" clId="{58DD39B8-5BBA-512F-A88A-C25948A58E09}" dt="2026-10-23T20:13:35.553" v="5325" actId="1076"/>
          <ac:spMkLst>
            <pc:docMk/>
            <pc:sldMk cId="0" sldId="291"/>
            <ac:spMk id="11" creationId="{2B54092B-A9EA-7CF4-882B-684F5D1BAC24}"/>
          </ac:spMkLst>
        </pc:spChg>
        <pc:grpChg chg="add mod">
          <ac:chgData name="Juliana Rodriguez Cubillos" userId="0c6f9f27-d47b-4e7a-a25c-efe9aec00c33" providerId="ADAL" clId="{58DD39B8-5BBA-512F-A88A-C25948A58E09}" dt="2026-10-23T15:36:29.424" v="4877"/>
          <ac:grpSpMkLst>
            <pc:docMk/>
            <pc:sldMk cId="0" sldId="291"/>
            <ac:grpSpMk id="2" creationId="{301597E0-6471-CB31-ABD0-7FAA88C76B33}"/>
          </ac:grpSpMkLst>
        </pc:grpChg>
        <pc:grpChg chg="mod">
          <ac:chgData name="Juliana Rodriguez Cubillos" userId="0c6f9f27-d47b-4e7a-a25c-efe9aec00c33" providerId="ADAL" clId="{58DD39B8-5BBA-512F-A88A-C25948A58E09}" dt="2026-10-23T15:36:29.424" v="4877"/>
          <ac:grpSpMkLst>
            <pc:docMk/>
            <pc:sldMk cId="0" sldId="291"/>
            <ac:grpSpMk id="3" creationId="{4EA0D8D8-B97B-43D8-A55A-F032763DC512}"/>
          </ac:grpSpMkLst>
        </pc:grpChg>
        <pc:picChg chg="mod">
          <ac:chgData name="Juliana Rodriguez Cubillos" userId="0c6f9f27-d47b-4e7a-a25c-efe9aec00c33" providerId="ADAL" clId="{58DD39B8-5BBA-512F-A88A-C25948A58E09}" dt="2026-10-23T15:36:29.424" v="4877"/>
          <ac:picMkLst>
            <pc:docMk/>
            <pc:sldMk cId="0" sldId="291"/>
            <ac:picMk id="7" creationId="{AFB7B121-7E33-66DF-CE2F-0162559CFBCD}"/>
          </ac:picMkLst>
        </pc:picChg>
      </pc:sldChg>
      <pc:sldChg chg="addSp modSp mod">
        <pc:chgData name="Juliana Rodriguez Cubillos" userId="0c6f9f27-d47b-4e7a-a25c-efe9aec00c33" providerId="ADAL" clId="{58DD39B8-5BBA-512F-A88A-C25948A58E09}" dt="2026-10-23T20:13:00.515" v="5314"/>
        <pc:sldMkLst>
          <pc:docMk/>
          <pc:sldMk cId="0" sldId="292"/>
        </pc:sldMkLst>
        <pc:spChg chg="add mod">
          <ac:chgData name="Juliana Rodriguez Cubillos" userId="0c6f9f27-d47b-4e7a-a25c-efe9aec00c33" providerId="ADAL" clId="{58DD39B8-5BBA-512F-A88A-C25948A58E09}" dt="2026-10-23T13:15:01.719" v="2687" actId="1076"/>
          <ac:spMkLst>
            <pc:docMk/>
            <pc:sldMk cId="0" sldId="292"/>
            <ac:spMk id="2" creationId="{84AEBCBF-1C0B-D116-36CB-97C596269225}"/>
          </ac:spMkLst>
        </pc:spChg>
        <pc:spChg chg="mod">
          <ac:chgData name="Juliana Rodriguez Cubillos" userId="0c6f9f27-d47b-4e7a-a25c-efe9aec00c33" providerId="ADAL" clId="{58DD39B8-5BBA-512F-A88A-C25948A58E09}" dt="2026-10-23T15:36:31.249" v="4879"/>
          <ac:spMkLst>
            <pc:docMk/>
            <pc:sldMk cId="0" sldId="292"/>
            <ac:spMk id="5" creationId="{311D6B4D-5035-44D2-EB03-ED3A80225195}"/>
          </ac:spMkLst>
        </pc:spChg>
        <pc:spChg chg="mod">
          <ac:chgData name="Juliana Rodriguez Cubillos" userId="0c6f9f27-d47b-4e7a-a25c-efe9aec00c33" providerId="ADAL" clId="{58DD39B8-5BBA-512F-A88A-C25948A58E09}" dt="2026-10-23T15:36:31.249" v="4879"/>
          <ac:spMkLst>
            <pc:docMk/>
            <pc:sldMk cId="0" sldId="292"/>
            <ac:spMk id="6" creationId="{77225040-F236-10B1-8C42-D3EA547AA259}"/>
          </ac:spMkLst>
        </pc:spChg>
        <pc:spChg chg="mod">
          <ac:chgData name="Juliana Rodriguez Cubillos" userId="0c6f9f27-d47b-4e7a-a25c-efe9aec00c33" providerId="ADAL" clId="{58DD39B8-5BBA-512F-A88A-C25948A58E09}" dt="2026-10-23T15:36:31.249" v="4879"/>
          <ac:spMkLst>
            <pc:docMk/>
            <pc:sldMk cId="0" sldId="292"/>
            <ac:spMk id="7" creationId="{CF60B129-00CC-5ABD-BF01-44F116039E92}"/>
          </ac:spMkLst>
        </pc:spChg>
        <pc:spChg chg="mod">
          <ac:chgData name="Juliana Rodriguez Cubillos" userId="0c6f9f27-d47b-4e7a-a25c-efe9aec00c33" providerId="ADAL" clId="{58DD39B8-5BBA-512F-A88A-C25948A58E09}" dt="2026-10-23T14:14:09.091" v="3708" actId="20577"/>
          <ac:spMkLst>
            <pc:docMk/>
            <pc:sldMk cId="0" sldId="292"/>
            <ac:spMk id="524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20:13:00.515" v="5314"/>
          <ac:spMkLst>
            <pc:docMk/>
            <pc:sldMk cId="0" sldId="292"/>
            <ac:spMk id="525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36:31.249" v="4879"/>
          <ac:grpSpMkLst>
            <pc:docMk/>
            <pc:sldMk cId="0" sldId="292"/>
            <ac:grpSpMk id="3" creationId="{730FD7D6-EB42-A277-5BB8-62FB58DBA9C0}"/>
          </ac:grpSpMkLst>
        </pc:grpChg>
        <pc:grpChg chg="mod">
          <ac:chgData name="Juliana Rodriguez Cubillos" userId="0c6f9f27-d47b-4e7a-a25c-efe9aec00c33" providerId="ADAL" clId="{58DD39B8-5BBA-512F-A88A-C25948A58E09}" dt="2026-10-23T15:36:31.249" v="4879"/>
          <ac:grpSpMkLst>
            <pc:docMk/>
            <pc:sldMk cId="0" sldId="292"/>
            <ac:grpSpMk id="4" creationId="{FD6D1D93-094B-EF3C-A18F-18CB2916E7DA}"/>
          </ac:grpSpMkLst>
        </pc:grpChg>
        <pc:picChg chg="mod">
          <ac:chgData name="Juliana Rodriguez Cubillos" userId="0c6f9f27-d47b-4e7a-a25c-efe9aec00c33" providerId="ADAL" clId="{58DD39B8-5BBA-512F-A88A-C25948A58E09}" dt="2026-10-23T15:36:31.249" v="4879"/>
          <ac:picMkLst>
            <pc:docMk/>
            <pc:sldMk cId="0" sldId="292"/>
            <ac:picMk id="8" creationId="{EA7EAD2D-7AB5-92A9-1656-8E6844CD8EC6}"/>
          </ac:picMkLst>
        </pc:picChg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293"/>
        </pc:sldMkLst>
      </pc:sldChg>
      <pc:sldChg chg="addSp modSp setBg">
        <pc:chgData name="Juliana Rodriguez Cubillos" userId="0c6f9f27-d47b-4e7a-a25c-efe9aec00c33" providerId="ADAL" clId="{58DD39B8-5BBA-512F-A88A-C25948A58E09}" dt="2026-10-23T15:46:59.080" v="4976"/>
        <pc:sldMkLst>
          <pc:docMk/>
          <pc:sldMk cId="1377816635" sldId="294"/>
        </pc:sldMkLst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1377816635" sldId="294"/>
            <ac:spMk id="4" creationId="{D2581D02-4B4C-118F-ADB5-322621911605}"/>
          </ac:spMkLst>
        </pc:spChg>
      </pc:sldChg>
      <pc:sldChg chg="add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1932906444" sldId="295"/>
        </pc:sldMkLst>
        <pc:spChg chg="mod">
          <ac:chgData name="Juliana Rodriguez Cubillos" userId="0c6f9f27-d47b-4e7a-a25c-efe9aec00c33" providerId="ADAL" clId="{58DD39B8-5BBA-512F-A88A-C25948A58E09}" dt="2026-10-23T15:34:48.137" v="4837" actId="1076"/>
          <ac:spMkLst>
            <pc:docMk/>
            <pc:sldMk cId="1932906444" sldId="295"/>
            <ac:spMk id="554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5:35:01.369" v="4840" actId="20577"/>
          <ac:spMkLst>
            <pc:docMk/>
            <pc:sldMk cId="1932906444" sldId="295"/>
            <ac:spMk id="557" creationId="{00000000-0000-0000-0000-000000000000}"/>
          </ac:spMkLst>
        </pc:spChg>
        <pc:picChg chg="mod">
          <ac:chgData name="Juliana Rodriguez Cubillos" userId="0c6f9f27-d47b-4e7a-a25c-efe9aec00c33" providerId="ADAL" clId="{58DD39B8-5BBA-512F-A88A-C25948A58E09}" dt="2026-10-23T15:34:44.196" v="4836" actId="1076"/>
          <ac:picMkLst>
            <pc:docMk/>
            <pc:sldMk cId="1932906444" sldId="295"/>
            <ac:picMk id="555" creationId="{00000000-0000-0000-0000-000000000000}"/>
          </ac:picMkLst>
        </pc:picChg>
      </pc:sldChg>
      <pc:sldChg chg="addSp delSp modSp mod setBg">
        <pc:chgData name="Juliana Rodriguez Cubillos" userId="0c6f9f27-d47b-4e7a-a25c-efe9aec00c33" providerId="ADAL" clId="{58DD39B8-5BBA-512F-A88A-C25948A58E09}" dt="2026-10-23T15:46:50.016" v="4974"/>
        <pc:sldMkLst>
          <pc:docMk/>
          <pc:sldMk cId="932738264" sldId="296"/>
        </pc:sldMkLst>
        <pc:spChg chg="mod">
          <ac:chgData name="Juliana Rodriguez Cubillos" userId="0c6f9f27-d47b-4e7a-a25c-efe9aec00c33" providerId="ADAL" clId="{58DD39B8-5BBA-512F-A88A-C25948A58E09}" dt="2026-10-23T15:35:13.446" v="4842"/>
          <ac:spMkLst>
            <pc:docMk/>
            <pc:sldMk cId="932738264" sldId="296"/>
            <ac:spMk id="4" creationId="{56D1FA85-F02B-F4A8-E62A-66A10B305520}"/>
          </ac:spMkLst>
        </pc:spChg>
        <pc:spChg chg="mod">
          <ac:chgData name="Juliana Rodriguez Cubillos" userId="0c6f9f27-d47b-4e7a-a25c-efe9aec00c33" providerId="ADAL" clId="{58DD39B8-5BBA-512F-A88A-C25948A58E09}" dt="2026-10-23T15:35:13.446" v="4842"/>
          <ac:spMkLst>
            <pc:docMk/>
            <pc:sldMk cId="932738264" sldId="296"/>
            <ac:spMk id="5" creationId="{DF2C1392-6C3C-6B20-2F22-937187775B04}"/>
          </ac:spMkLst>
        </pc:spChg>
        <pc:spChg chg="mod">
          <ac:chgData name="Juliana Rodriguez Cubillos" userId="0c6f9f27-d47b-4e7a-a25c-efe9aec00c33" providerId="ADAL" clId="{58DD39B8-5BBA-512F-A88A-C25948A58E09}" dt="2026-10-23T15:35:13.446" v="4842"/>
          <ac:spMkLst>
            <pc:docMk/>
            <pc:sldMk cId="932738264" sldId="296"/>
            <ac:spMk id="6" creationId="{AD2560CE-49C7-AFB2-60A9-67885809D76C}"/>
          </ac:spMkLst>
        </pc:spChg>
        <pc:grpChg chg="add mod">
          <ac:chgData name="Juliana Rodriguez Cubillos" userId="0c6f9f27-d47b-4e7a-a25c-efe9aec00c33" providerId="ADAL" clId="{58DD39B8-5BBA-512F-A88A-C25948A58E09}" dt="2026-10-23T15:35:13.446" v="4842"/>
          <ac:grpSpMkLst>
            <pc:docMk/>
            <pc:sldMk cId="932738264" sldId="296"/>
            <ac:grpSpMk id="2" creationId="{8407B9D4-C238-7412-4E09-1E654876CE1A}"/>
          </ac:grpSpMkLst>
        </pc:grpChg>
        <pc:grpChg chg="mod">
          <ac:chgData name="Juliana Rodriguez Cubillos" userId="0c6f9f27-d47b-4e7a-a25c-efe9aec00c33" providerId="ADAL" clId="{58DD39B8-5BBA-512F-A88A-C25948A58E09}" dt="2026-10-23T15:35:13.446" v="4842"/>
          <ac:grpSpMkLst>
            <pc:docMk/>
            <pc:sldMk cId="932738264" sldId="296"/>
            <ac:grpSpMk id="3" creationId="{FC3C818B-DF76-5622-228D-596126A69DAB}"/>
          </ac:grpSpMkLst>
        </pc:grpChg>
        <pc:picChg chg="mod">
          <ac:chgData name="Juliana Rodriguez Cubillos" userId="0c6f9f27-d47b-4e7a-a25c-efe9aec00c33" providerId="ADAL" clId="{58DD39B8-5BBA-512F-A88A-C25948A58E09}" dt="2026-10-23T15:35:13.446" v="4842"/>
          <ac:picMkLst>
            <pc:docMk/>
            <pc:sldMk cId="932738264" sldId="296"/>
            <ac:picMk id="7" creationId="{08A62135-47D3-049E-35B6-8B69B322A2D6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854269685" sldId="297"/>
        </pc:sldMkLst>
        <pc:spChg chg="mod">
          <ac:chgData name="Juliana Rodriguez Cubillos" userId="0c6f9f27-d47b-4e7a-a25c-efe9aec00c33" providerId="ADAL" clId="{58DD39B8-5BBA-512F-A88A-C25948A58E09}" dt="2026-10-23T15:35:18.224" v="4844"/>
          <ac:spMkLst>
            <pc:docMk/>
            <pc:sldMk cId="3854269685" sldId="297"/>
            <ac:spMk id="4" creationId="{861DF31D-7E39-26F3-6638-DD08678EC11B}"/>
          </ac:spMkLst>
        </pc:spChg>
        <pc:spChg chg="mod">
          <ac:chgData name="Juliana Rodriguez Cubillos" userId="0c6f9f27-d47b-4e7a-a25c-efe9aec00c33" providerId="ADAL" clId="{58DD39B8-5BBA-512F-A88A-C25948A58E09}" dt="2026-10-23T15:35:18.224" v="4844"/>
          <ac:spMkLst>
            <pc:docMk/>
            <pc:sldMk cId="3854269685" sldId="297"/>
            <ac:spMk id="5" creationId="{DEEBC1EC-00DC-9B71-1879-9F153A215F07}"/>
          </ac:spMkLst>
        </pc:spChg>
        <pc:spChg chg="mod">
          <ac:chgData name="Juliana Rodriguez Cubillos" userId="0c6f9f27-d47b-4e7a-a25c-efe9aec00c33" providerId="ADAL" clId="{58DD39B8-5BBA-512F-A88A-C25948A58E09}" dt="2026-10-23T15:35:18.224" v="4844"/>
          <ac:spMkLst>
            <pc:docMk/>
            <pc:sldMk cId="3854269685" sldId="297"/>
            <ac:spMk id="6" creationId="{7D79AB8F-8B4F-4A79-C52D-CEED2C61C1DD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854269685" sldId="297"/>
            <ac:spMk id="11" creationId="{4ECFCF6A-97A5-8700-D426-B6486466EECB}"/>
          </ac:spMkLst>
        </pc:spChg>
        <pc:grpChg chg="add mod">
          <ac:chgData name="Juliana Rodriguez Cubillos" userId="0c6f9f27-d47b-4e7a-a25c-efe9aec00c33" providerId="ADAL" clId="{58DD39B8-5BBA-512F-A88A-C25948A58E09}" dt="2026-10-23T15:35:18.224" v="4844"/>
          <ac:grpSpMkLst>
            <pc:docMk/>
            <pc:sldMk cId="3854269685" sldId="297"/>
            <ac:grpSpMk id="2" creationId="{960E9C41-7871-5169-B94B-835FDF38E2E8}"/>
          </ac:grpSpMkLst>
        </pc:grpChg>
        <pc:grpChg chg="mod">
          <ac:chgData name="Juliana Rodriguez Cubillos" userId="0c6f9f27-d47b-4e7a-a25c-efe9aec00c33" providerId="ADAL" clId="{58DD39B8-5BBA-512F-A88A-C25948A58E09}" dt="2026-10-23T15:35:18.224" v="4844"/>
          <ac:grpSpMkLst>
            <pc:docMk/>
            <pc:sldMk cId="3854269685" sldId="297"/>
            <ac:grpSpMk id="3" creationId="{1F00DF1F-EC42-716B-91CA-B938EF4B7153}"/>
          </ac:grpSpMkLst>
        </pc:grpChg>
        <pc:picChg chg="mod">
          <ac:chgData name="Juliana Rodriguez Cubillos" userId="0c6f9f27-d47b-4e7a-a25c-efe9aec00c33" providerId="ADAL" clId="{58DD39B8-5BBA-512F-A88A-C25948A58E09}" dt="2026-10-23T15:35:18.224" v="4844"/>
          <ac:picMkLst>
            <pc:docMk/>
            <pc:sldMk cId="3854269685" sldId="297"/>
            <ac:picMk id="8" creationId="{5A4A1E82-3769-E9FD-0A8F-EF10789472D3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1040036480" sldId="298"/>
        </pc:sldMkLst>
        <pc:spChg chg="mod">
          <ac:chgData name="Juliana Rodriguez Cubillos" userId="0c6f9f27-d47b-4e7a-a25c-efe9aec00c33" providerId="ADAL" clId="{58DD39B8-5BBA-512F-A88A-C25948A58E09}" dt="2026-10-23T15:35:22.894" v="4846"/>
          <ac:spMkLst>
            <pc:docMk/>
            <pc:sldMk cId="1040036480" sldId="298"/>
            <ac:spMk id="4" creationId="{D48AE129-2DCA-1C72-DB61-B74041A2C2FF}"/>
          </ac:spMkLst>
        </pc:spChg>
        <pc:spChg chg="mod">
          <ac:chgData name="Juliana Rodriguez Cubillos" userId="0c6f9f27-d47b-4e7a-a25c-efe9aec00c33" providerId="ADAL" clId="{58DD39B8-5BBA-512F-A88A-C25948A58E09}" dt="2026-10-23T15:35:22.894" v="4846"/>
          <ac:spMkLst>
            <pc:docMk/>
            <pc:sldMk cId="1040036480" sldId="298"/>
            <ac:spMk id="5" creationId="{E29E4AD4-F9F0-A024-E7F6-916F009AC836}"/>
          </ac:spMkLst>
        </pc:spChg>
        <pc:spChg chg="mod">
          <ac:chgData name="Juliana Rodriguez Cubillos" userId="0c6f9f27-d47b-4e7a-a25c-efe9aec00c33" providerId="ADAL" clId="{58DD39B8-5BBA-512F-A88A-C25948A58E09}" dt="2026-10-23T15:35:22.894" v="4846"/>
          <ac:spMkLst>
            <pc:docMk/>
            <pc:sldMk cId="1040036480" sldId="298"/>
            <ac:spMk id="6" creationId="{F737AD33-F399-FB18-2FDD-1AB6E2FFA470}"/>
          </ac:spMkLst>
        </pc:spChg>
        <pc:grpChg chg="add mod">
          <ac:chgData name="Juliana Rodriguez Cubillos" userId="0c6f9f27-d47b-4e7a-a25c-efe9aec00c33" providerId="ADAL" clId="{58DD39B8-5BBA-512F-A88A-C25948A58E09}" dt="2026-10-23T15:35:22.894" v="4846"/>
          <ac:grpSpMkLst>
            <pc:docMk/>
            <pc:sldMk cId="1040036480" sldId="298"/>
            <ac:grpSpMk id="2" creationId="{D99E10C2-D791-6CEC-2BD5-89493F9BCD8E}"/>
          </ac:grpSpMkLst>
        </pc:grpChg>
        <pc:grpChg chg="mod">
          <ac:chgData name="Juliana Rodriguez Cubillos" userId="0c6f9f27-d47b-4e7a-a25c-efe9aec00c33" providerId="ADAL" clId="{58DD39B8-5BBA-512F-A88A-C25948A58E09}" dt="2026-10-23T15:35:22.894" v="4846"/>
          <ac:grpSpMkLst>
            <pc:docMk/>
            <pc:sldMk cId="1040036480" sldId="298"/>
            <ac:grpSpMk id="3" creationId="{B7033F22-909A-FD19-E53F-DADA0F43E2A4}"/>
          </ac:grpSpMkLst>
        </pc:grpChg>
        <pc:picChg chg="mod">
          <ac:chgData name="Juliana Rodriguez Cubillos" userId="0c6f9f27-d47b-4e7a-a25c-efe9aec00c33" providerId="ADAL" clId="{58DD39B8-5BBA-512F-A88A-C25948A58E09}" dt="2026-10-23T15:35:22.894" v="4846"/>
          <ac:picMkLst>
            <pc:docMk/>
            <pc:sldMk cId="1040036480" sldId="298"/>
            <ac:picMk id="7" creationId="{5A0B3761-D095-E15D-9B04-4825320177CD}"/>
          </ac:picMkLst>
        </pc:picChg>
      </pc:sldChg>
      <pc:sldChg chg="addSp modSp">
        <pc:chgData name="Juliana Rodriguez Cubillos" userId="0c6f9f27-d47b-4e7a-a25c-efe9aec00c33" providerId="ADAL" clId="{58DD39B8-5BBA-512F-A88A-C25948A58E09}" dt="2026-10-23T15:46:59.080" v="4976"/>
        <pc:sldMkLst>
          <pc:docMk/>
          <pc:sldMk cId="1970287649" sldId="300"/>
        </pc:sldMkLst>
        <pc:spChg chg="mod">
          <ac:chgData name="Juliana Rodriguez Cubillos" userId="0c6f9f27-d47b-4e7a-a25c-efe9aec00c33" providerId="ADAL" clId="{58DD39B8-5BBA-512F-A88A-C25948A58E09}" dt="2026-10-23T15:32:02.109" v="4777"/>
          <ac:spMkLst>
            <pc:docMk/>
            <pc:sldMk cId="1970287649" sldId="300"/>
            <ac:spMk id="4" creationId="{DE8C9375-60B3-EA87-B046-217360772007}"/>
          </ac:spMkLst>
        </pc:spChg>
        <pc:spChg chg="mod">
          <ac:chgData name="Juliana Rodriguez Cubillos" userId="0c6f9f27-d47b-4e7a-a25c-efe9aec00c33" providerId="ADAL" clId="{58DD39B8-5BBA-512F-A88A-C25948A58E09}" dt="2026-10-23T15:32:02.109" v="4777"/>
          <ac:spMkLst>
            <pc:docMk/>
            <pc:sldMk cId="1970287649" sldId="300"/>
            <ac:spMk id="5" creationId="{EB1934D3-1D88-59C2-7A72-2BCA948DF518}"/>
          </ac:spMkLst>
        </pc:spChg>
        <pc:spChg chg="mod">
          <ac:chgData name="Juliana Rodriguez Cubillos" userId="0c6f9f27-d47b-4e7a-a25c-efe9aec00c33" providerId="ADAL" clId="{58DD39B8-5BBA-512F-A88A-C25948A58E09}" dt="2026-10-23T15:32:02.109" v="4777"/>
          <ac:spMkLst>
            <pc:docMk/>
            <pc:sldMk cId="1970287649" sldId="300"/>
            <ac:spMk id="6" creationId="{8FC2AEC7-4BA8-C39D-CD62-97E2EAB748FD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1970287649" sldId="300"/>
            <ac:spMk id="10" creationId="{AAC1143F-4B39-026C-6D2B-0D1A3B4642E1}"/>
          </ac:spMkLst>
        </pc:spChg>
        <pc:grpChg chg="add mod">
          <ac:chgData name="Juliana Rodriguez Cubillos" userId="0c6f9f27-d47b-4e7a-a25c-efe9aec00c33" providerId="ADAL" clId="{58DD39B8-5BBA-512F-A88A-C25948A58E09}" dt="2026-10-23T15:32:02.109" v="4777"/>
          <ac:grpSpMkLst>
            <pc:docMk/>
            <pc:sldMk cId="1970287649" sldId="300"/>
            <ac:grpSpMk id="2" creationId="{4A2950F0-05B6-1E8B-7D2F-6C989B0934B3}"/>
          </ac:grpSpMkLst>
        </pc:grpChg>
        <pc:grpChg chg="mod">
          <ac:chgData name="Juliana Rodriguez Cubillos" userId="0c6f9f27-d47b-4e7a-a25c-efe9aec00c33" providerId="ADAL" clId="{58DD39B8-5BBA-512F-A88A-C25948A58E09}" dt="2026-10-23T15:32:02.109" v="4777"/>
          <ac:grpSpMkLst>
            <pc:docMk/>
            <pc:sldMk cId="1970287649" sldId="300"/>
            <ac:grpSpMk id="3" creationId="{2857382A-252F-60E2-C062-276BE1410750}"/>
          </ac:grpSpMkLst>
        </pc:grpChg>
        <pc:picChg chg="mod">
          <ac:chgData name="Juliana Rodriguez Cubillos" userId="0c6f9f27-d47b-4e7a-a25c-efe9aec00c33" providerId="ADAL" clId="{58DD39B8-5BBA-512F-A88A-C25948A58E09}" dt="2026-10-23T15:32:02.109" v="4777"/>
          <ac:picMkLst>
            <pc:docMk/>
            <pc:sldMk cId="1970287649" sldId="300"/>
            <ac:picMk id="7" creationId="{A24A1CC0-03BE-2D07-4223-5B625B6623F6}"/>
          </ac:picMkLst>
        </pc:picChg>
      </pc:sldChg>
      <pc:sldChg chg="addSp modSp">
        <pc:chgData name="Juliana Rodriguez Cubillos" userId="0c6f9f27-d47b-4e7a-a25c-efe9aec00c33" providerId="ADAL" clId="{58DD39B8-5BBA-512F-A88A-C25948A58E09}" dt="2026-10-23T15:46:59.080" v="4976"/>
        <pc:sldMkLst>
          <pc:docMk/>
          <pc:sldMk cId="3735820011" sldId="301"/>
        </pc:sldMkLst>
        <pc:spChg chg="mod">
          <ac:chgData name="Juliana Rodriguez Cubillos" userId="0c6f9f27-d47b-4e7a-a25c-efe9aec00c33" providerId="ADAL" clId="{58DD39B8-5BBA-512F-A88A-C25948A58E09}" dt="2026-10-23T15:32:03.891" v="4778"/>
          <ac:spMkLst>
            <pc:docMk/>
            <pc:sldMk cId="3735820011" sldId="301"/>
            <ac:spMk id="4" creationId="{C1347630-02BB-725F-6B62-0D0390AE0F88}"/>
          </ac:spMkLst>
        </pc:spChg>
        <pc:spChg chg="mod">
          <ac:chgData name="Juliana Rodriguez Cubillos" userId="0c6f9f27-d47b-4e7a-a25c-efe9aec00c33" providerId="ADAL" clId="{58DD39B8-5BBA-512F-A88A-C25948A58E09}" dt="2026-10-23T15:32:03.891" v="4778"/>
          <ac:spMkLst>
            <pc:docMk/>
            <pc:sldMk cId="3735820011" sldId="301"/>
            <ac:spMk id="5" creationId="{5CFED4D6-5A58-80E2-3E8E-1E203B155120}"/>
          </ac:spMkLst>
        </pc:spChg>
        <pc:spChg chg="mod">
          <ac:chgData name="Juliana Rodriguez Cubillos" userId="0c6f9f27-d47b-4e7a-a25c-efe9aec00c33" providerId="ADAL" clId="{58DD39B8-5BBA-512F-A88A-C25948A58E09}" dt="2026-10-23T15:32:03.891" v="4778"/>
          <ac:spMkLst>
            <pc:docMk/>
            <pc:sldMk cId="3735820011" sldId="301"/>
            <ac:spMk id="6" creationId="{8D3CCA04-8A8D-ABE5-2395-C0900868304D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735820011" sldId="301"/>
            <ac:spMk id="10" creationId="{42E050CD-B8B3-278C-45D7-7C3A52444EAD}"/>
          </ac:spMkLst>
        </pc:spChg>
        <pc:grpChg chg="add mod">
          <ac:chgData name="Juliana Rodriguez Cubillos" userId="0c6f9f27-d47b-4e7a-a25c-efe9aec00c33" providerId="ADAL" clId="{58DD39B8-5BBA-512F-A88A-C25948A58E09}" dt="2026-10-23T15:32:03.891" v="4778"/>
          <ac:grpSpMkLst>
            <pc:docMk/>
            <pc:sldMk cId="3735820011" sldId="301"/>
            <ac:grpSpMk id="2" creationId="{78C7DCA8-B2C7-954E-5AB7-BE0D65F3D5A7}"/>
          </ac:grpSpMkLst>
        </pc:grpChg>
        <pc:grpChg chg="mod">
          <ac:chgData name="Juliana Rodriguez Cubillos" userId="0c6f9f27-d47b-4e7a-a25c-efe9aec00c33" providerId="ADAL" clId="{58DD39B8-5BBA-512F-A88A-C25948A58E09}" dt="2026-10-23T15:32:03.891" v="4778"/>
          <ac:grpSpMkLst>
            <pc:docMk/>
            <pc:sldMk cId="3735820011" sldId="301"/>
            <ac:grpSpMk id="3" creationId="{CC60BFE9-BAEB-AEF2-4500-CDC0563C4B75}"/>
          </ac:grpSpMkLst>
        </pc:grpChg>
        <pc:picChg chg="mod">
          <ac:chgData name="Juliana Rodriguez Cubillos" userId="0c6f9f27-d47b-4e7a-a25c-efe9aec00c33" providerId="ADAL" clId="{58DD39B8-5BBA-512F-A88A-C25948A58E09}" dt="2026-10-23T15:32:03.891" v="4778"/>
          <ac:picMkLst>
            <pc:docMk/>
            <pc:sldMk cId="3735820011" sldId="301"/>
            <ac:picMk id="7" creationId="{DD2EF135-33EB-4FA7-731F-601D220041E7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1765052211" sldId="302"/>
        </pc:sldMkLst>
        <pc:spChg chg="mod">
          <ac:chgData name="Juliana Rodriguez Cubillos" userId="0c6f9f27-d47b-4e7a-a25c-efe9aec00c33" providerId="ADAL" clId="{58DD39B8-5BBA-512F-A88A-C25948A58E09}" dt="2026-10-23T15:32:04.613" v="4779"/>
          <ac:spMkLst>
            <pc:docMk/>
            <pc:sldMk cId="1765052211" sldId="302"/>
            <ac:spMk id="4" creationId="{B8BF9B4D-E1D6-0EF5-B853-9B9A7C5911B2}"/>
          </ac:spMkLst>
        </pc:spChg>
        <pc:spChg chg="mod">
          <ac:chgData name="Juliana Rodriguez Cubillos" userId="0c6f9f27-d47b-4e7a-a25c-efe9aec00c33" providerId="ADAL" clId="{58DD39B8-5BBA-512F-A88A-C25948A58E09}" dt="2026-10-23T15:32:04.613" v="4779"/>
          <ac:spMkLst>
            <pc:docMk/>
            <pc:sldMk cId="1765052211" sldId="302"/>
            <ac:spMk id="5" creationId="{CD14F5F3-DD6D-8325-29E7-2333EDF3CBF3}"/>
          </ac:spMkLst>
        </pc:spChg>
        <pc:spChg chg="mod">
          <ac:chgData name="Juliana Rodriguez Cubillos" userId="0c6f9f27-d47b-4e7a-a25c-efe9aec00c33" providerId="ADAL" clId="{58DD39B8-5BBA-512F-A88A-C25948A58E09}" dt="2026-10-23T15:32:04.613" v="4779"/>
          <ac:spMkLst>
            <pc:docMk/>
            <pc:sldMk cId="1765052211" sldId="302"/>
            <ac:spMk id="6" creationId="{40B156BC-8959-8249-1C75-05CC920201D1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1765052211" sldId="302"/>
            <ac:spMk id="11" creationId="{C8402E20-3B55-1825-D4C0-0C3E0F9EE723}"/>
          </ac:spMkLst>
        </pc:spChg>
        <pc:grpChg chg="add mod">
          <ac:chgData name="Juliana Rodriguez Cubillos" userId="0c6f9f27-d47b-4e7a-a25c-efe9aec00c33" providerId="ADAL" clId="{58DD39B8-5BBA-512F-A88A-C25948A58E09}" dt="2026-10-23T15:32:04.613" v="4779"/>
          <ac:grpSpMkLst>
            <pc:docMk/>
            <pc:sldMk cId="1765052211" sldId="302"/>
            <ac:grpSpMk id="2" creationId="{D6D5AB97-56AB-6914-8B64-A9667400A2DF}"/>
          </ac:grpSpMkLst>
        </pc:grpChg>
        <pc:grpChg chg="mod">
          <ac:chgData name="Juliana Rodriguez Cubillos" userId="0c6f9f27-d47b-4e7a-a25c-efe9aec00c33" providerId="ADAL" clId="{58DD39B8-5BBA-512F-A88A-C25948A58E09}" dt="2026-10-23T15:32:04.613" v="4779"/>
          <ac:grpSpMkLst>
            <pc:docMk/>
            <pc:sldMk cId="1765052211" sldId="302"/>
            <ac:grpSpMk id="3" creationId="{F97C1663-AC71-06E1-BDCD-E0DD47B46B6F}"/>
          </ac:grpSpMkLst>
        </pc:grpChg>
        <pc:picChg chg="mod">
          <ac:chgData name="Juliana Rodriguez Cubillos" userId="0c6f9f27-d47b-4e7a-a25c-efe9aec00c33" providerId="ADAL" clId="{58DD39B8-5BBA-512F-A88A-C25948A58E09}" dt="2026-10-23T15:32:04.613" v="4779"/>
          <ac:picMkLst>
            <pc:docMk/>
            <pc:sldMk cId="1765052211" sldId="302"/>
            <ac:picMk id="7" creationId="{10AC3FAC-0C52-3408-E541-4285B7C87106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20:12:54.601" v="5313"/>
        <pc:sldMkLst>
          <pc:docMk/>
          <pc:sldMk cId="2514011286" sldId="304"/>
        </pc:sldMkLst>
        <pc:spChg chg="add mod">
          <ac:chgData name="Juliana Rodriguez Cubillos" userId="0c6f9f27-d47b-4e7a-a25c-efe9aec00c33" providerId="ADAL" clId="{58DD39B8-5BBA-512F-A88A-C25948A58E09}" dt="2026-10-23T14:14:03.467" v="3706" actId="1076"/>
          <ac:spMkLst>
            <pc:docMk/>
            <pc:sldMk cId="2514011286" sldId="304"/>
            <ac:spMk id="2" creationId="{4A2C2919-66E5-9998-46A5-FAA4298632CE}"/>
          </ac:spMkLst>
        </pc:spChg>
        <pc:spChg chg="mod">
          <ac:chgData name="Juliana Rodriguez Cubillos" userId="0c6f9f27-d47b-4e7a-a25c-efe9aec00c33" providerId="ADAL" clId="{58DD39B8-5BBA-512F-A88A-C25948A58E09}" dt="2026-10-23T15:35:27.632" v="4848"/>
          <ac:spMkLst>
            <pc:docMk/>
            <pc:sldMk cId="2514011286" sldId="304"/>
            <ac:spMk id="5" creationId="{8FE825DC-B9B1-A7B8-9A73-420C6EAC6B2E}"/>
          </ac:spMkLst>
        </pc:spChg>
        <pc:spChg chg="mod">
          <ac:chgData name="Juliana Rodriguez Cubillos" userId="0c6f9f27-d47b-4e7a-a25c-efe9aec00c33" providerId="ADAL" clId="{58DD39B8-5BBA-512F-A88A-C25948A58E09}" dt="2026-10-23T15:35:27.632" v="4848"/>
          <ac:spMkLst>
            <pc:docMk/>
            <pc:sldMk cId="2514011286" sldId="304"/>
            <ac:spMk id="6" creationId="{0B5680CE-CF9F-5930-D239-98B8F2D23E79}"/>
          </ac:spMkLst>
        </pc:spChg>
        <pc:spChg chg="mod">
          <ac:chgData name="Juliana Rodriguez Cubillos" userId="0c6f9f27-d47b-4e7a-a25c-efe9aec00c33" providerId="ADAL" clId="{58DD39B8-5BBA-512F-A88A-C25948A58E09}" dt="2026-10-23T15:35:27.632" v="4848"/>
          <ac:spMkLst>
            <pc:docMk/>
            <pc:sldMk cId="2514011286" sldId="304"/>
            <ac:spMk id="7" creationId="{D16F5F3F-A6AB-53A4-6C7F-C254CC383A08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2514011286" sldId="304"/>
            <ac:spMk id="11" creationId="{1199F2F9-F5BA-4D72-03C7-F20739A46606}"/>
          </ac:spMkLst>
        </pc:spChg>
        <pc:spChg chg="mod">
          <ac:chgData name="Juliana Rodriguez Cubillos" userId="0c6f9f27-d47b-4e7a-a25c-efe9aec00c33" providerId="ADAL" clId="{58DD39B8-5BBA-512F-A88A-C25948A58E09}" dt="2026-10-23T14:14:00.627" v="3705" actId="1076"/>
          <ac:spMkLst>
            <pc:docMk/>
            <pc:sldMk cId="2514011286" sldId="304"/>
            <ac:spMk id="640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20:12:54.601" v="5313"/>
          <ac:spMkLst>
            <pc:docMk/>
            <pc:sldMk cId="2514011286" sldId="304"/>
            <ac:spMk id="641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35:27.632" v="4848"/>
          <ac:grpSpMkLst>
            <pc:docMk/>
            <pc:sldMk cId="2514011286" sldId="304"/>
            <ac:grpSpMk id="3" creationId="{67646433-F3BB-DAF2-4F2D-0A8AE130C70B}"/>
          </ac:grpSpMkLst>
        </pc:grpChg>
        <pc:grpChg chg="mod">
          <ac:chgData name="Juliana Rodriguez Cubillos" userId="0c6f9f27-d47b-4e7a-a25c-efe9aec00c33" providerId="ADAL" clId="{58DD39B8-5BBA-512F-A88A-C25948A58E09}" dt="2026-10-23T15:35:27.632" v="4848"/>
          <ac:grpSpMkLst>
            <pc:docMk/>
            <pc:sldMk cId="2514011286" sldId="304"/>
            <ac:grpSpMk id="4" creationId="{813E2D87-D96D-A789-B799-01B95F67A486}"/>
          </ac:grpSpMkLst>
        </pc:grpChg>
        <pc:picChg chg="mod">
          <ac:chgData name="Juliana Rodriguez Cubillos" userId="0c6f9f27-d47b-4e7a-a25c-efe9aec00c33" providerId="ADAL" clId="{58DD39B8-5BBA-512F-A88A-C25948A58E09}" dt="2026-10-23T15:35:27.632" v="4848"/>
          <ac:picMkLst>
            <pc:docMk/>
            <pc:sldMk cId="2514011286" sldId="304"/>
            <ac:picMk id="8" creationId="{00DA16F2-E17B-8733-4EAA-1ADFFAB8811E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3696246129" sldId="305"/>
        </pc:sldMkLst>
        <pc:spChg chg="mod">
          <ac:chgData name="Juliana Rodriguez Cubillos" userId="0c6f9f27-d47b-4e7a-a25c-efe9aec00c33" providerId="ADAL" clId="{58DD39B8-5BBA-512F-A88A-C25948A58E09}" dt="2026-10-23T15:35:31.964" v="4850"/>
          <ac:spMkLst>
            <pc:docMk/>
            <pc:sldMk cId="3696246129" sldId="305"/>
            <ac:spMk id="4" creationId="{9681507A-11BC-AB4B-A67B-6B46E92D8CC1}"/>
          </ac:spMkLst>
        </pc:spChg>
        <pc:spChg chg="mod">
          <ac:chgData name="Juliana Rodriguez Cubillos" userId="0c6f9f27-d47b-4e7a-a25c-efe9aec00c33" providerId="ADAL" clId="{58DD39B8-5BBA-512F-A88A-C25948A58E09}" dt="2026-10-23T15:35:31.964" v="4850"/>
          <ac:spMkLst>
            <pc:docMk/>
            <pc:sldMk cId="3696246129" sldId="305"/>
            <ac:spMk id="5" creationId="{F393049A-0045-622B-E331-B4E606CBAF28}"/>
          </ac:spMkLst>
        </pc:spChg>
        <pc:spChg chg="mod">
          <ac:chgData name="Juliana Rodriguez Cubillos" userId="0c6f9f27-d47b-4e7a-a25c-efe9aec00c33" providerId="ADAL" clId="{58DD39B8-5BBA-512F-A88A-C25948A58E09}" dt="2026-10-23T15:35:31.964" v="4850"/>
          <ac:spMkLst>
            <pc:docMk/>
            <pc:sldMk cId="3696246129" sldId="305"/>
            <ac:spMk id="6" creationId="{5CB1A32E-0A87-C380-521A-DDEDDDEB8CC0}"/>
          </ac:spMkLst>
        </pc:spChg>
        <pc:grpChg chg="add mod">
          <ac:chgData name="Juliana Rodriguez Cubillos" userId="0c6f9f27-d47b-4e7a-a25c-efe9aec00c33" providerId="ADAL" clId="{58DD39B8-5BBA-512F-A88A-C25948A58E09}" dt="2026-10-23T15:35:31.964" v="4850"/>
          <ac:grpSpMkLst>
            <pc:docMk/>
            <pc:sldMk cId="3696246129" sldId="305"/>
            <ac:grpSpMk id="2" creationId="{3E8C6A74-6EC6-3ABD-A878-CE057087D77A}"/>
          </ac:grpSpMkLst>
        </pc:grpChg>
        <pc:grpChg chg="mod">
          <ac:chgData name="Juliana Rodriguez Cubillos" userId="0c6f9f27-d47b-4e7a-a25c-efe9aec00c33" providerId="ADAL" clId="{58DD39B8-5BBA-512F-A88A-C25948A58E09}" dt="2026-10-23T15:35:31.964" v="4850"/>
          <ac:grpSpMkLst>
            <pc:docMk/>
            <pc:sldMk cId="3696246129" sldId="305"/>
            <ac:grpSpMk id="3" creationId="{68E9A30D-F6CB-44F6-94B4-DA7A49042B7A}"/>
          </ac:grpSpMkLst>
        </pc:grpChg>
        <pc:picChg chg="mod">
          <ac:chgData name="Juliana Rodriguez Cubillos" userId="0c6f9f27-d47b-4e7a-a25c-efe9aec00c33" providerId="ADAL" clId="{58DD39B8-5BBA-512F-A88A-C25948A58E09}" dt="2026-10-23T15:35:31.964" v="4850"/>
          <ac:picMkLst>
            <pc:docMk/>
            <pc:sldMk cId="3696246129" sldId="305"/>
            <ac:picMk id="7" creationId="{B8A86FB3-DA2F-8434-8F99-08978DC8BD0E}"/>
          </ac:picMkLst>
        </pc:picChg>
      </pc:sldChg>
      <pc:sldChg chg="addSp modSp mod setBg">
        <pc:chgData name="Juliana Rodriguez Cubillos" userId="0c6f9f27-d47b-4e7a-a25c-efe9aec00c33" providerId="ADAL" clId="{58DD39B8-5BBA-512F-A88A-C25948A58E09}" dt="2026-10-23T15:52:29.106" v="4987" actId="1076"/>
        <pc:sldMkLst>
          <pc:docMk/>
          <pc:sldMk cId="0" sldId="306"/>
        </pc:sldMkLst>
        <pc:spChg chg="mod">
          <ac:chgData name="Juliana Rodriguez Cubillos" userId="0c6f9f27-d47b-4e7a-a25c-efe9aec00c33" providerId="ADAL" clId="{58DD39B8-5BBA-512F-A88A-C25948A58E09}" dt="2026-10-23T14:07:19.500" v="3620" actId="1076"/>
          <ac:spMkLst>
            <pc:docMk/>
            <pc:sldMk cId="0" sldId="306"/>
            <ac:spMk id="659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4:07:15.071" v="3619" actId="1076"/>
          <ac:spMkLst>
            <pc:docMk/>
            <pc:sldMk cId="0" sldId="306"/>
            <ac:spMk id="660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5:52:29.106" v="4987" actId="1076"/>
          <ac:spMkLst>
            <pc:docMk/>
            <pc:sldMk cId="0" sldId="306"/>
            <ac:spMk id="661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4:07:15.071" v="3619" actId="1076"/>
          <ac:spMkLst>
            <pc:docMk/>
            <pc:sldMk cId="0" sldId="306"/>
            <ac:spMk id="665" creationId="{00000000-0000-0000-0000-000000000000}"/>
          </ac:spMkLst>
        </pc:spChg>
        <pc:grpChg chg="mod">
          <ac:chgData name="Juliana Rodriguez Cubillos" userId="0c6f9f27-d47b-4e7a-a25c-efe9aec00c33" providerId="ADAL" clId="{58DD39B8-5BBA-512F-A88A-C25948A58E09}" dt="2026-10-23T14:07:15.071" v="3619" actId="1076"/>
          <ac:grpSpMkLst>
            <pc:docMk/>
            <pc:sldMk cId="0" sldId="306"/>
            <ac:grpSpMk id="662" creationId="{00000000-0000-0000-0000-000000000000}"/>
          </ac:grpSpMkLst>
        </pc:grpChg>
      </pc:sldChg>
      <pc:sldChg chg="addSp delSp modSp mod setBg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307"/>
        </pc:sldMkLst>
        <pc:spChg chg="mod">
          <ac:chgData name="Juliana Rodriguez Cubillos" userId="0c6f9f27-d47b-4e7a-a25c-efe9aec00c33" providerId="ADAL" clId="{58DD39B8-5BBA-512F-A88A-C25948A58E09}" dt="2026-10-23T15:37:43.828" v="4909"/>
          <ac:spMkLst>
            <pc:docMk/>
            <pc:sldMk cId="0" sldId="307"/>
            <ac:spMk id="4" creationId="{36F6D0F9-C6A7-FFD6-127F-1F26F9D24298}"/>
          </ac:spMkLst>
        </pc:spChg>
        <pc:spChg chg="mod">
          <ac:chgData name="Juliana Rodriguez Cubillos" userId="0c6f9f27-d47b-4e7a-a25c-efe9aec00c33" providerId="ADAL" clId="{58DD39B8-5BBA-512F-A88A-C25948A58E09}" dt="2026-10-23T15:37:43.828" v="4909"/>
          <ac:spMkLst>
            <pc:docMk/>
            <pc:sldMk cId="0" sldId="307"/>
            <ac:spMk id="5" creationId="{AF6F834C-5290-E193-9984-2C360F4952C4}"/>
          </ac:spMkLst>
        </pc:spChg>
        <pc:spChg chg="mod">
          <ac:chgData name="Juliana Rodriguez Cubillos" userId="0c6f9f27-d47b-4e7a-a25c-efe9aec00c33" providerId="ADAL" clId="{58DD39B8-5BBA-512F-A88A-C25948A58E09}" dt="2026-10-23T15:37:43.828" v="4909"/>
          <ac:spMkLst>
            <pc:docMk/>
            <pc:sldMk cId="0" sldId="307"/>
            <ac:spMk id="6" creationId="{278964B6-E32E-86CC-D1A6-917D5337504E}"/>
          </ac:spMkLst>
        </pc:spChg>
        <pc:grpChg chg="add mod">
          <ac:chgData name="Juliana Rodriguez Cubillos" userId="0c6f9f27-d47b-4e7a-a25c-efe9aec00c33" providerId="ADAL" clId="{58DD39B8-5BBA-512F-A88A-C25948A58E09}" dt="2026-10-23T15:37:43.828" v="4909"/>
          <ac:grpSpMkLst>
            <pc:docMk/>
            <pc:sldMk cId="0" sldId="307"/>
            <ac:grpSpMk id="2" creationId="{97BE84C2-7192-0E98-58D6-354A147C2EA7}"/>
          </ac:grpSpMkLst>
        </pc:grpChg>
        <pc:grpChg chg="mod">
          <ac:chgData name="Juliana Rodriguez Cubillos" userId="0c6f9f27-d47b-4e7a-a25c-efe9aec00c33" providerId="ADAL" clId="{58DD39B8-5BBA-512F-A88A-C25948A58E09}" dt="2026-10-23T15:37:43.828" v="4909"/>
          <ac:grpSpMkLst>
            <pc:docMk/>
            <pc:sldMk cId="0" sldId="307"/>
            <ac:grpSpMk id="3" creationId="{5CC5A995-E636-EA92-D609-7A8FCE749C69}"/>
          </ac:grpSpMkLst>
        </pc:grpChg>
        <pc:picChg chg="mod">
          <ac:chgData name="Juliana Rodriguez Cubillos" userId="0c6f9f27-d47b-4e7a-a25c-efe9aec00c33" providerId="ADAL" clId="{58DD39B8-5BBA-512F-A88A-C25948A58E09}" dt="2026-10-23T15:37:43.828" v="4909"/>
          <ac:picMkLst>
            <pc:docMk/>
            <pc:sldMk cId="0" sldId="307"/>
            <ac:picMk id="7" creationId="{CB01D9C5-AF7E-BDBB-FA34-113A2E0D03E0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308"/>
        </pc:sldMkLst>
        <pc:spChg chg="mod">
          <ac:chgData name="Juliana Rodriguez Cubillos" userId="0c6f9f27-d47b-4e7a-a25c-efe9aec00c33" providerId="ADAL" clId="{58DD39B8-5BBA-512F-A88A-C25948A58E09}" dt="2026-10-23T15:37:38.215" v="4907"/>
          <ac:spMkLst>
            <pc:docMk/>
            <pc:sldMk cId="0" sldId="308"/>
            <ac:spMk id="4" creationId="{2620A922-194F-E2D1-6A21-C40D6D79DDD6}"/>
          </ac:spMkLst>
        </pc:spChg>
        <pc:spChg chg="mod">
          <ac:chgData name="Juliana Rodriguez Cubillos" userId="0c6f9f27-d47b-4e7a-a25c-efe9aec00c33" providerId="ADAL" clId="{58DD39B8-5BBA-512F-A88A-C25948A58E09}" dt="2026-10-23T15:37:38.215" v="4907"/>
          <ac:spMkLst>
            <pc:docMk/>
            <pc:sldMk cId="0" sldId="308"/>
            <ac:spMk id="5" creationId="{D899BA9D-AD79-391F-7A94-40D5D025709B}"/>
          </ac:spMkLst>
        </pc:spChg>
        <pc:spChg chg="mod">
          <ac:chgData name="Juliana Rodriguez Cubillos" userId="0c6f9f27-d47b-4e7a-a25c-efe9aec00c33" providerId="ADAL" clId="{58DD39B8-5BBA-512F-A88A-C25948A58E09}" dt="2026-10-23T15:37:38.215" v="4907"/>
          <ac:spMkLst>
            <pc:docMk/>
            <pc:sldMk cId="0" sldId="308"/>
            <ac:spMk id="6" creationId="{1A997FA2-EE02-79AF-55CE-54ADD147C8CB}"/>
          </ac:spMkLst>
        </pc:spChg>
        <pc:grpChg chg="add mod">
          <ac:chgData name="Juliana Rodriguez Cubillos" userId="0c6f9f27-d47b-4e7a-a25c-efe9aec00c33" providerId="ADAL" clId="{58DD39B8-5BBA-512F-A88A-C25948A58E09}" dt="2026-10-23T15:37:38.215" v="4907"/>
          <ac:grpSpMkLst>
            <pc:docMk/>
            <pc:sldMk cId="0" sldId="308"/>
            <ac:grpSpMk id="2" creationId="{76175D57-0293-04D3-5F4A-F6D8075F7E65}"/>
          </ac:grpSpMkLst>
        </pc:grpChg>
        <pc:grpChg chg="mod">
          <ac:chgData name="Juliana Rodriguez Cubillos" userId="0c6f9f27-d47b-4e7a-a25c-efe9aec00c33" providerId="ADAL" clId="{58DD39B8-5BBA-512F-A88A-C25948A58E09}" dt="2026-10-23T15:37:38.215" v="4907"/>
          <ac:grpSpMkLst>
            <pc:docMk/>
            <pc:sldMk cId="0" sldId="308"/>
            <ac:grpSpMk id="3" creationId="{639859A9-8DEF-6231-DE0F-55D5543DF0CD}"/>
          </ac:grpSpMkLst>
        </pc:grpChg>
        <pc:picChg chg="mod">
          <ac:chgData name="Juliana Rodriguez Cubillos" userId="0c6f9f27-d47b-4e7a-a25c-efe9aec00c33" providerId="ADAL" clId="{58DD39B8-5BBA-512F-A88A-C25948A58E09}" dt="2026-10-23T15:37:38.215" v="4907"/>
          <ac:picMkLst>
            <pc:docMk/>
            <pc:sldMk cId="0" sldId="308"/>
            <ac:picMk id="7" creationId="{5A325D9F-6FA9-D107-1BF5-FA4DB063E5B5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37:48.608" v="4911"/>
        <pc:sldMkLst>
          <pc:docMk/>
          <pc:sldMk cId="0" sldId="309"/>
        </pc:sldMkLst>
        <pc:spChg chg="mod">
          <ac:chgData name="Juliana Rodriguez Cubillos" userId="0c6f9f27-d47b-4e7a-a25c-efe9aec00c33" providerId="ADAL" clId="{58DD39B8-5BBA-512F-A88A-C25948A58E09}" dt="2026-10-23T15:37:48.608" v="4911"/>
          <ac:spMkLst>
            <pc:docMk/>
            <pc:sldMk cId="0" sldId="309"/>
            <ac:spMk id="4" creationId="{781703DB-8F7C-0CC3-9425-738AE933DAA4}"/>
          </ac:spMkLst>
        </pc:spChg>
        <pc:spChg chg="mod">
          <ac:chgData name="Juliana Rodriguez Cubillos" userId="0c6f9f27-d47b-4e7a-a25c-efe9aec00c33" providerId="ADAL" clId="{58DD39B8-5BBA-512F-A88A-C25948A58E09}" dt="2026-10-23T15:37:48.608" v="4911"/>
          <ac:spMkLst>
            <pc:docMk/>
            <pc:sldMk cId="0" sldId="309"/>
            <ac:spMk id="5" creationId="{90B163B1-AA1C-BA46-8669-CD1A7EB5EC5B}"/>
          </ac:spMkLst>
        </pc:spChg>
        <pc:spChg chg="mod">
          <ac:chgData name="Juliana Rodriguez Cubillos" userId="0c6f9f27-d47b-4e7a-a25c-efe9aec00c33" providerId="ADAL" clId="{58DD39B8-5BBA-512F-A88A-C25948A58E09}" dt="2026-10-23T15:37:48.608" v="4911"/>
          <ac:spMkLst>
            <pc:docMk/>
            <pc:sldMk cId="0" sldId="309"/>
            <ac:spMk id="6" creationId="{085F8980-4CC6-8A53-42E1-1B162FCD3B6A}"/>
          </ac:spMkLst>
        </pc:spChg>
        <pc:grpChg chg="add mod">
          <ac:chgData name="Juliana Rodriguez Cubillos" userId="0c6f9f27-d47b-4e7a-a25c-efe9aec00c33" providerId="ADAL" clId="{58DD39B8-5BBA-512F-A88A-C25948A58E09}" dt="2026-10-23T15:37:48.608" v="4911"/>
          <ac:grpSpMkLst>
            <pc:docMk/>
            <pc:sldMk cId="0" sldId="309"/>
            <ac:grpSpMk id="2" creationId="{0F3DC50A-B2F4-FEDC-4F0C-FD14DA582BCA}"/>
          </ac:grpSpMkLst>
        </pc:grpChg>
        <pc:grpChg chg="mod">
          <ac:chgData name="Juliana Rodriguez Cubillos" userId="0c6f9f27-d47b-4e7a-a25c-efe9aec00c33" providerId="ADAL" clId="{58DD39B8-5BBA-512F-A88A-C25948A58E09}" dt="2026-10-23T15:37:48.608" v="4911"/>
          <ac:grpSpMkLst>
            <pc:docMk/>
            <pc:sldMk cId="0" sldId="309"/>
            <ac:grpSpMk id="3" creationId="{B35625F8-D43D-0826-97B8-7A1D80DABD51}"/>
          </ac:grpSpMkLst>
        </pc:grpChg>
        <pc:picChg chg="mod">
          <ac:chgData name="Juliana Rodriguez Cubillos" userId="0c6f9f27-d47b-4e7a-a25c-efe9aec00c33" providerId="ADAL" clId="{58DD39B8-5BBA-512F-A88A-C25948A58E09}" dt="2026-10-23T15:37:48.608" v="4911"/>
          <ac:picMkLst>
            <pc:docMk/>
            <pc:sldMk cId="0" sldId="309"/>
            <ac:picMk id="7" creationId="{4051ECCD-38B2-F673-6732-A4503BA2BFCA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37:52.443" v="4913"/>
        <pc:sldMkLst>
          <pc:docMk/>
          <pc:sldMk cId="0" sldId="310"/>
        </pc:sldMkLst>
        <pc:spChg chg="mod">
          <ac:chgData name="Juliana Rodriguez Cubillos" userId="0c6f9f27-d47b-4e7a-a25c-efe9aec00c33" providerId="ADAL" clId="{58DD39B8-5BBA-512F-A88A-C25948A58E09}" dt="2026-10-23T15:37:52.443" v="4913"/>
          <ac:spMkLst>
            <pc:docMk/>
            <pc:sldMk cId="0" sldId="310"/>
            <ac:spMk id="4" creationId="{B8F1AB05-7502-6E71-B107-2CFA9C39F6AF}"/>
          </ac:spMkLst>
        </pc:spChg>
        <pc:spChg chg="mod">
          <ac:chgData name="Juliana Rodriguez Cubillos" userId="0c6f9f27-d47b-4e7a-a25c-efe9aec00c33" providerId="ADAL" clId="{58DD39B8-5BBA-512F-A88A-C25948A58E09}" dt="2026-10-23T15:37:52.443" v="4913"/>
          <ac:spMkLst>
            <pc:docMk/>
            <pc:sldMk cId="0" sldId="310"/>
            <ac:spMk id="5" creationId="{F59D508A-8465-EAB0-CC31-253F9B00A673}"/>
          </ac:spMkLst>
        </pc:spChg>
        <pc:spChg chg="mod">
          <ac:chgData name="Juliana Rodriguez Cubillos" userId="0c6f9f27-d47b-4e7a-a25c-efe9aec00c33" providerId="ADAL" clId="{58DD39B8-5BBA-512F-A88A-C25948A58E09}" dt="2026-10-23T15:37:52.443" v="4913"/>
          <ac:spMkLst>
            <pc:docMk/>
            <pc:sldMk cId="0" sldId="310"/>
            <ac:spMk id="6" creationId="{63602A7A-00B0-63CF-95DA-365BF3DCE65C}"/>
          </ac:spMkLst>
        </pc:spChg>
        <pc:spChg chg="mod">
          <ac:chgData name="Juliana Rodriguez Cubillos" userId="0c6f9f27-d47b-4e7a-a25c-efe9aec00c33" providerId="ADAL" clId="{58DD39B8-5BBA-512F-A88A-C25948A58E09}" dt="2026-10-23T12:56:36.820" v="1302" actId="27636"/>
          <ac:spMkLst>
            <pc:docMk/>
            <pc:sldMk cId="0" sldId="310"/>
            <ac:spMk id="693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37:52.443" v="4913"/>
          <ac:grpSpMkLst>
            <pc:docMk/>
            <pc:sldMk cId="0" sldId="310"/>
            <ac:grpSpMk id="2" creationId="{9898A636-5DEB-E9F9-2E61-1CDD117BDE58}"/>
          </ac:grpSpMkLst>
        </pc:grpChg>
        <pc:grpChg chg="mod">
          <ac:chgData name="Juliana Rodriguez Cubillos" userId="0c6f9f27-d47b-4e7a-a25c-efe9aec00c33" providerId="ADAL" clId="{58DD39B8-5BBA-512F-A88A-C25948A58E09}" dt="2026-10-23T15:37:52.443" v="4913"/>
          <ac:grpSpMkLst>
            <pc:docMk/>
            <pc:sldMk cId="0" sldId="310"/>
            <ac:grpSpMk id="3" creationId="{10DB9569-20A8-0145-3E16-2D7E33483B08}"/>
          </ac:grpSpMkLst>
        </pc:grpChg>
        <pc:picChg chg="mod">
          <ac:chgData name="Juliana Rodriguez Cubillos" userId="0c6f9f27-d47b-4e7a-a25c-efe9aec00c33" providerId="ADAL" clId="{58DD39B8-5BBA-512F-A88A-C25948A58E09}" dt="2026-10-23T15:37:52.443" v="4913"/>
          <ac:picMkLst>
            <pc:docMk/>
            <pc:sldMk cId="0" sldId="310"/>
            <ac:picMk id="7" creationId="{6B3FA02F-3025-55A5-4DF2-9D67D05130D3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311"/>
        </pc:sldMkLst>
        <pc:spChg chg="mod">
          <ac:chgData name="Juliana Rodriguez Cubillos" userId="0c6f9f27-d47b-4e7a-a25c-efe9aec00c33" providerId="ADAL" clId="{58DD39B8-5BBA-512F-A88A-C25948A58E09}" dt="2026-10-23T15:37:58.200" v="4915"/>
          <ac:spMkLst>
            <pc:docMk/>
            <pc:sldMk cId="0" sldId="311"/>
            <ac:spMk id="4" creationId="{20026B67-7FB3-8E1D-E527-28987158E04D}"/>
          </ac:spMkLst>
        </pc:spChg>
        <pc:spChg chg="mod">
          <ac:chgData name="Juliana Rodriguez Cubillos" userId="0c6f9f27-d47b-4e7a-a25c-efe9aec00c33" providerId="ADAL" clId="{58DD39B8-5BBA-512F-A88A-C25948A58E09}" dt="2026-10-23T15:37:58.200" v="4915"/>
          <ac:spMkLst>
            <pc:docMk/>
            <pc:sldMk cId="0" sldId="311"/>
            <ac:spMk id="5" creationId="{1BEFD4BF-10DB-6CDE-658D-28E268DE1BFB}"/>
          </ac:spMkLst>
        </pc:spChg>
        <pc:spChg chg="mod">
          <ac:chgData name="Juliana Rodriguez Cubillos" userId="0c6f9f27-d47b-4e7a-a25c-efe9aec00c33" providerId="ADAL" clId="{58DD39B8-5BBA-512F-A88A-C25948A58E09}" dt="2026-10-23T15:37:58.200" v="4915"/>
          <ac:spMkLst>
            <pc:docMk/>
            <pc:sldMk cId="0" sldId="311"/>
            <ac:spMk id="6" creationId="{5343773C-19DE-E98F-175A-653ECECBCF17}"/>
          </ac:spMkLst>
        </pc:spChg>
        <pc:grpChg chg="add mod">
          <ac:chgData name="Juliana Rodriguez Cubillos" userId="0c6f9f27-d47b-4e7a-a25c-efe9aec00c33" providerId="ADAL" clId="{58DD39B8-5BBA-512F-A88A-C25948A58E09}" dt="2026-10-23T15:37:58.200" v="4915"/>
          <ac:grpSpMkLst>
            <pc:docMk/>
            <pc:sldMk cId="0" sldId="311"/>
            <ac:grpSpMk id="2" creationId="{B9B601CD-AF38-0D7E-AF2F-A477BA0131AB}"/>
          </ac:grpSpMkLst>
        </pc:grpChg>
        <pc:grpChg chg="mod">
          <ac:chgData name="Juliana Rodriguez Cubillos" userId="0c6f9f27-d47b-4e7a-a25c-efe9aec00c33" providerId="ADAL" clId="{58DD39B8-5BBA-512F-A88A-C25948A58E09}" dt="2026-10-23T15:37:58.200" v="4915"/>
          <ac:grpSpMkLst>
            <pc:docMk/>
            <pc:sldMk cId="0" sldId="311"/>
            <ac:grpSpMk id="3" creationId="{30E74669-3ADA-BC79-5D28-27DEE899CA06}"/>
          </ac:grpSpMkLst>
        </pc:grpChg>
        <pc:picChg chg="mod">
          <ac:chgData name="Juliana Rodriguez Cubillos" userId="0c6f9f27-d47b-4e7a-a25c-efe9aec00c33" providerId="ADAL" clId="{58DD39B8-5BBA-512F-A88A-C25948A58E09}" dt="2026-10-23T15:37:58.200" v="4915"/>
          <ac:picMkLst>
            <pc:docMk/>
            <pc:sldMk cId="0" sldId="311"/>
            <ac:picMk id="7" creationId="{A10E62B3-DEBD-B672-A6DA-0D70152A00E5}"/>
          </ac:picMkLst>
        </pc:picChg>
      </pc:sldChg>
      <pc:sldChg chg="addSp delSp modSp mod setBg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312"/>
        </pc:sldMkLst>
        <pc:spChg chg="mod">
          <ac:chgData name="Juliana Rodriguez Cubillos" userId="0c6f9f27-d47b-4e7a-a25c-efe9aec00c33" providerId="ADAL" clId="{58DD39B8-5BBA-512F-A88A-C25948A58E09}" dt="2026-10-23T15:38:28.737" v="4920"/>
          <ac:spMkLst>
            <pc:docMk/>
            <pc:sldMk cId="0" sldId="312"/>
            <ac:spMk id="4" creationId="{C8492BC0-9239-591C-8F7B-1C418EE3D1C3}"/>
          </ac:spMkLst>
        </pc:spChg>
        <pc:spChg chg="mod">
          <ac:chgData name="Juliana Rodriguez Cubillos" userId="0c6f9f27-d47b-4e7a-a25c-efe9aec00c33" providerId="ADAL" clId="{58DD39B8-5BBA-512F-A88A-C25948A58E09}" dt="2026-10-23T15:38:28.737" v="4920"/>
          <ac:spMkLst>
            <pc:docMk/>
            <pc:sldMk cId="0" sldId="312"/>
            <ac:spMk id="5" creationId="{1658BC34-6CCE-8131-2CCA-230A9D5462B7}"/>
          </ac:spMkLst>
        </pc:spChg>
        <pc:spChg chg="mod">
          <ac:chgData name="Juliana Rodriguez Cubillos" userId="0c6f9f27-d47b-4e7a-a25c-efe9aec00c33" providerId="ADAL" clId="{58DD39B8-5BBA-512F-A88A-C25948A58E09}" dt="2026-10-23T15:38:28.737" v="4920"/>
          <ac:spMkLst>
            <pc:docMk/>
            <pc:sldMk cId="0" sldId="312"/>
            <ac:spMk id="6" creationId="{010C5CE6-569D-F1AC-AEEC-0F3C0D17D9EA}"/>
          </ac:spMkLst>
        </pc:spChg>
        <pc:grpChg chg="add mod">
          <ac:chgData name="Juliana Rodriguez Cubillos" userId="0c6f9f27-d47b-4e7a-a25c-efe9aec00c33" providerId="ADAL" clId="{58DD39B8-5BBA-512F-A88A-C25948A58E09}" dt="2026-10-23T15:38:28.737" v="4920"/>
          <ac:grpSpMkLst>
            <pc:docMk/>
            <pc:sldMk cId="0" sldId="312"/>
            <ac:grpSpMk id="2" creationId="{C02745D7-4719-B5B6-B6D9-0B27EE7D6161}"/>
          </ac:grpSpMkLst>
        </pc:grpChg>
        <pc:grpChg chg="mod">
          <ac:chgData name="Juliana Rodriguez Cubillos" userId="0c6f9f27-d47b-4e7a-a25c-efe9aec00c33" providerId="ADAL" clId="{58DD39B8-5BBA-512F-A88A-C25948A58E09}" dt="2026-10-23T15:38:28.737" v="4920"/>
          <ac:grpSpMkLst>
            <pc:docMk/>
            <pc:sldMk cId="0" sldId="312"/>
            <ac:grpSpMk id="3" creationId="{618AE8CE-8933-77B4-C8D9-EA5152CBCF26}"/>
          </ac:grpSpMkLst>
        </pc:grpChg>
        <pc:picChg chg="mod">
          <ac:chgData name="Juliana Rodriguez Cubillos" userId="0c6f9f27-d47b-4e7a-a25c-efe9aec00c33" providerId="ADAL" clId="{58DD39B8-5BBA-512F-A88A-C25948A58E09}" dt="2026-10-23T15:38:28.737" v="4920"/>
          <ac:picMkLst>
            <pc:docMk/>
            <pc:sldMk cId="0" sldId="312"/>
            <ac:picMk id="7" creationId="{37C9E70E-7545-CB02-E7BE-0FDB39054F8B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314"/>
        </pc:sldMkLst>
        <pc:spChg chg="mod">
          <ac:chgData name="Juliana Rodriguez Cubillos" userId="0c6f9f27-d47b-4e7a-a25c-efe9aec00c33" providerId="ADAL" clId="{58DD39B8-5BBA-512F-A88A-C25948A58E09}" dt="2026-10-23T15:38:36.930" v="4925"/>
          <ac:spMkLst>
            <pc:docMk/>
            <pc:sldMk cId="0" sldId="314"/>
            <ac:spMk id="4" creationId="{5E3CEA03-DBB4-BBC5-F5E5-C2F989D5F408}"/>
          </ac:spMkLst>
        </pc:spChg>
        <pc:spChg chg="mod">
          <ac:chgData name="Juliana Rodriguez Cubillos" userId="0c6f9f27-d47b-4e7a-a25c-efe9aec00c33" providerId="ADAL" clId="{58DD39B8-5BBA-512F-A88A-C25948A58E09}" dt="2026-10-23T15:38:36.930" v="4925"/>
          <ac:spMkLst>
            <pc:docMk/>
            <pc:sldMk cId="0" sldId="314"/>
            <ac:spMk id="5" creationId="{361FA821-33D4-5243-5F90-905131ED7614}"/>
          </ac:spMkLst>
        </pc:spChg>
        <pc:spChg chg="mod">
          <ac:chgData name="Juliana Rodriguez Cubillos" userId="0c6f9f27-d47b-4e7a-a25c-efe9aec00c33" providerId="ADAL" clId="{58DD39B8-5BBA-512F-A88A-C25948A58E09}" dt="2026-10-23T15:38:36.930" v="4925"/>
          <ac:spMkLst>
            <pc:docMk/>
            <pc:sldMk cId="0" sldId="314"/>
            <ac:spMk id="6" creationId="{E69B780C-2AF0-18FB-7809-9FA51D489752}"/>
          </ac:spMkLst>
        </pc:spChg>
        <pc:grpChg chg="add mod">
          <ac:chgData name="Juliana Rodriguez Cubillos" userId="0c6f9f27-d47b-4e7a-a25c-efe9aec00c33" providerId="ADAL" clId="{58DD39B8-5BBA-512F-A88A-C25948A58E09}" dt="2026-10-23T15:38:36.930" v="4925"/>
          <ac:grpSpMkLst>
            <pc:docMk/>
            <pc:sldMk cId="0" sldId="314"/>
            <ac:grpSpMk id="2" creationId="{5FE1EA76-5BEA-1CE6-721D-8A56809F0247}"/>
          </ac:grpSpMkLst>
        </pc:grpChg>
        <pc:grpChg chg="mod">
          <ac:chgData name="Juliana Rodriguez Cubillos" userId="0c6f9f27-d47b-4e7a-a25c-efe9aec00c33" providerId="ADAL" clId="{58DD39B8-5BBA-512F-A88A-C25948A58E09}" dt="2026-10-23T15:38:36.930" v="4925"/>
          <ac:grpSpMkLst>
            <pc:docMk/>
            <pc:sldMk cId="0" sldId="314"/>
            <ac:grpSpMk id="3" creationId="{AA4125DD-4916-B904-A7EF-5E1072D5FF42}"/>
          </ac:grpSpMkLst>
        </pc:grpChg>
        <pc:picChg chg="mod">
          <ac:chgData name="Juliana Rodriguez Cubillos" userId="0c6f9f27-d47b-4e7a-a25c-efe9aec00c33" providerId="ADAL" clId="{58DD39B8-5BBA-512F-A88A-C25948A58E09}" dt="2026-10-23T15:38:36.930" v="4925"/>
          <ac:picMkLst>
            <pc:docMk/>
            <pc:sldMk cId="0" sldId="314"/>
            <ac:picMk id="7" creationId="{FD6A6966-BC26-F02D-4DD1-27E26540B375}"/>
          </ac:picMkLst>
        </pc:picChg>
      </pc:sldChg>
      <pc:sldChg chg="addSp modSp mod setBg modNotes">
        <pc:chgData name="Juliana Rodriguez Cubillos" userId="0c6f9f27-d47b-4e7a-a25c-efe9aec00c33" providerId="ADAL" clId="{58DD39B8-5BBA-512F-A88A-C25948A58E09}" dt="2026-10-23T15:46:59.080" v="4976"/>
        <pc:sldMkLst>
          <pc:docMk/>
          <pc:sldMk cId="1937895303" sldId="315"/>
        </pc:sldMkLst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1937895303" sldId="315"/>
            <ac:spMk id="4" creationId="{E43BE426-FC13-C5CF-BB7D-0B51B4BD248C}"/>
          </ac:spMkLst>
        </pc:spChg>
        <pc:spChg chg="mod">
          <ac:chgData name="Juliana Rodriguez Cubillos" userId="0c6f9f27-d47b-4e7a-a25c-efe9aec00c33" providerId="ADAL" clId="{58DD39B8-5BBA-512F-A88A-C25948A58E09}" dt="2026-10-23T14:07:28.562" v="3621" actId="207"/>
          <ac:spMkLst>
            <pc:docMk/>
            <pc:sldMk cId="1937895303" sldId="315"/>
            <ac:spMk id="735" creationId="{00000000-0000-0000-0000-000000000000}"/>
          </ac:spMkLst>
        </pc:spChg>
      </pc:sldChg>
      <pc:sldChg chg="add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658614709" sldId="316"/>
        </pc:sldMkLst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658614709" sldId="316"/>
            <ac:spMk id="4" creationId="{4F930C9E-F4A1-C26B-C125-842FA0ABC1D1}"/>
          </ac:spMkLst>
        </pc:spChg>
        <pc:spChg chg="mod">
          <ac:chgData name="Juliana Rodriguez Cubillos" userId="0c6f9f27-d47b-4e7a-a25c-efe9aec00c33" providerId="ADAL" clId="{58DD39B8-5BBA-512F-A88A-C25948A58E09}" dt="2026-10-23T15:37:26.081" v="4903" actId="1076"/>
          <ac:spMkLst>
            <pc:docMk/>
            <pc:sldMk cId="658614709" sldId="316"/>
            <ac:spMk id="781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5:37:14.578" v="4902" actId="1076"/>
          <ac:spMkLst>
            <pc:docMk/>
            <pc:sldMk cId="658614709" sldId="316"/>
            <ac:spMk id="783" creationId="{00000000-0000-0000-0000-000000000000}"/>
          </ac:spMkLst>
        </pc:spChg>
        <pc:picChg chg="mod">
          <ac:chgData name="Juliana Rodriguez Cubillos" userId="0c6f9f27-d47b-4e7a-a25c-efe9aec00c33" providerId="ADAL" clId="{58DD39B8-5BBA-512F-A88A-C25948A58E09}" dt="2026-10-23T15:37:26.081" v="4903" actId="1076"/>
          <ac:picMkLst>
            <pc:docMk/>
            <pc:sldMk cId="658614709" sldId="316"/>
            <ac:picMk id="782" creationId="{00000000-0000-0000-0000-000000000000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751949525" sldId="317"/>
        </pc:sldMkLst>
        <pc:spChg chg="mod">
          <ac:chgData name="Juliana Rodriguez Cubillos" userId="0c6f9f27-d47b-4e7a-a25c-efe9aec00c33" providerId="ADAL" clId="{58DD39B8-5BBA-512F-A88A-C25948A58E09}" dt="2026-10-23T15:37:34.758" v="4905"/>
          <ac:spMkLst>
            <pc:docMk/>
            <pc:sldMk cId="751949525" sldId="317"/>
            <ac:spMk id="4" creationId="{C1B6DF7D-4913-814E-64A1-44CB122667D1}"/>
          </ac:spMkLst>
        </pc:spChg>
        <pc:spChg chg="mod">
          <ac:chgData name="Juliana Rodriguez Cubillos" userId="0c6f9f27-d47b-4e7a-a25c-efe9aec00c33" providerId="ADAL" clId="{58DD39B8-5BBA-512F-A88A-C25948A58E09}" dt="2026-10-23T15:37:34.758" v="4905"/>
          <ac:spMkLst>
            <pc:docMk/>
            <pc:sldMk cId="751949525" sldId="317"/>
            <ac:spMk id="5" creationId="{219D5D51-8A57-5E81-C463-50436D64A8D3}"/>
          </ac:spMkLst>
        </pc:spChg>
        <pc:spChg chg="mod">
          <ac:chgData name="Juliana Rodriguez Cubillos" userId="0c6f9f27-d47b-4e7a-a25c-efe9aec00c33" providerId="ADAL" clId="{58DD39B8-5BBA-512F-A88A-C25948A58E09}" dt="2026-10-23T15:37:34.758" v="4905"/>
          <ac:spMkLst>
            <pc:docMk/>
            <pc:sldMk cId="751949525" sldId="317"/>
            <ac:spMk id="6" creationId="{3430EFF2-2D65-652B-D305-4F090EFBAE0B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751949525" sldId="317"/>
            <ac:spMk id="10" creationId="{AC017B68-5A33-17EB-98F1-79EFB338569B}"/>
          </ac:spMkLst>
        </pc:spChg>
        <pc:grpChg chg="add mod">
          <ac:chgData name="Juliana Rodriguez Cubillos" userId="0c6f9f27-d47b-4e7a-a25c-efe9aec00c33" providerId="ADAL" clId="{58DD39B8-5BBA-512F-A88A-C25948A58E09}" dt="2026-10-23T15:37:34.758" v="4905"/>
          <ac:grpSpMkLst>
            <pc:docMk/>
            <pc:sldMk cId="751949525" sldId="317"/>
            <ac:grpSpMk id="2" creationId="{BC12B5E8-51B3-6753-51D2-58813B1C5A7C}"/>
          </ac:grpSpMkLst>
        </pc:grpChg>
        <pc:grpChg chg="mod">
          <ac:chgData name="Juliana Rodriguez Cubillos" userId="0c6f9f27-d47b-4e7a-a25c-efe9aec00c33" providerId="ADAL" clId="{58DD39B8-5BBA-512F-A88A-C25948A58E09}" dt="2026-10-23T15:37:34.758" v="4905"/>
          <ac:grpSpMkLst>
            <pc:docMk/>
            <pc:sldMk cId="751949525" sldId="317"/>
            <ac:grpSpMk id="3" creationId="{5C02E791-9878-3F32-365F-E0A9C67A38A0}"/>
          </ac:grpSpMkLst>
        </pc:grpChg>
        <pc:picChg chg="mod">
          <ac:chgData name="Juliana Rodriguez Cubillos" userId="0c6f9f27-d47b-4e7a-a25c-efe9aec00c33" providerId="ADAL" clId="{58DD39B8-5BBA-512F-A88A-C25948A58E09}" dt="2026-10-23T15:37:34.758" v="4905"/>
          <ac:picMkLst>
            <pc:docMk/>
            <pc:sldMk cId="751949525" sldId="317"/>
            <ac:picMk id="7" creationId="{B58262D8-ED8B-4F69-4D11-69C8E2DBEA67}"/>
          </ac:picMkLst>
        </pc:picChg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318"/>
        </pc:sldMkLst>
      </pc:sldChg>
      <pc:sldChg chg="addSp delSp modSp mod">
        <pc:chgData name="Juliana Rodriguez Cubillos" userId="0c6f9f27-d47b-4e7a-a25c-efe9aec00c33" providerId="ADAL" clId="{58DD39B8-5BBA-512F-A88A-C25948A58E09}" dt="2026-10-23T20:06:19.755" v="5243" actId="1076"/>
        <pc:sldMkLst>
          <pc:docMk/>
          <pc:sldMk cId="0" sldId="319"/>
        </pc:sldMkLst>
        <pc:spChg chg="mod">
          <ac:chgData name="Juliana Rodriguez Cubillos" userId="0c6f9f27-d47b-4e7a-a25c-efe9aec00c33" providerId="ADAL" clId="{58DD39B8-5BBA-512F-A88A-C25948A58E09}" dt="2026-10-23T15:38:02.384" v="4917"/>
          <ac:spMkLst>
            <pc:docMk/>
            <pc:sldMk cId="0" sldId="319"/>
            <ac:spMk id="4" creationId="{0F650B38-E67E-4047-8E23-826546AB3548}"/>
          </ac:spMkLst>
        </pc:spChg>
        <pc:spChg chg="mod">
          <ac:chgData name="Juliana Rodriguez Cubillos" userId="0c6f9f27-d47b-4e7a-a25c-efe9aec00c33" providerId="ADAL" clId="{58DD39B8-5BBA-512F-A88A-C25948A58E09}" dt="2026-10-23T15:38:02.384" v="4917"/>
          <ac:spMkLst>
            <pc:docMk/>
            <pc:sldMk cId="0" sldId="319"/>
            <ac:spMk id="5" creationId="{6B49968C-98AB-756C-B362-9D29F902D124}"/>
          </ac:spMkLst>
        </pc:spChg>
        <pc:spChg chg="mod">
          <ac:chgData name="Juliana Rodriguez Cubillos" userId="0c6f9f27-d47b-4e7a-a25c-efe9aec00c33" providerId="ADAL" clId="{58DD39B8-5BBA-512F-A88A-C25948A58E09}" dt="2026-10-23T15:38:02.384" v="4917"/>
          <ac:spMkLst>
            <pc:docMk/>
            <pc:sldMk cId="0" sldId="319"/>
            <ac:spMk id="6" creationId="{99BEA51B-C6CA-9EF5-A88D-F1AD77AB3275}"/>
          </ac:spMkLst>
        </pc:spChg>
        <pc:spChg chg="mod">
          <ac:chgData name="Juliana Rodriguez Cubillos" userId="0c6f9f27-d47b-4e7a-a25c-efe9aec00c33" providerId="ADAL" clId="{58DD39B8-5BBA-512F-A88A-C25948A58E09}" dt="2026-10-23T14:19:04.720" v="3961" actId="20577"/>
          <ac:spMkLst>
            <pc:docMk/>
            <pc:sldMk cId="0" sldId="319"/>
            <ac:spMk id="852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3:51:53.291" v="3496" actId="14100"/>
          <ac:spMkLst>
            <pc:docMk/>
            <pc:sldMk cId="0" sldId="319"/>
            <ac:spMk id="853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38:02.384" v="4917"/>
          <ac:grpSpMkLst>
            <pc:docMk/>
            <pc:sldMk cId="0" sldId="319"/>
            <ac:grpSpMk id="2" creationId="{E29CAA0F-71B9-6206-3211-BF7FE11A7B7A}"/>
          </ac:grpSpMkLst>
        </pc:grpChg>
        <pc:grpChg chg="mod">
          <ac:chgData name="Juliana Rodriguez Cubillos" userId="0c6f9f27-d47b-4e7a-a25c-efe9aec00c33" providerId="ADAL" clId="{58DD39B8-5BBA-512F-A88A-C25948A58E09}" dt="2026-10-23T15:38:02.384" v="4917"/>
          <ac:grpSpMkLst>
            <pc:docMk/>
            <pc:sldMk cId="0" sldId="319"/>
            <ac:grpSpMk id="3" creationId="{596672B2-BBFD-C707-AD8F-F157B638EACE}"/>
          </ac:grpSpMkLst>
        </pc:grpChg>
        <pc:picChg chg="mod">
          <ac:chgData name="Juliana Rodriguez Cubillos" userId="0c6f9f27-d47b-4e7a-a25c-efe9aec00c33" providerId="ADAL" clId="{58DD39B8-5BBA-512F-A88A-C25948A58E09}" dt="2026-10-23T15:38:02.384" v="4917"/>
          <ac:picMkLst>
            <pc:docMk/>
            <pc:sldMk cId="0" sldId="319"/>
            <ac:picMk id="7" creationId="{47ECE28F-A5DE-1572-FBF3-E3068F044397}"/>
          </ac:picMkLst>
        </pc:picChg>
        <pc:picChg chg="add mod">
          <ac:chgData name="Juliana Rodriguez Cubillos" userId="0c6f9f27-d47b-4e7a-a25c-efe9aec00c33" providerId="ADAL" clId="{58DD39B8-5BBA-512F-A88A-C25948A58E09}" dt="2026-10-23T20:06:19.755" v="5243" actId="1076"/>
          <ac:picMkLst>
            <pc:docMk/>
            <pc:sldMk cId="0" sldId="319"/>
            <ac:picMk id="11" creationId="{B4551E85-0BFE-0B4D-CF90-2BF2A64B857A}"/>
          </ac:picMkLst>
        </pc:picChg>
        <pc:picChg chg="add mod">
          <ac:chgData name="Juliana Rodriguez Cubillos" userId="0c6f9f27-d47b-4e7a-a25c-efe9aec00c33" providerId="ADAL" clId="{58DD39B8-5BBA-512F-A88A-C25948A58E09}" dt="2026-10-23T20:06:17.817" v="5242" actId="1076"/>
          <ac:picMkLst>
            <pc:docMk/>
            <pc:sldMk cId="0" sldId="319"/>
            <ac:picMk id="13" creationId="{53A34670-89D5-714F-D844-9AF1F67D2B8F}"/>
          </ac:picMkLst>
        </pc:picChg>
      </pc:sldChg>
      <pc:sldChg chg="addSp modSp ord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320"/>
        </pc:sldMkLst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2090838546" sldId="323"/>
        </pc:sldMkLst>
        <pc:spChg chg="mod">
          <ac:chgData name="Juliana Rodriguez Cubillos" userId="0c6f9f27-d47b-4e7a-a25c-efe9aec00c33" providerId="ADAL" clId="{58DD39B8-5BBA-512F-A88A-C25948A58E09}" dt="2026-10-23T15:06:24.551" v="4270" actId="1076"/>
          <ac:spMkLst>
            <pc:docMk/>
            <pc:sldMk cId="2090838546" sldId="323"/>
            <ac:spMk id="2" creationId="{5DAE32E1-884B-4F45-AB3D-8734D6B645D0}"/>
          </ac:spMkLst>
        </pc:spChg>
        <pc:spChg chg="mod">
          <ac:chgData name="Juliana Rodriguez Cubillos" userId="0c6f9f27-d47b-4e7a-a25c-efe9aec00c33" providerId="ADAL" clId="{58DD39B8-5BBA-512F-A88A-C25948A58E09}" dt="2026-10-23T15:07:15.369" v="4282" actId="14100"/>
          <ac:spMkLst>
            <pc:docMk/>
            <pc:sldMk cId="2090838546" sldId="323"/>
            <ac:spMk id="3" creationId="{B067C6F7-AA50-4FE9-84EA-78EEE6F521F9}"/>
          </ac:spMkLst>
        </pc:spChg>
        <pc:spChg chg="add mod">
          <ac:chgData name="Juliana Rodriguez Cubillos" userId="0c6f9f27-d47b-4e7a-a25c-efe9aec00c33" providerId="ADAL" clId="{58DD39B8-5BBA-512F-A88A-C25948A58E09}" dt="2026-10-23T15:07:08.615" v="4281" actId="1036"/>
          <ac:spMkLst>
            <pc:docMk/>
            <pc:sldMk cId="2090838546" sldId="323"/>
            <ac:spMk id="8" creationId="{99618D41-ED3F-90CE-836E-8124E506D119}"/>
          </ac:spMkLst>
        </pc:spChg>
        <pc:spChg chg="add mod">
          <ac:chgData name="Juliana Rodriguez Cubillos" userId="0c6f9f27-d47b-4e7a-a25c-efe9aec00c33" providerId="ADAL" clId="{58DD39B8-5BBA-512F-A88A-C25948A58E09}" dt="2026-10-23T15:39:59.027" v="4932" actId="14100"/>
          <ac:spMkLst>
            <pc:docMk/>
            <pc:sldMk cId="2090838546" sldId="323"/>
            <ac:spMk id="11" creationId="{8892B100-EC81-947D-1252-EDC6BDBDCD42}"/>
          </ac:spMkLst>
        </pc:spChg>
        <pc:spChg chg="add mod">
          <ac:chgData name="Juliana Rodriguez Cubillos" userId="0c6f9f27-d47b-4e7a-a25c-efe9aec00c33" providerId="ADAL" clId="{58DD39B8-5BBA-512F-A88A-C25948A58E09}" dt="2026-10-23T15:40:55.093" v="4956" actId="1076"/>
          <ac:spMkLst>
            <pc:docMk/>
            <pc:sldMk cId="2090838546" sldId="323"/>
            <ac:spMk id="14" creationId="{555CB196-3B99-2485-A201-440B6BC5C980}"/>
          </ac:spMkLst>
        </pc:spChg>
        <pc:spChg chg="add mod">
          <ac:chgData name="Juliana Rodriguez Cubillos" userId="0c6f9f27-d47b-4e7a-a25c-efe9aec00c33" providerId="ADAL" clId="{58DD39B8-5BBA-512F-A88A-C25948A58E09}" dt="2026-10-23T15:40:55.093" v="4956" actId="1076"/>
          <ac:spMkLst>
            <pc:docMk/>
            <pc:sldMk cId="2090838546" sldId="323"/>
            <ac:spMk id="15" creationId="{503099F9-F942-60C1-0582-A6223A3C7814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2090838546" sldId="323"/>
            <ac:spMk id="19" creationId="{BFE46AA8-220A-3A46-359A-A0E7EE061D42}"/>
          </ac:spMkLst>
        </pc:spChg>
        <pc:grpChg chg="add">
          <ac:chgData name="Juliana Rodriguez Cubillos" userId="0c6f9f27-d47b-4e7a-a25c-efe9aec00c33" providerId="ADAL" clId="{58DD39B8-5BBA-512F-A88A-C25948A58E09}" dt="2026-10-23T15:07:32.761" v="4284" actId="164"/>
          <ac:grpSpMkLst>
            <pc:docMk/>
            <pc:sldMk cId="2090838546" sldId="323"/>
            <ac:grpSpMk id="10" creationId="{113551B0-84DF-2DC5-8074-D35FAF2A7E89}"/>
          </ac:grpSpMkLst>
        </pc:grpChg>
        <pc:grpChg chg="add mod">
          <ac:chgData name="Juliana Rodriguez Cubillos" userId="0c6f9f27-d47b-4e7a-a25c-efe9aec00c33" providerId="ADAL" clId="{58DD39B8-5BBA-512F-A88A-C25948A58E09}" dt="2026-10-23T15:40:55.093" v="4956" actId="1076"/>
          <ac:grpSpMkLst>
            <pc:docMk/>
            <pc:sldMk cId="2090838546" sldId="323"/>
            <ac:grpSpMk id="13" creationId="{5665D1A4-0430-D3B7-C962-C8AFD3F01564}"/>
          </ac:grpSpMkLst>
        </pc:grpChg>
        <pc:grpChg chg="add">
          <ac:chgData name="Juliana Rodriguez Cubillos" userId="0c6f9f27-d47b-4e7a-a25c-efe9aec00c33" providerId="ADAL" clId="{58DD39B8-5BBA-512F-A88A-C25948A58E09}" dt="2026-10-23T15:40:57.878" v="4957" actId="164"/>
          <ac:grpSpMkLst>
            <pc:docMk/>
            <pc:sldMk cId="2090838546" sldId="323"/>
            <ac:grpSpMk id="16" creationId="{804FF763-7AB1-AE82-4C3A-BFF5285E2194}"/>
          </ac:grpSpMkLst>
        </pc:grpChg>
        <pc:picChg chg="add mod">
          <ac:chgData name="Juliana Rodriguez Cubillos" userId="0c6f9f27-d47b-4e7a-a25c-efe9aec00c33" providerId="ADAL" clId="{58DD39B8-5BBA-512F-A88A-C25948A58E09}" dt="2026-10-23T15:40:03.724" v="4933" actId="1076"/>
          <ac:picMkLst>
            <pc:docMk/>
            <pc:sldMk cId="2090838546" sldId="323"/>
            <ac:picMk id="12" creationId="{5311A925-A7D4-0542-354F-B29559467A0C}"/>
          </ac:picMkLst>
        </pc:picChg>
        <pc:cxnChg chg="add mod">
          <ac:chgData name="Juliana Rodriguez Cubillos" userId="0c6f9f27-d47b-4e7a-a25c-efe9aec00c33" providerId="ADAL" clId="{58DD39B8-5BBA-512F-A88A-C25948A58E09}" dt="2026-10-23T15:07:18.892" v="4283" actId="14100"/>
          <ac:cxnSpMkLst>
            <pc:docMk/>
            <pc:sldMk cId="2090838546" sldId="323"/>
            <ac:cxnSpMk id="6" creationId="{6E5EE384-F4AB-8E13-598E-3A8F49A0AD38}"/>
          </ac:cxnSpMkLst>
        </pc:cxnChg>
      </pc:sldChg>
      <pc:sldChg chg="add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289095634" sldId="339"/>
        </pc:sldMkLst>
        <pc:spChg chg="mod">
          <ac:chgData name="Juliana Rodriguez Cubillos" userId="0c6f9f27-d47b-4e7a-a25c-efe9aec00c33" providerId="ADAL" clId="{58DD39B8-5BBA-512F-A88A-C25948A58E09}" dt="2026-10-23T13:06:00.738" v="2652" actId="790"/>
          <ac:spMkLst>
            <pc:docMk/>
            <pc:sldMk cId="3289095634" sldId="339"/>
            <ac:spMk id="2" creationId="{5DAE32E1-884B-4F45-AB3D-8734D6B645D0}"/>
          </ac:spMkLst>
        </pc:spChg>
        <pc:spChg chg="mod">
          <ac:chgData name="Juliana Rodriguez Cubillos" userId="0c6f9f27-d47b-4e7a-a25c-efe9aec00c33" providerId="ADAL" clId="{58DD39B8-5BBA-512F-A88A-C25948A58E09}" dt="2026-10-23T13:06:00.738" v="2652" actId="790"/>
          <ac:spMkLst>
            <pc:docMk/>
            <pc:sldMk cId="3289095634" sldId="339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3:06:00.738" v="2652" actId="790"/>
          <ac:spMkLst>
            <pc:docMk/>
            <pc:sldMk cId="3289095634" sldId="339"/>
            <ac:spMk id="5" creationId="{3B456C03-AD85-4C0E-8A8C-1BB4710AB3DC}"/>
          </ac:spMkLst>
        </pc:spChg>
        <pc:spChg chg="mod">
          <ac:chgData name="Juliana Rodriguez Cubillos" userId="0c6f9f27-d47b-4e7a-a25c-efe9aec00c33" providerId="ADAL" clId="{58DD39B8-5BBA-512F-A88A-C25948A58E09}" dt="2026-10-23T13:57:23.798" v="3508" actId="113"/>
          <ac:spMkLst>
            <pc:docMk/>
            <pc:sldMk cId="3289095634" sldId="339"/>
            <ac:spMk id="6" creationId="{09B91E33-BE9C-473B-9160-A7BD3519C3B9}"/>
          </ac:spMkLst>
        </pc:spChg>
        <pc:spChg chg="mod">
          <ac:chgData name="Juliana Rodriguez Cubillos" userId="0c6f9f27-d47b-4e7a-a25c-efe9aec00c33" providerId="ADAL" clId="{58DD39B8-5BBA-512F-A88A-C25948A58E09}" dt="2026-10-23T15:38:30.392" v="4921"/>
          <ac:spMkLst>
            <pc:docMk/>
            <pc:sldMk cId="3289095634" sldId="339"/>
            <ac:spMk id="8" creationId="{E553FB93-0EB5-0264-B45B-2ABB7F1496CF}"/>
          </ac:spMkLst>
        </pc:spChg>
        <pc:spChg chg="mod">
          <ac:chgData name="Juliana Rodriguez Cubillos" userId="0c6f9f27-d47b-4e7a-a25c-efe9aec00c33" providerId="ADAL" clId="{58DD39B8-5BBA-512F-A88A-C25948A58E09}" dt="2026-10-23T15:38:30.392" v="4921"/>
          <ac:spMkLst>
            <pc:docMk/>
            <pc:sldMk cId="3289095634" sldId="339"/>
            <ac:spMk id="9" creationId="{D94D5AD0-AC12-C001-EB5B-91BD41AE856B}"/>
          </ac:spMkLst>
        </pc:spChg>
        <pc:spChg chg="mod">
          <ac:chgData name="Juliana Rodriguez Cubillos" userId="0c6f9f27-d47b-4e7a-a25c-efe9aec00c33" providerId="ADAL" clId="{58DD39B8-5BBA-512F-A88A-C25948A58E09}" dt="2026-10-23T15:38:30.392" v="4921"/>
          <ac:spMkLst>
            <pc:docMk/>
            <pc:sldMk cId="3289095634" sldId="339"/>
            <ac:spMk id="10" creationId="{1A5B4C33-B5BF-45C1-8BFB-7BE8C47C0EE7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289095634" sldId="339"/>
            <ac:spMk id="14" creationId="{19167C29-21CB-6F7F-3AC8-89D84B7F9D19}"/>
          </ac:spMkLst>
        </pc:spChg>
        <pc:grpChg chg="add mod">
          <ac:chgData name="Juliana Rodriguez Cubillos" userId="0c6f9f27-d47b-4e7a-a25c-efe9aec00c33" providerId="ADAL" clId="{58DD39B8-5BBA-512F-A88A-C25948A58E09}" dt="2026-10-23T15:38:30.392" v="4921"/>
          <ac:grpSpMkLst>
            <pc:docMk/>
            <pc:sldMk cId="3289095634" sldId="339"/>
            <ac:grpSpMk id="4" creationId="{BAC6F555-255B-5134-9D4B-9FB32480CFDC}"/>
          </ac:grpSpMkLst>
        </pc:grpChg>
        <pc:grpChg chg="mod">
          <ac:chgData name="Juliana Rodriguez Cubillos" userId="0c6f9f27-d47b-4e7a-a25c-efe9aec00c33" providerId="ADAL" clId="{58DD39B8-5BBA-512F-A88A-C25948A58E09}" dt="2026-10-23T15:38:30.392" v="4921"/>
          <ac:grpSpMkLst>
            <pc:docMk/>
            <pc:sldMk cId="3289095634" sldId="339"/>
            <ac:grpSpMk id="7" creationId="{7AA9432A-EEB5-D8D6-8DBF-128957D0FCF8}"/>
          </ac:grpSpMkLst>
        </pc:grpChg>
        <pc:picChg chg="mod">
          <ac:chgData name="Juliana Rodriguez Cubillos" userId="0c6f9f27-d47b-4e7a-a25c-efe9aec00c33" providerId="ADAL" clId="{58DD39B8-5BBA-512F-A88A-C25948A58E09}" dt="2026-10-23T15:38:30.392" v="4921"/>
          <ac:picMkLst>
            <pc:docMk/>
            <pc:sldMk cId="3289095634" sldId="339"/>
            <ac:picMk id="11" creationId="{2283F7FD-A430-CF96-C648-51ECA95B2518}"/>
          </ac:picMkLst>
        </pc:picChg>
      </pc:sldChg>
      <pc:sldChg chg="add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3466647668" sldId="345"/>
        </pc:sldMkLst>
        <pc:spChg chg="mod">
          <ac:chgData name="Juliana Rodriguez Cubillos" userId="0c6f9f27-d47b-4e7a-a25c-efe9aec00c33" providerId="ADAL" clId="{58DD39B8-5BBA-512F-A88A-C25948A58E09}" dt="2026-10-23T15:25:57.702" v="4730"/>
          <ac:spMkLst>
            <pc:docMk/>
            <pc:sldMk cId="3466647668" sldId="345"/>
            <ac:spMk id="5" creationId="{3DA8B28F-1FE9-BF55-41AD-053687E3471F}"/>
          </ac:spMkLst>
        </pc:spChg>
        <pc:spChg chg="mod">
          <ac:chgData name="Juliana Rodriguez Cubillos" userId="0c6f9f27-d47b-4e7a-a25c-efe9aec00c33" providerId="ADAL" clId="{58DD39B8-5BBA-512F-A88A-C25948A58E09}" dt="2026-10-23T15:25:57.702" v="4730"/>
          <ac:spMkLst>
            <pc:docMk/>
            <pc:sldMk cId="3466647668" sldId="345"/>
            <ac:spMk id="6" creationId="{9F53D52E-DDB2-B156-BDB5-993D16B63CFA}"/>
          </ac:spMkLst>
        </pc:spChg>
        <pc:spChg chg="mod">
          <ac:chgData name="Juliana Rodriguez Cubillos" userId="0c6f9f27-d47b-4e7a-a25c-efe9aec00c33" providerId="ADAL" clId="{58DD39B8-5BBA-512F-A88A-C25948A58E09}" dt="2026-10-23T15:25:57.702" v="4730"/>
          <ac:spMkLst>
            <pc:docMk/>
            <pc:sldMk cId="3466647668" sldId="345"/>
            <ac:spMk id="7" creationId="{ADF5A11B-7430-0496-9316-CEED1B957A29}"/>
          </ac:spMkLst>
        </pc:spChg>
        <pc:spChg chg="mod">
          <ac:chgData name="Juliana Rodriguez Cubillos" userId="0c6f9f27-d47b-4e7a-a25c-efe9aec00c33" providerId="ADAL" clId="{58DD39B8-5BBA-512F-A88A-C25948A58E09}" dt="2026-10-23T10:19:00.669" v="490" actId="207"/>
          <ac:spMkLst>
            <pc:docMk/>
            <pc:sldMk cId="3466647668" sldId="345"/>
            <ac:spMk id="1077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0:19:04.375" v="492" actId="207"/>
          <ac:spMkLst>
            <pc:docMk/>
            <pc:sldMk cId="3466647668" sldId="345"/>
            <ac:spMk id="1087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25:57.702" v="4730"/>
          <ac:grpSpMkLst>
            <pc:docMk/>
            <pc:sldMk cId="3466647668" sldId="345"/>
            <ac:grpSpMk id="2" creationId="{5E4BCA59-6043-9940-696A-348FFF25819D}"/>
          </ac:grpSpMkLst>
        </pc:grpChg>
        <pc:grpChg chg="mod">
          <ac:chgData name="Juliana Rodriguez Cubillos" userId="0c6f9f27-d47b-4e7a-a25c-efe9aec00c33" providerId="ADAL" clId="{58DD39B8-5BBA-512F-A88A-C25948A58E09}" dt="2026-10-23T15:25:57.702" v="4730"/>
          <ac:grpSpMkLst>
            <pc:docMk/>
            <pc:sldMk cId="3466647668" sldId="345"/>
            <ac:grpSpMk id="4" creationId="{EDEE23FC-AC17-D468-DE06-36F7D8860F38}"/>
          </ac:grpSpMkLst>
        </pc:grpChg>
        <pc:picChg chg="mod">
          <ac:chgData name="Juliana Rodriguez Cubillos" userId="0c6f9f27-d47b-4e7a-a25c-efe9aec00c33" providerId="ADAL" clId="{58DD39B8-5BBA-512F-A88A-C25948A58E09}" dt="2026-10-23T10:19:14.371" v="495" actId="207"/>
          <ac:picMkLst>
            <pc:docMk/>
            <pc:sldMk cId="3466647668" sldId="345"/>
            <ac:picMk id="3" creationId="{14726773-1FB4-360A-45F0-9280EF04F5BD}"/>
          </ac:picMkLst>
        </pc:picChg>
        <pc:picChg chg="mod">
          <ac:chgData name="Juliana Rodriguez Cubillos" userId="0c6f9f27-d47b-4e7a-a25c-efe9aec00c33" providerId="ADAL" clId="{58DD39B8-5BBA-512F-A88A-C25948A58E09}" dt="2026-10-23T15:25:57.702" v="4730"/>
          <ac:picMkLst>
            <pc:docMk/>
            <pc:sldMk cId="3466647668" sldId="345"/>
            <ac:picMk id="8" creationId="{B1A4FFEF-58DD-EA71-EDC5-B1A625C045BF}"/>
          </ac:picMkLst>
        </pc:picChg>
        <pc:picChg chg="mod">
          <ac:chgData name="Juliana Rodriguez Cubillos" userId="0c6f9f27-d47b-4e7a-a25c-efe9aec00c33" providerId="ADAL" clId="{58DD39B8-5BBA-512F-A88A-C25948A58E09}" dt="2026-10-23T10:19:16.505" v="496" actId="207"/>
          <ac:picMkLst>
            <pc:docMk/>
            <pc:sldMk cId="3466647668" sldId="345"/>
            <ac:picMk id="1082" creationId="{00000000-0000-0000-0000-000000000000}"/>
          </ac:picMkLst>
        </pc:picChg>
        <pc:picChg chg="mod">
          <ac:chgData name="Juliana Rodriguez Cubillos" userId="0c6f9f27-d47b-4e7a-a25c-efe9aec00c33" providerId="ADAL" clId="{58DD39B8-5BBA-512F-A88A-C25948A58E09}" dt="2026-10-23T10:19:22.109" v="499" actId="207"/>
          <ac:picMkLst>
            <pc:docMk/>
            <pc:sldMk cId="3466647668" sldId="345"/>
            <ac:picMk id="1083" creationId="{00000000-0000-0000-0000-000000000000}"/>
          </ac:picMkLst>
        </pc:picChg>
        <pc:picChg chg="mod">
          <ac:chgData name="Juliana Rodriguez Cubillos" userId="0c6f9f27-d47b-4e7a-a25c-efe9aec00c33" providerId="ADAL" clId="{58DD39B8-5BBA-512F-A88A-C25948A58E09}" dt="2026-10-23T10:19:18.429" v="497" actId="207"/>
          <ac:picMkLst>
            <pc:docMk/>
            <pc:sldMk cId="3466647668" sldId="345"/>
            <ac:picMk id="1084" creationId="{00000000-0000-0000-0000-000000000000}"/>
          </ac:picMkLst>
        </pc:picChg>
        <pc:picChg chg="mod">
          <ac:chgData name="Juliana Rodriguez Cubillos" userId="0c6f9f27-d47b-4e7a-a25c-efe9aec00c33" providerId="ADAL" clId="{58DD39B8-5BBA-512F-A88A-C25948A58E09}" dt="2026-10-23T10:19:20.209" v="498" actId="207"/>
          <ac:picMkLst>
            <pc:docMk/>
            <pc:sldMk cId="3466647668" sldId="345"/>
            <ac:picMk id="1085" creationId="{00000000-0000-0000-0000-000000000000}"/>
          </ac:picMkLst>
        </pc:picChg>
      </pc:sldChg>
      <pc:sldChg chg="addSp modSp ord">
        <pc:chgData name="Juliana Rodriguez Cubillos" userId="0c6f9f27-d47b-4e7a-a25c-efe9aec00c33" providerId="ADAL" clId="{58DD39B8-5BBA-512F-A88A-C25948A58E09}" dt="2026-10-23T15:46:50.016" v="4974"/>
        <pc:sldMkLst>
          <pc:docMk/>
          <pc:sldMk cId="229355214" sldId="347"/>
        </pc:sldMkLst>
      </pc:sldChg>
      <pc:sldChg chg="addSp delSp modSp mod setBg">
        <pc:chgData name="Juliana Rodriguez Cubillos" userId="0c6f9f27-d47b-4e7a-a25c-efe9aec00c33" providerId="ADAL" clId="{58DD39B8-5BBA-512F-A88A-C25948A58E09}" dt="2026-10-23T20:14:13.780" v="5329" actId="167"/>
        <pc:sldMkLst>
          <pc:docMk/>
          <pc:sldMk cId="0" sldId="348"/>
        </pc:sldMkLst>
        <pc:spChg chg="add mod">
          <ac:chgData name="Juliana Rodriguez Cubillos" userId="0c6f9f27-d47b-4e7a-a25c-efe9aec00c33" providerId="ADAL" clId="{58DD39B8-5BBA-512F-A88A-C25948A58E09}" dt="2026-10-23T20:14:13.780" v="5329" actId="167"/>
          <ac:spMkLst>
            <pc:docMk/>
            <pc:sldMk cId="0" sldId="348"/>
            <ac:spMk id="12" creationId="{8FCBC2CC-5AB5-7A97-F728-AAAB9DE5036B}"/>
          </ac:spMkLst>
        </pc:spChg>
        <pc:picChg chg="add mod">
          <ac:chgData name="Juliana Rodriguez Cubillos" userId="0c6f9f27-d47b-4e7a-a25c-efe9aec00c33" providerId="ADAL" clId="{58DD39B8-5BBA-512F-A88A-C25948A58E09}" dt="2026-10-23T17:16:17.394" v="5150" actId="1076"/>
          <ac:picMkLst>
            <pc:docMk/>
            <pc:sldMk cId="0" sldId="348"/>
            <ac:picMk id="8" creationId="{D8C619E6-A96A-1F7E-A3FB-0085EAB14991}"/>
          </ac:picMkLst>
        </pc:picChg>
        <pc:picChg chg="add mod">
          <ac:chgData name="Juliana Rodriguez Cubillos" userId="0c6f9f27-d47b-4e7a-a25c-efe9aec00c33" providerId="ADAL" clId="{58DD39B8-5BBA-512F-A88A-C25948A58E09}" dt="2026-10-23T17:16:18.898" v="5151" actId="1076"/>
          <ac:picMkLst>
            <pc:docMk/>
            <pc:sldMk cId="0" sldId="348"/>
            <ac:picMk id="9" creationId="{1312830A-2D5F-A580-B0BA-4A72E8C209AF}"/>
          </ac:picMkLst>
        </pc:picChg>
        <pc:picChg chg="add mod">
          <ac:chgData name="Juliana Rodriguez Cubillos" userId="0c6f9f27-d47b-4e7a-a25c-efe9aec00c33" providerId="ADAL" clId="{58DD39B8-5BBA-512F-A88A-C25948A58E09}" dt="2026-10-23T17:16:20.220" v="5152" actId="1076"/>
          <ac:picMkLst>
            <pc:docMk/>
            <pc:sldMk cId="0" sldId="348"/>
            <ac:picMk id="10" creationId="{3F3B27DB-8CCF-FD2D-5B11-3C45F3C2C5AD}"/>
          </ac:picMkLst>
        </pc:picChg>
        <pc:picChg chg="add mod">
          <ac:chgData name="Juliana Rodriguez Cubillos" userId="0c6f9f27-d47b-4e7a-a25c-efe9aec00c33" providerId="ADAL" clId="{58DD39B8-5BBA-512F-A88A-C25948A58E09}" dt="2026-10-23T20:13:46.584" v="5326" actId="1076"/>
          <ac:picMkLst>
            <pc:docMk/>
            <pc:sldMk cId="0" sldId="348"/>
            <ac:picMk id="11" creationId="{B710B220-7BDB-6360-FFB4-BF1FF898178F}"/>
          </ac:picMkLst>
        </pc:picChg>
      </pc:sldChg>
      <pc:sldChg chg="addSp modSp">
        <pc:chgData name="Juliana Rodriguez Cubillos" userId="0c6f9f27-d47b-4e7a-a25c-efe9aec00c33" providerId="ADAL" clId="{58DD39B8-5BBA-512F-A88A-C25948A58E09}" dt="2026-10-23T15:46:50.016" v="4974"/>
        <pc:sldMkLst>
          <pc:docMk/>
          <pc:sldMk cId="0" sldId="349"/>
        </pc:sldMkLst>
      </pc:sldChg>
      <pc:sldChg chg="addSp delSp modSp mod modAnim">
        <pc:chgData name="Juliana Rodriguez Cubillos" userId="0c6f9f27-d47b-4e7a-a25c-efe9aec00c33" providerId="ADAL" clId="{58DD39B8-5BBA-512F-A88A-C25948A58E09}" dt="2026-10-23T15:46:50.016" v="4974"/>
        <pc:sldMkLst>
          <pc:docMk/>
          <pc:sldMk cId="819185563" sldId="350"/>
        </pc:sldMkLst>
        <pc:spChg chg="mod">
          <ac:chgData name="Juliana Rodriguez Cubillos" userId="0c6f9f27-d47b-4e7a-a25c-efe9aec00c33" providerId="ADAL" clId="{58DD39B8-5BBA-512F-A88A-C25948A58E09}" dt="2026-10-23T11:05:00.735" v="1044" actId="1076"/>
          <ac:spMkLst>
            <pc:docMk/>
            <pc:sldMk cId="819185563" sldId="350"/>
            <ac:spMk id="4" creationId="{562704E3-C417-0414-7381-E259D27F4DF5}"/>
          </ac:spMkLst>
        </pc:spChg>
        <pc:spChg chg="mod">
          <ac:chgData name="Juliana Rodriguez Cubillos" userId="0c6f9f27-d47b-4e7a-a25c-efe9aec00c33" providerId="ADAL" clId="{58DD39B8-5BBA-512F-A88A-C25948A58E09}" dt="2026-10-23T11:08:37.175" v="1122" actId="1076"/>
          <ac:spMkLst>
            <pc:docMk/>
            <pc:sldMk cId="819185563" sldId="350"/>
            <ac:spMk id="5" creationId="{A1D14A68-A801-F5E2-0205-126F7AC89CE4}"/>
          </ac:spMkLst>
        </pc:spChg>
        <pc:spChg chg="add mod">
          <ac:chgData name="Juliana Rodriguez Cubillos" userId="0c6f9f27-d47b-4e7a-a25c-efe9aec00c33" providerId="ADAL" clId="{58DD39B8-5BBA-512F-A88A-C25948A58E09}" dt="2026-10-23T11:05:23.995" v="1054" actId="207"/>
          <ac:spMkLst>
            <pc:docMk/>
            <pc:sldMk cId="819185563" sldId="350"/>
            <ac:spMk id="6" creationId="{97F1F3C8-B919-B0BB-7B86-9C078C8C03CE}"/>
          </ac:spMkLst>
        </pc:spChg>
        <pc:picChg chg="add mod modCrop">
          <ac:chgData name="Juliana Rodriguez Cubillos" userId="0c6f9f27-d47b-4e7a-a25c-efe9aec00c33" providerId="ADAL" clId="{58DD39B8-5BBA-512F-A88A-C25948A58E09}" dt="2026-10-23T11:05:34.015" v="1056" actId="1076"/>
          <ac:picMkLst>
            <pc:docMk/>
            <pc:sldMk cId="819185563" sldId="350"/>
            <ac:picMk id="2" creationId="{840AB47A-183B-67B7-325C-2ECC4638AE29}"/>
          </ac:picMkLst>
        </pc:picChg>
      </pc:sldChg>
      <pc:sldChg chg="addSp delSp modSp mod modClrScheme chgLayout modNotes">
        <pc:chgData name="Juliana Rodriguez Cubillos" userId="0c6f9f27-d47b-4e7a-a25c-efe9aec00c33" providerId="ADAL" clId="{58DD39B8-5BBA-512F-A88A-C25948A58E09}" dt="2026-10-23T20:04:04.219" v="5231" actId="14100"/>
        <pc:sldMkLst>
          <pc:docMk/>
          <pc:sldMk cId="968970138" sldId="351"/>
        </pc:sldMkLst>
        <pc:spChg chg="mod">
          <ac:chgData name="Juliana Rodriguez Cubillos" userId="0c6f9f27-d47b-4e7a-a25c-efe9aec00c33" providerId="ADAL" clId="{58DD39B8-5BBA-512F-A88A-C25948A58E09}" dt="2026-10-23T15:25:58.528" v="4731"/>
          <ac:spMkLst>
            <pc:docMk/>
            <pc:sldMk cId="968970138" sldId="351"/>
            <ac:spMk id="4" creationId="{D597067D-144D-6EAF-F68E-45672768D3DC}"/>
          </ac:spMkLst>
        </pc:spChg>
        <pc:spChg chg="mod">
          <ac:chgData name="Juliana Rodriguez Cubillos" userId="0c6f9f27-d47b-4e7a-a25c-efe9aec00c33" providerId="ADAL" clId="{58DD39B8-5BBA-512F-A88A-C25948A58E09}" dt="2026-10-23T15:25:58.528" v="4731"/>
          <ac:spMkLst>
            <pc:docMk/>
            <pc:sldMk cId="968970138" sldId="351"/>
            <ac:spMk id="5" creationId="{72C49C7C-0249-2DC0-EAFA-232868609A59}"/>
          </ac:spMkLst>
        </pc:spChg>
        <pc:spChg chg="add mod">
          <ac:chgData name="Juliana Rodriguez Cubillos" userId="0c6f9f27-d47b-4e7a-a25c-efe9aec00c33" providerId="ADAL" clId="{58DD39B8-5BBA-512F-A88A-C25948A58E09}" dt="2026-10-23T15:56:09.004" v="5005" actId="1076"/>
          <ac:spMkLst>
            <pc:docMk/>
            <pc:sldMk cId="968970138" sldId="351"/>
            <ac:spMk id="6" creationId="{F4696391-9B8A-7E3D-1D73-5E27028674E5}"/>
          </ac:spMkLst>
        </pc:spChg>
        <pc:spChg chg="mod">
          <ac:chgData name="Juliana Rodriguez Cubillos" userId="0c6f9f27-d47b-4e7a-a25c-efe9aec00c33" providerId="ADAL" clId="{58DD39B8-5BBA-512F-A88A-C25948A58E09}" dt="2026-10-23T15:25:58.528" v="4731"/>
          <ac:spMkLst>
            <pc:docMk/>
            <pc:sldMk cId="968970138" sldId="351"/>
            <ac:spMk id="7" creationId="{1F325B82-A94D-2F14-07F0-234ACEE7EA1F}"/>
          </ac:spMkLst>
        </pc:spChg>
        <pc:spChg chg="add mod">
          <ac:chgData name="Juliana Rodriguez Cubillos" userId="0c6f9f27-d47b-4e7a-a25c-efe9aec00c33" providerId="ADAL" clId="{58DD39B8-5BBA-512F-A88A-C25948A58E09}" dt="2026-10-23T20:04:04.219" v="5231" actId="14100"/>
          <ac:spMkLst>
            <pc:docMk/>
            <pc:sldMk cId="968970138" sldId="351"/>
            <ac:spMk id="8" creationId="{C8BFDF28-485B-DC94-8248-EC691EB2660F}"/>
          </ac:spMkLst>
        </pc:spChg>
        <pc:spChg chg="add mod">
          <ac:chgData name="Juliana Rodriguez Cubillos" userId="0c6f9f27-d47b-4e7a-a25c-efe9aec00c33" providerId="ADAL" clId="{58DD39B8-5BBA-512F-A88A-C25948A58E09}" dt="2026-10-23T10:47:27.648" v="952" actId="1076"/>
          <ac:spMkLst>
            <pc:docMk/>
            <pc:sldMk cId="968970138" sldId="351"/>
            <ac:spMk id="10" creationId="{5F7AB0E2-875A-A5FA-E80A-38CA1260C8B2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968970138" sldId="351"/>
            <ac:spMk id="15" creationId="{434044DB-A1FB-0D71-F7F5-785C0EB2F76E}"/>
          </ac:spMkLst>
        </pc:spChg>
        <pc:spChg chg="mod">
          <ac:chgData name="Juliana Rodriguez Cubillos" userId="0c6f9f27-d47b-4e7a-a25c-efe9aec00c33" providerId="ADAL" clId="{58DD39B8-5BBA-512F-A88A-C25948A58E09}" dt="2026-10-23T10:35:23.196" v="940" actId="1076"/>
          <ac:spMkLst>
            <pc:docMk/>
            <pc:sldMk cId="968970138" sldId="351"/>
            <ac:spMk id="1077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0:28:41.672" v="700" actId="20577"/>
          <ac:spMkLst>
            <pc:docMk/>
            <pc:sldMk cId="968970138" sldId="351"/>
            <ac:spMk id="1078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25:58.528" v="4731"/>
          <ac:grpSpMkLst>
            <pc:docMk/>
            <pc:sldMk cId="968970138" sldId="351"/>
            <ac:grpSpMk id="2" creationId="{63FD4E90-3B07-50BE-6A5C-8307C3A8AF76}"/>
          </ac:grpSpMkLst>
        </pc:grpChg>
        <pc:grpChg chg="mod">
          <ac:chgData name="Juliana Rodriguez Cubillos" userId="0c6f9f27-d47b-4e7a-a25c-efe9aec00c33" providerId="ADAL" clId="{58DD39B8-5BBA-512F-A88A-C25948A58E09}" dt="2026-10-23T15:25:58.528" v="4731"/>
          <ac:grpSpMkLst>
            <pc:docMk/>
            <pc:sldMk cId="968970138" sldId="351"/>
            <ac:grpSpMk id="3" creationId="{BB0CAD22-7989-A5DB-1CCD-A64FEFC5FA3D}"/>
          </ac:grpSpMkLst>
        </pc:grpChg>
        <pc:picChg chg="mod">
          <ac:chgData name="Juliana Rodriguez Cubillos" userId="0c6f9f27-d47b-4e7a-a25c-efe9aec00c33" providerId="ADAL" clId="{58DD39B8-5BBA-512F-A88A-C25948A58E09}" dt="2026-10-23T15:25:58.528" v="4731"/>
          <ac:picMkLst>
            <pc:docMk/>
            <pc:sldMk cId="968970138" sldId="351"/>
            <ac:picMk id="9" creationId="{D66BE546-91CB-28BD-AAE3-3EAEDAA898E4}"/>
          </ac:picMkLst>
        </pc:picChg>
        <pc:picChg chg="add del mod modCrop">
          <ac:chgData name="Juliana Rodriguez Cubillos" userId="0c6f9f27-d47b-4e7a-a25c-efe9aec00c33" providerId="ADAL" clId="{58DD39B8-5BBA-512F-A88A-C25948A58E09}" dt="2026-10-23T10:47:31.297" v="953" actId="1076"/>
          <ac:picMkLst>
            <pc:docMk/>
            <pc:sldMk cId="968970138" sldId="351"/>
            <ac:picMk id="11" creationId="{822EB931-09A9-BD2E-946C-D2C9942255E8}"/>
          </ac:picMkLst>
        </pc:picChg>
        <pc:picChg chg="add mod">
          <ac:chgData name="Juliana Rodriguez Cubillos" userId="0c6f9f27-d47b-4e7a-a25c-efe9aec00c33" providerId="ADAL" clId="{58DD39B8-5BBA-512F-A88A-C25948A58E09}" dt="2026-10-23T12:45:49.064" v="1215" actId="1076"/>
          <ac:picMkLst>
            <pc:docMk/>
            <pc:sldMk cId="968970138" sldId="351"/>
            <ac:picMk id="13" creationId="{B7009AD0-D92C-C3AF-35B1-A39B1E5D532A}"/>
          </ac:picMkLst>
        </pc:picChg>
      </pc:sldChg>
      <pc:sldChg chg="add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6866050" sldId="352"/>
        </pc:sldMkLst>
        <pc:spChg chg="mod">
          <ac:chgData name="Juliana Rodriguez Cubillos" userId="0c6f9f27-d47b-4e7a-a25c-efe9aec00c33" providerId="ADAL" clId="{58DD39B8-5BBA-512F-A88A-C25948A58E09}" dt="2026-10-23T11:09:47.459" v="1133" actId="403"/>
          <ac:spMkLst>
            <pc:docMk/>
            <pc:sldMk cId="36866050" sldId="352"/>
            <ac:spMk id="2" creationId="{775BFE92-9990-4094-B7B2-01514614F16E}"/>
          </ac:spMkLst>
        </pc:spChg>
        <pc:spChg chg="mod">
          <ac:chgData name="Juliana Rodriguez Cubillos" userId="0c6f9f27-d47b-4e7a-a25c-efe9aec00c33" providerId="ADAL" clId="{58DD39B8-5BBA-512F-A88A-C25948A58E09}" dt="2026-10-23T15:26:17.600" v="4738"/>
          <ac:spMkLst>
            <pc:docMk/>
            <pc:sldMk cId="36866050" sldId="352"/>
            <ac:spMk id="6" creationId="{39722DD6-8706-229E-2FA2-317B070A5745}"/>
          </ac:spMkLst>
        </pc:spChg>
        <pc:spChg chg="mod">
          <ac:chgData name="Juliana Rodriguez Cubillos" userId="0c6f9f27-d47b-4e7a-a25c-efe9aec00c33" providerId="ADAL" clId="{58DD39B8-5BBA-512F-A88A-C25948A58E09}" dt="2026-10-23T10:50:49.328" v="958" actId="1076"/>
          <ac:spMkLst>
            <pc:docMk/>
            <pc:sldMk cId="36866050" sldId="352"/>
            <ac:spMk id="9" creationId="{04AEE4B5-946D-4302-AC98-9937AF758DFD}"/>
          </ac:spMkLst>
        </pc:spChg>
        <pc:spChg chg="mod">
          <ac:chgData name="Juliana Rodriguez Cubillos" userId="0c6f9f27-d47b-4e7a-a25c-efe9aec00c33" providerId="ADAL" clId="{58DD39B8-5BBA-512F-A88A-C25948A58E09}" dt="2026-10-23T15:26:17.600" v="4738"/>
          <ac:spMkLst>
            <pc:docMk/>
            <pc:sldMk cId="36866050" sldId="352"/>
            <ac:spMk id="11" creationId="{AE33AFF0-127F-4FD5-38A5-B5BA0C89F9D5}"/>
          </ac:spMkLst>
        </pc:spChg>
        <pc:spChg chg="mod">
          <ac:chgData name="Juliana Rodriguez Cubillos" userId="0c6f9f27-d47b-4e7a-a25c-efe9aec00c33" providerId="ADAL" clId="{58DD39B8-5BBA-512F-A88A-C25948A58E09}" dt="2026-10-23T15:26:17.600" v="4738"/>
          <ac:spMkLst>
            <pc:docMk/>
            <pc:sldMk cId="36866050" sldId="352"/>
            <ac:spMk id="13" creationId="{583C4004-AB8B-5429-E1E7-95AFE13A0A67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6866050" sldId="352"/>
            <ac:spMk id="17" creationId="{1425C098-E32B-D482-6753-200498FF7747}"/>
          </ac:spMkLst>
        </pc:spChg>
        <pc:grpChg chg="add mod">
          <ac:chgData name="Juliana Rodriguez Cubillos" userId="0c6f9f27-d47b-4e7a-a25c-efe9aec00c33" providerId="ADAL" clId="{58DD39B8-5BBA-512F-A88A-C25948A58E09}" dt="2026-10-23T15:26:17.600" v="4738"/>
          <ac:grpSpMkLst>
            <pc:docMk/>
            <pc:sldMk cId="36866050" sldId="352"/>
            <ac:grpSpMk id="3" creationId="{0BB516D0-B69F-9427-E8A0-A54A41EB8361}"/>
          </ac:grpSpMkLst>
        </pc:grpChg>
        <pc:grpChg chg="mod">
          <ac:chgData name="Juliana Rodriguez Cubillos" userId="0c6f9f27-d47b-4e7a-a25c-efe9aec00c33" providerId="ADAL" clId="{58DD39B8-5BBA-512F-A88A-C25948A58E09}" dt="2026-10-23T15:26:17.600" v="4738"/>
          <ac:grpSpMkLst>
            <pc:docMk/>
            <pc:sldMk cId="36866050" sldId="352"/>
            <ac:grpSpMk id="4" creationId="{9C316CA7-F5B3-CE5E-A707-4134A39036FE}"/>
          </ac:grpSpMkLst>
        </pc:grpChg>
        <pc:grpChg chg="mod">
          <ac:chgData name="Juliana Rodriguez Cubillos" userId="0c6f9f27-d47b-4e7a-a25c-efe9aec00c33" providerId="ADAL" clId="{58DD39B8-5BBA-512F-A88A-C25948A58E09}" dt="2026-10-23T10:50:54.285" v="959" actId="1076"/>
          <ac:grpSpMkLst>
            <pc:docMk/>
            <pc:sldMk cId="36866050" sldId="352"/>
            <ac:grpSpMk id="10" creationId="{41B0AAFF-A412-EE3F-D128-8DECBED4E229}"/>
          </ac:grpSpMkLst>
        </pc:grpChg>
        <pc:picChg chg="mod">
          <ac:chgData name="Juliana Rodriguez Cubillos" userId="0c6f9f27-d47b-4e7a-a25c-efe9aec00c33" providerId="ADAL" clId="{58DD39B8-5BBA-512F-A88A-C25948A58E09}" dt="2026-10-23T10:50:54.285" v="959" actId="1076"/>
          <ac:picMkLst>
            <pc:docMk/>
            <pc:sldMk cId="36866050" sldId="352"/>
            <ac:picMk id="5" creationId="{2B2A0E25-962C-4ACB-0DA0-BD8C658A1D9F}"/>
          </ac:picMkLst>
        </pc:picChg>
        <pc:picChg chg="mod">
          <ac:chgData name="Juliana Rodriguez Cubillos" userId="0c6f9f27-d47b-4e7a-a25c-efe9aec00c33" providerId="ADAL" clId="{58DD39B8-5BBA-512F-A88A-C25948A58E09}" dt="2026-10-23T10:50:54.285" v="959" actId="1076"/>
          <ac:picMkLst>
            <pc:docMk/>
            <pc:sldMk cId="36866050" sldId="352"/>
            <ac:picMk id="12" creationId="{ABE4435B-C735-1B85-5B37-5514262876FA}"/>
          </ac:picMkLst>
        </pc:picChg>
        <pc:picChg chg="mod">
          <ac:chgData name="Juliana Rodriguez Cubillos" userId="0c6f9f27-d47b-4e7a-a25c-efe9aec00c33" providerId="ADAL" clId="{58DD39B8-5BBA-512F-A88A-C25948A58E09}" dt="2026-10-23T15:26:17.600" v="4738"/>
          <ac:picMkLst>
            <pc:docMk/>
            <pc:sldMk cId="36866050" sldId="352"/>
            <ac:picMk id="14" creationId="{98D383F5-8792-02D3-BE4D-4C2559F287B7}"/>
          </ac:picMkLst>
        </pc:picChg>
        <pc:picChg chg="mod">
          <ac:chgData name="Juliana Rodriguez Cubillos" userId="0c6f9f27-d47b-4e7a-a25c-efe9aec00c33" providerId="ADAL" clId="{58DD39B8-5BBA-512F-A88A-C25948A58E09}" dt="2026-10-23T10:50:54.285" v="959" actId="1076"/>
          <ac:picMkLst>
            <pc:docMk/>
            <pc:sldMk cId="36866050" sldId="352"/>
            <ac:picMk id="1026" creationId="{D4AD9E82-6181-32BD-8302-4BE237F2507E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794840086" sldId="353"/>
        </pc:sldMkLst>
        <pc:spChg chg="mod">
          <ac:chgData name="Juliana Rodriguez Cubillos" userId="0c6f9f27-d47b-4e7a-a25c-efe9aec00c33" providerId="ADAL" clId="{58DD39B8-5BBA-512F-A88A-C25948A58E09}" dt="2026-10-23T10:52:58.428" v="1000" actId="1076"/>
          <ac:spMkLst>
            <pc:docMk/>
            <pc:sldMk cId="3794840086" sldId="353"/>
            <ac:spMk id="4" creationId="{C494E305-51B1-2BA1-4D7C-6818DBB16C23}"/>
          </ac:spMkLst>
        </pc:spChg>
        <pc:spChg chg="mod">
          <ac:chgData name="Juliana Rodriguez Cubillos" userId="0c6f9f27-d47b-4e7a-a25c-efe9aec00c33" providerId="ADAL" clId="{58DD39B8-5BBA-512F-A88A-C25948A58E09}" dt="2026-10-23T15:26:18.833" v="4739"/>
          <ac:spMkLst>
            <pc:docMk/>
            <pc:sldMk cId="3794840086" sldId="353"/>
            <ac:spMk id="9" creationId="{8C673D0D-6858-1017-74CE-028D5889C3F8}"/>
          </ac:spMkLst>
        </pc:spChg>
        <pc:spChg chg="mod">
          <ac:chgData name="Juliana Rodriguez Cubillos" userId="0c6f9f27-d47b-4e7a-a25c-efe9aec00c33" providerId="ADAL" clId="{58DD39B8-5BBA-512F-A88A-C25948A58E09}" dt="2026-10-23T15:26:18.833" v="4739"/>
          <ac:spMkLst>
            <pc:docMk/>
            <pc:sldMk cId="3794840086" sldId="353"/>
            <ac:spMk id="10" creationId="{9C583C06-B354-4E9F-AA73-D97A830A6444}"/>
          </ac:spMkLst>
        </pc:spChg>
        <pc:spChg chg="mod">
          <ac:chgData name="Juliana Rodriguez Cubillos" userId="0c6f9f27-d47b-4e7a-a25c-efe9aec00c33" providerId="ADAL" clId="{58DD39B8-5BBA-512F-A88A-C25948A58E09}" dt="2026-10-23T15:26:18.833" v="4739"/>
          <ac:spMkLst>
            <pc:docMk/>
            <pc:sldMk cId="3794840086" sldId="353"/>
            <ac:spMk id="11" creationId="{28243BEC-2159-644D-BDFA-4B8E1A7B3BAB}"/>
          </ac:spMkLst>
        </pc:spChg>
        <pc:spChg chg="mod">
          <ac:chgData name="Juliana Rodriguez Cubillos" userId="0c6f9f27-d47b-4e7a-a25c-efe9aec00c33" providerId="ADAL" clId="{58DD39B8-5BBA-512F-A88A-C25948A58E09}" dt="2026-10-23T10:52:14.817" v="979" actId="1076"/>
          <ac:spMkLst>
            <pc:docMk/>
            <pc:sldMk cId="3794840086" sldId="353"/>
            <ac:spMk id="13" creationId="{F8E6D1D4-BCBB-D61F-C54C-6AB17823C933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794840086" sldId="353"/>
            <ac:spMk id="16" creationId="{FFA5E192-790A-444D-39E1-DDF502F257F4}"/>
          </ac:spMkLst>
        </pc:spChg>
        <pc:grpChg chg="add mod">
          <ac:chgData name="Juliana Rodriguez Cubillos" userId="0c6f9f27-d47b-4e7a-a25c-efe9aec00c33" providerId="ADAL" clId="{58DD39B8-5BBA-512F-A88A-C25948A58E09}" dt="2026-10-23T15:26:18.833" v="4739"/>
          <ac:grpSpMkLst>
            <pc:docMk/>
            <pc:sldMk cId="3794840086" sldId="353"/>
            <ac:grpSpMk id="5" creationId="{C3D618FC-7DD3-3EA9-18FE-E019E6BEBDE9}"/>
          </ac:grpSpMkLst>
        </pc:grpChg>
        <pc:grpChg chg="mod">
          <ac:chgData name="Juliana Rodriguez Cubillos" userId="0c6f9f27-d47b-4e7a-a25c-efe9aec00c33" providerId="ADAL" clId="{58DD39B8-5BBA-512F-A88A-C25948A58E09}" dt="2026-10-23T15:26:18.833" v="4739"/>
          <ac:grpSpMkLst>
            <pc:docMk/>
            <pc:sldMk cId="3794840086" sldId="353"/>
            <ac:grpSpMk id="7" creationId="{02F9E08A-DC58-43DF-ACB9-50D78BBACB6F}"/>
          </ac:grpSpMkLst>
        </pc:grpChg>
        <pc:picChg chg="mod">
          <ac:chgData name="Juliana Rodriguez Cubillos" userId="0c6f9f27-d47b-4e7a-a25c-efe9aec00c33" providerId="ADAL" clId="{58DD39B8-5BBA-512F-A88A-C25948A58E09}" dt="2026-10-23T10:52:51.919" v="998" actId="1076"/>
          <ac:picMkLst>
            <pc:docMk/>
            <pc:sldMk cId="3794840086" sldId="353"/>
            <ac:picMk id="3" creationId="{56668814-75A3-C899-B0DC-58514B70D99C}"/>
          </ac:picMkLst>
        </pc:picChg>
        <pc:picChg chg="mod">
          <ac:chgData name="Juliana Rodriguez Cubillos" userId="0c6f9f27-d47b-4e7a-a25c-efe9aec00c33" providerId="ADAL" clId="{58DD39B8-5BBA-512F-A88A-C25948A58E09}" dt="2026-10-23T11:08:55.496" v="1123" actId="1076"/>
          <ac:picMkLst>
            <pc:docMk/>
            <pc:sldMk cId="3794840086" sldId="353"/>
            <ac:picMk id="6" creationId="{A45D5EF3-B062-441A-261E-5FCEE1E7BF25}"/>
          </ac:picMkLst>
        </pc:picChg>
        <pc:picChg chg="add mod modCrop">
          <ac:chgData name="Juliana Rodriguez Cubillos" userId="0c6f9f27-d47b-4e7a-a25c-efe9aec00c33" providerId="ADAL" clId="{58DD39B8-5BBA-512F-A88A-C25948A58E09}" dt="2026-10-23T11:09:29.688" v="1130" actId="1076"/>
          <ac:picMkLst>
            <pc:docMk/>
            <pc:sldMk cId="3794840086" sldId="353"/>
            <ac:picMk id="8" creationId="{7E1F47D0-B1C7-5EDA-93D1-40364519316B}"/>
          </ac:picMkLst>
        </pc:picChg>
        <pc:picChg chg="mod">
          <ac:chgData name="Juliana Rodriguez Cubillos" userId="0c6f9f27-d47b-4e7a-a25c-efe9aec00c33" providerId="ADAL" clId="{58DD39B8-5BBA-512F-A88A-C25948A58E09}" dt="2026-10-23T15:26:18.833" v="4739"/>
          <ac:picMkLst>
            <pc:docMk/>
            <pc:sldMk cId="3794840086" sldId="353"/>
            <ac:picMk id="12" creationId="{B48F580F-165F-CA7B-6EE0-BF0A04BCEFDC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83113115" sldId="354"/>
        </pc:sldMkLst>
        <pc:spChg chg="mod">
          <ac:chgData name="Juliana Rodriguez Cubillos" userId="0c6f9f27-d47b-4e7a-a25c-efe9aec00c33" providerId="ADAL" clId="{58DD39B8-5BBA-512F-A88A-C25948A58E09}" dt="2026-10-23T15:32:30.200" v="4792"/>
          <ac:spMkLst>
            <pc:docMk/>
            <pc:sldMk cId="83113115" sldId="354"/>
            <ac:spMk id="5" creationId="{8C60DDE3-1485-6F91-5E6A-49D430614715}"/>
          </ac:spMkLst>
        </pc:spChg>
        <pc:spChg chg="mod">
          <ac:chgData name="Juliana Rodriguez Cubillos" userId="0c6f9f27-d47b-4e7a-a25c-efe9aec00c33" providerId="ADAL" clId="{58DD39B8-5BBA-512F-A88A-C25948A58E09}" dt="2026-10-23T15:32:30.200" v="4792"/>
          <ac:spMkLst>
            <pc:docMk/>
            <pc:sldMk cId="83113115" sldId="354"/>
            <ac:spMk id="6" creationId="{9115CF4D-B1F4-12F0-89AE-473806821F12}"/>
          </ac:spMkLst>
        </pc:spChg>
        <pc:spChg chg="mod">
          <ac:chgData name="Juliana Rodriguez Cubillos" userId="0c6f9f27-d47b-4e7a-a25c-efe9aec00c33" providerId="ADAL" clId="{58DD39B8-5BBA-512F-A88A-C25948A58E09}" dt="2026-10-23T15:32:30.200" v="4792"/>
          <ac:spMkLst>
            <pc:docMk/>
            <pc:sldMk cId="83113115" sldId="354"/>
            <ac:spMk id="7" creationId="{E9420E04-5052-08C9-FE27-ACFA26C7DFFC}"/>
          </ac:spMkLst>
        </pc:spChg>
        <pc:spChg chg="mod">
          <ac:chgData name="Juliana Rodriguez Cubillos" userId="0c6f9f27-d47b-4e7a-a25c-efe9aec00c33" providerId="ADAL" clId="{58DD39B8-5BBA-512F-A88A-C25948A58E09}" dt="2026-10-23T11:28:02.832" v="1173" actId="20577"/>
          <ac:spMkLst>
            <pc:docMk/>
            <pc:sldMk cId="83113115" sldId="354"/>
            <ac:spMk id="288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32:30.200" v="4792"/>
          <ac:grpSpMkLst>
            <pc:docMk/>
            <pc:sldMk cId="83113115" sldId="354"/>
            <ac:grpSpMk id="3" creationId="{BD2BED83-878B-C6CC-269A-2713551C36DC}"/>
          </ac:grpSpMkLst>
        </pc:grpChg>
        <pc:grpChg chg="mod">
          <ac:chgData name="Juliana Rodriguez Cubillos" userId="0c6f9f27-d47b-4e7a-a25c-efe9aec00c33" providerId="ADAL" clId="{58DD39B8-5BBA-512F-A88A-C25948A58E09}" dt="2026-10-23T15:32:30.200" v="4792"/>
          <ac:grpSpMkLst>
            <pc:docMk/>
            <pc:sldMk cId="83113115" sldId="354"/>
            <ac:grpSpMk id="4" creationId="{17E90B73-AFBD-A9A7-8DCD-120DF05E09A4}"/>
          </ac:grpSpMkLst>
        </pc:grpChg>
        <pc:picChg chg="add mod">
          <ac:chgData name="Juliana Rodriguez Cubillos" userId="0c6f9f27-d47b-4e7a-a25c-efe9aec00c33" providerId="ADAL" clId="{58DD39B8-5BBA-512F-A88A-C25948A58E09}" dt="2026-10-23T11:28:51.087" v="1178" actId="1076"/>
          <ac:picMkLst>
            <pc:docMk/>
            <pc:sldMk cId="83113115" sldId="354"/>
            <ac:picMk id="2" creationId="{9C4DD82C-C2D6-2C82-BCFA-916ACBE8302B}"/>
          </ac:picMkLst>
        </pc:picChg>
        <pc:picChg chg="mod">
          <ac:chgData name="Juliana Rodriguez Cubillos" userId="0c6f9f27-d47b-4e7a-a25c-efe9aec00c33" providerId="ADAL" clId="{58DD39B8-5BBA-512F-A88A-C25948A58E09}" dt="2026-10-23T15:32:30.200" v="4792"/>
          <ac:picMkLst>
            <pc:docMk/>
            <pc:sldMk cId="83113115" sldId="354"/>
            <ac:picMk id="8" creationId="{3105E6AA-7B98-87EF-59D7-B6FE98FAADC3}"/>
          </ac:picMkLst>
        </pc:picChg>
      </pc:sldChg>
      <pc:sldChg chg="addSp delSp modSp mod ord">
        <pc:chgData name="Juliana Rodriguez Cubillos" userId="0c6f9f27-d47b-4e7a-a25c-efe9aec00c33" providerId="ADAL" clId="{58DD39B8-5BBA-512F-A88A-C25948A58E09}" dt="2026-10-23T15:46:59.080" v="4976"/>
        <pc:sldMkLst>
          <pc:docMk/>
          <pc:sldMk cId="3584571910" sldId="355"/>
        </pc:sldMkLst>
        <pc:spChg chg="mod">
          <ac:chgData name="Juliana Rodriguez Cubillos" userId="0c6f9f27-d47b-4e7a-a25c-efe9aec00c33" providerId="ADAL" clId="{58DD39B8-5BBA-512F-A88A-C25948A58E09}" dt="2026-10-23T15:33:01.115" v="4807"/>
          <ac:spMkLst>
            <pc:docMk/>
            <pc:sldMk cId="3584571910" sldId="355"/>
            <ac:spMk id="5" creationId="{A4BFFC78-85BA-9523-E0DF-7A71F2F25808}"/>
          </ac:spMkLst>
        </pc:spChg>
        <pc:spChg chg="mod">
          <ac:chgData name="Juliana Rodriguez Cubillos" userId="0c6f9f27-d47b-4e7a-a25c-efe9aec00c33" providerId="ADAL" clId="{58DD39B8-5BBA-512F-A88A-C25948A58E09}" dt="2026-10-23T15:33:01.115" v="4807"/>
          <ac:spMkLst>
            <pc:docMk/>
            <pc:sldMk cId="3584571910" sldId="355"/>
            <ac:spMk id="6" creationId="{4F131F26-15E2-4229-1E17-E9DD8EB6BECE}"/>
          </ac:spMkLst>
        </pc:spChg>
        <pc:spChg chg="mod">
          <ac:chgData name="Juliana Rodriguez Cubillos" userId="0c6f9f27-d47b-4e7a-a25c-efe9aec00c33" providerId="ADAL" clId="{58DD39B8-5BBA-512F-A88A-C25948A58E09}" dt="2026-10-23T15:33:01.115" v="4807"/>
          <ac:spMkLst>
            <pc:docMk/>
            <pc:sldMk cId="3584571910" sldId="355"/>
            <ac:spMk id="7" creationId="{5F91FCBD-EAF2-0913-783B-660933FF8CF8}"/>
          </ac:spMkLst>
        </pc:spChg>
        <pc:spChg chg="add mod">
          <ac:chgData name="Juliana Rodriguez Cubillos" userId="0c6f9f27-d47b-4e7a-a25c-efe9aec00c33" providerId="ADAL" clId="{58DD39B8-5BBA-512F-A88A-C25948A58E09}" dt="2026-10-23T15:34:02.637" v="4819" actId="1076"/>
          <ac:spMkLst>
            <pc:docMk/>
            <pc:sldMk cId="3584571910" sldId="355"/>
            <ac:spMk id="11" creationId="{8038ED6D-D471-7080-03CC-59288ABF7D9E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584571910" sldId="355"/>
            <ac:spMk id="14" creationId="{F998BF2D-F321-BAD8-7789-800D36E40CD4}"/>
          </ac:spMkLst>
        </pc:spChg>
        <pc:spChg chg="mod">
          <ac:chgData name="Juliana Rodriguez Cubillos" userId="0c6f9f27-d47b-4e7a-a25c-efe9aec00c33" providerId="ADAL" clId="{58DD39B8-5BBA-512F-A88A-C25948A58E09}" dt="2026-10-23T15:33:06.695" v="4808" actId="1076"/>
          <ac:spMkLst>
            <pc:docMk/>
            <pc:sldMk cId="3584571910" sldId="355"/>
            <ac:spMk id="295" creationId="{00000000-0000-0000-0000-000000000000}"/>
          </ac:spMkLst>
        </pc:spChg>
        <pc:spChg chg="add del mod replId">
          <ac:chgData name="Juliana Rodriguez Cubillos" userId="0c6f9f27-d47b-4e7a-a25c-efe9aec00c33" providerId="ADAL" clId="{58DD39B8-5BBA-512F-A88A-C25948A58E09}" dt="2026-10-23T12:43:18.759" v="1209" actId="26606"/>
          <ac:spMkLst>
            <pc:docMk/>
            <pc:sldMk cId="3584571910" sldId="355"/>
            <ac:spMk id="296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33:01.115" v="4807"/>
          <ac:grpSpMkLst>
            <pc:docMk/>
            <pc:sldMk cId="3584571910" sldId="355"/>
            <ac:grpSpMk id="3" creationId="{17446E4F-C7A1-9B83-31EB-9F86E50A9442}"/>
          </ac:grpSpMkLst>
        </pc:grpChg>
        <pc:grpChg chg="mod">
          <ac:chgData name="Juliana Rodriguez Cubillos" userId="0c6f9f27-d47b-4e7a-a25c-efe9aec00c33" providerId="ADAL" clId="{58DD39B8-5BBA-512F-A88A-C25948A58E09}" dt="2026-10-23T15:33:01.115" v="4807"/>
          <ac:grpSpMkLst>
            <pc:docMk/>
            <pc:sldMk cId="3584571910" sldId="355"/>
            <ac:grpSpMk id="4" creationId="{91722D8F-C245-A3D8-E68E-BC4A228A3B1F}"/>
          </ac:grpSpMkLst>
        </pc:grpChg>
        <pc:picChg chg="add mod modCrop">
          <ac:chgData name="Juliana Rodriguez Cubillos" userId="0c6f9f27-d47b-4e7a-a25c-efe9aec00c33" providerId="ADAL" clId="{58DD39B8-5BBA-512F-A88A-C25948A58E09}" dt="2026-10-23T12:43:18.759" v="1209" actId="26606"/>
          <ac:picMkLst>
            <pc:docMk/>
            <pc:sldMk cId="3584571910" sldId="355"/>
            <ac:picMk id="2" creationId="{A2B1BC52-BDAC-76A1-6DC1-57CAA360F493}"/>
          </ac:picMkLst>
        </pc:picChg>
        <pc:picChg chg="mod">
          <ac:chgData name="Juliana Rodriguez Cubillos" userId="0c6f9f27-d47b-4e7a-a25c-efe9aec00c33" providerId="ADAL" clId="{58DD39B8-5BBA-512F-A88A-C25948A58E09}" dt="2026-10-23T15:33:01.115" v="4807"/>
          <ac:picMkLst>
            <pc:docMk/>
            <pc:sldMk cId="3584571910" sldId="355"/>
            <ac:picMk id="8" creationId="{9034C27A-4803-446F-CAEC-CD3D77E873A2}"/>
          </ac:picMkLst>
        </pc:picChg>
        <pc:picChg chg="add mod">
          <ac:chgData name="Juliana Rodriguez Cubillos" userId="0c6f9f27-d47b-4e7a-a25c-efe9aec00c33" providerId="ADAL" clId="{58DD39B8-5BBA-512F-A88A-C25948A58E09}" dt="2026-10-23T15:34:02.637" v="4819" actId="1076"/>
          <ac:picMkLst>
            <pc:docMk/>
            <pc:sldMk cId="3584571910" sldId="355"/>
            <ac:picMk id="10" creationId="{E9D87A24-6CFD-ED12-CA0A-00AF858C30C3}"/>
          </ac:picMkLst>
        </pc:picChg>
      </pc:sldChg>
      <pc:sldChg chg="addSp delSp modSp mod ord">
        <pc:chgData name="Juliana Rodriguez Cubillos" userId="0c6f9f27-d47b-4e7a-a25c-efe9aec00c33" providerId="ADAL" clId="{58DD39B8-5BBA-512F-A88A-C25948A58E09}" dt="2026-10-23T17:29:53.791" v="5188" actId="1076"/>
        <pc:sldMkLst>
          <pc:docMk/>
          <pc:sldMk cId="3417469313" sldId="356"/>
        </pc:sldMkLst>
        <pc:spChg chg="add mod">
          <ac:chgData name="Juliana Rodriguez Cubillos" userId="0c6f9f27-d47b-4e7a-a25c-efe9aec00c33" providerId="ADAL" clId="{58DD39B8-5BBA-512F-A88A-C25948A58E09}" dt="2026-10-23T17:29:22.663" v="5178" actId="1076"/>
          <ac:spMkLst>
            <pc:docMk/>
            <pc:sldMk cId="3417469313" sldId="356"/>
            <ac:spMk id="5" creationId="{7EFBC075-6895-0A35-1BD8-AE575628C079}"/>
          </ac:spMkLst>
        </pc:spChg>
        <pc:spChg chg="mod">
          <ac:chgData name="Juliana Rodriguez Cubillos" userId="0c6f9f27-d47b-4e7a-a25c-efe9aec00c33" providerId="ADAL" clId="{58DD39B8-5BBA-512F-A88A-C25948A58E09}" dt="2026-10-23T15:32:53.031" v="4804"/>
          <ac:spMkLst>
            <pc:docMk/>
            <pc:sldMk cId="3417469313" sldId="356"/>
            <ac:spMk id="7" creationId="{149A38DA-287B-F985-EA2A-41A2DA556856}"/>
          </ac:spMkLst>
        </pc:spChg>
        <pc:spChg chg="mod">
          <ac:chgData name="Juliana Rodriguez Cubillos" userId="0c6f9f27-d47b-4e7a-a25c-efe9aec00c33" providerId="ADAL" clId="{58DD39B8-5BBA-512F-A88A-C25948A58E09}" dt="2026-10-23T15:32:53.031" v="4804"/>
          <ac:spMkLst>
            <pc:docMk/>
            <pc:sldMk cId="3417469313" sldId="356"/>
            <ac:spMk id="9" creationId="{EA49776A-0004-7445-E6D8-4CECCEFE76D4}"/>
          </ac:spMkLst>
        </pc:spChg>
        <pc:spChg chg="mod">
          <ac:chgData name="Juliana Rodriguez Cubillos" userId="0c6f9f27-d47b-4e7a-a25c-efe9aec00c33" providerId="ADAL" clId="{58DD39B8-5BBA-512F-A88A-C25948A58E09}" dt="2026-10-23T15:32:53.031" v="4804"/>
          <ac:spMkLst>
            <pc:docMk/>
            <pc:sldMk cId="3417469313" sldId="356"/>
            <ac:spMk id="11" creationId="{CE3A985C-F0F2-4C95-4A26-304F90DFF03A}"/>
          </ac:spMkLst>
        </pc:spChg>
        <pc:spChg chg="add mod">
          <ac:chgData name="Juliana Rodriguez Cubillos" userId="0c6f9f27-d47b-4e7a-a25c-efe9aec00c33" providerId="ADAL" clId="{58DD39B8-5BBA-512F-A88A-C25948A58E09}" dt="2026-10-23T13:43:26.892" v="3267" actId="207"/>
          <ac:spMkLst>
            <pc:docMk/>
            <pc:sldMk cId="3417469313" sldId="356"/>
            <ac:spMk id="12" creationId="{67D1C587-292F-DB11-F13E-E11B65A954A9}"/>
          </ac:spMkLst>
        </pc:spChg>
        <pc:spChg chg="mod">
          <ac:chgData name="Juliana Rodriguez Cubillos" userId="0c6f9f27-d47b-4e7a-a25c-efe9aec00c33" providerId="ADAL" clId="{58DD39B8-5BBA-512F-A88A-C25948A58E09}" dt="2026-10-23T12:39:57.098" v="1196" actId="1076"/>
          <ac:spMkLst>
            <pc:docMk/>
            <pc:sldMk cId="3417469313" sldId="356"/>
            <ac:spMk id="323" creationId="{00000000-0000-0000-0000-000000000000}"/>
          </ac:spMkLst>
        </pc:spChg>
        <pc:grpChg chg="add mod">
          <ac:chgData name="Juliana Rodriguez Cubillos" userId="0c6f9f27-d47b-4e7a-a25c-efe9aec00c33" providerId="ADAL" clId="{58DD39B8-5BBA-512F-A88A-C25948A58E09}" dt="2026-10-23T15:32:53.031" v="4804"/>
          <ac:grpSpMkLst>
            <pc:docMk/>
            <pc:sldMk cId="3417469313" sldId="356"/>
            <ac:grpSpMk id="2" creationId="{1DE7A11D-6783-664D-EFF9-D22DDF47D7D0}"/>
          </ac:grpSpMkLst>
        </pc:grpChg>
        <pc:grpChg chg="mod">
          <ac:chgData name="Juliana Rodriguez Cubillos" userId="0c6f9f27-d47b-4e7a-a25c-efe9aec00c33" providerId="ADAL" clId="{58DD39B8-5BBA-512F-A88A-C25948A58E09}" dt="2026-10-23T15:32:53.031" v="4804"/>
          <ac:grpSpMkLst>
            <pc:docMk/>
            <pc:sldMk cId="3417469313" sldId="356"/>
            <ac:grpSpMk id="3" creationId="{FF558B38-F252-AC12-5AED-45A39C473FE0}"/>
          </ac:grpSpMkLst>
        </pc:grpChg>
        <pc:picChg chg="add del mod modCrop">
          <ac:chgData name="Juliana Rodriguez Cubillos" userId="0c6f9f27-d47b-4e7a-a25c-efe9aec00c33" providerId="ADAL" clId="{58DD39B8-5BBA-512F-A88A-C25948A58E09}" dt="2026-10-23T17:29:22.663" v="5178" actId="1076"/>
          <ac:picMkLst>
            <pc:docMk/>
            <pc:sldMk cId="3417469313" sldId="356"/>
            <ac:picMk id="4" creationId="{010C4B53-A61C-886D-72C7-7C5517B3EDAE}"/>
          </ac:picMkLst>
        </pc:picChg>
        <pc:picChg chg="add mod modCrop">
          <ac:chgData name="Juliana Rodriguez Cubillos" userId="0c6f9f27-d47b-4e7a-a25c-efe9aec00c33" providerId="ADAL" clId="{58DD39B8-5BBA-512F-A88A-C25948A58E09}" dt="2026-10-23T17:29:22.663" v="5178" actId="1076"/>
          <ac:picMkLst>
            <pc:docMk/>
            <pc:sldMk cId="3417469313" sldId="356"/>
            <ac:picMk id="6" creationId="{B2657DE8-0BEB-E6DB-4A73-B8B2DCB4C857}"/>
          </ac:picMkLst>
        </pc:picChg>
        <pc:picChg chg="add mod">
          <ac:chgData name="Juliana Rodriguez Cubillos" userId="0c6f9f27-d47b-4e7a-a25c-efe9aec00c33" providerId="ADAL" clId="{58DD39B8-5BBA-512F-A88A-C25948A58E09}" dt="2026-10-23T17:29:22.663" v="5178" actId="1076"/>
          <ac:picMkLst>
            <pc:docMk/>
            <pc:sldMk cId="3417469313" sldId="356"/>
            <ac:picMk id="8" creationId="{B084E9A7-5142-BE6D-CA1F-6AD3AA23C278}"/>
          </ac:picMkLst>
        </pc:picChg>
        <pc:picChg chg="add mod">
          <ac:chgData name="Juliana Rodriguez Cubillos" userId="0c6f9f27-d47b-4e7a-a25c-efe9aec00c33" providerId="ADAL" clId="{58DD39B8-5BBA-512F-A88A-C25948A58E09}" dt="2026-10-23T17:29:22.663" v="5178" actId="1076"/>
          <ac:picMkLst>
            <pc:docMk/>
            <pc:sldMk cId="3417469313" sldId="356"/>
            <ac:picMk id="10" creationId="{16F662CD-B628-1738-C5FE-6B97821CD910}"/>
          </ac:picMkLst>
        </pc:picChg>
        <pc:picChg chg="mod">
          <ac:chgData name="Juliana Rodriguez Cubillos" userId="0c6f9f27-d47b-4e7a-a25c-efe9aec00c33" providerId="ADAL" clId="{58DD39B8-5BBA-512F-A88A-C25948A58E09}" dt="2026-10-23T15:32:53.031" v="4804"/>
          <ac:picMkLst>
            <pc:docMk/>
            <pc:sldMk cId="3417469313" sldId="356"/>
            <ac:picMk id="14" creationId="{B0D81611-D83A-973A-25FA-8B334620A79A}"/>
          </ac:picMkLst>
        </pc:picChg>
      </pc:sldChg>
      <pc:sldChg chg="addSp modSp mod">
        <pc:chgData name="Juliana Rodriguez Cubillos" userId="0c6f9f27-d47b-4e7a-a25c-efe9aec00c33" providerId="ADAL" clId="{58DD39B8-5BBA-512F-A88A-C25948A58E09}" dt="2026-10-23T15:36:30.082" v="4878"/>
        <pc:sldMkLst>
          <pc:docMk/>
          <pc:sldMk cId="1561914616" sldId="357"/>
        </pc:sldMkLst>
        <pc:spChg chg="mod">
          <ac:chgData name="Juliana Rodriguez Cubillos" userId="0c6f9f27-d47b-4e7a-a25c-efe9aec00c33" providerId="ADAL" clId="{58DD39B8-5BBA-512F-A88A-C25948A58E09}" dt="2026-10-23T12:52:01.819" v="1269" actId="1076"/>
          <ac:spMkLst>
            <pc:docMk/>
            <pc:sldMk cId="1561914616" sldId="357"/>
            <ac:spMk id="2" creationId="{34A03BA1-03E1-2B53-27A3-2D3FB176D875}"/>
          </ac:spMkLst>
        </pc:spChg>
        <pc:spChg chg="add mod">
          <ac:chgData name="Juliana Rodriguez Cubillos" userId="0c6f9f27-d47b-4e7a-a25c-efe9aec00c33" providerId="ADAL" clId="{58DD39B8-5BBA-512F-A88A-C25948A58E09}" dt="2026-10-23T12:50:25.739" v="1259" actId="14100"/>
          <ac:spMkLst>
            <pc:docMk/>
            <pc:sldMk cId="1561914616" sldId="357"/>
            <ac:spMk id="4" creationId="{C0459967-F3CE-B7C8-7550-B88AE27F6D15}"/>
          </ac:spMkLst>
        </pc:spChg>
        <pc:spChg chg="mod">
          <ac:chgData name="Juliana Rodriguez Cubillos" userId="0c6f9f27-d47b-4e7a-a25c-efe9aec00c33" providerId="ADAL" clId="{58DD39B8-5BBA-512F-A88A-C25948A58E09}" dt="2026-10-23T15:36:30.082" v="4878"/>
          <ac:spMkLst>
            <pc:docMk/>
            <pc:sldMk cId="1561914616" sldId="357"/>
            <ac:spMk id="10" creationId="{DDE22C24-FFE7-B18A-B192-5016AEB101C5}"/>
          </ac:spMkLst>
        </pc:spChg>
        <pc:spChg chg="mod">
          <ac:chgData name="Juliana Rodriguez Cubillos" userId="0c6f9f27-d47b-4e7a-a25c-efe9aec00c33" providerId="ADAL" clId="{58DD39B8-5BBA-512F-A88A-C25948A58E09}" dt="2026-10-23T15:36:30.082" v="4878"/>
          <ac:spMkLst>
            <pc:docMk/>
            <pc:sldMk cId="1561914616" sldId="357"/>
            <ac:spMk id="11" creationId="{551923E7-BEE0-0B5F-313B-9AF4A0FF6F71}"/>
          </ac:spMkLst>
        </pc:spChg>
        <pc:spChg chg="mod">
          <ac:chgData name="Juliana Rodriguez Cubillos" userId="0c6f9f27-d47b-4e7a-a25c-efe9aec00c33" providerId="ADAL" clId="{58DD39B8-5BBA-512F-A88A-C25948A58E09}" dt="2026-10-23T15:36:30.082" v="4878"/>
          <ac:spMkLst>
            <pc:docMk/>
            <pc:sldMk cId="1561914616" sldId="357"/>
            <ac:spMk id="12" creationId="{3CB4FA62-6613-3583-9F5A-59AAF5221B95}"/>
          </ac:spMkLst>
        </pc:spChg>
        <pc:grpChg chg="add mod">
          <ac:chgData name="Juliana Rodriguez Cubillos" userId="0c6f9f27-d47b-4e7a-a25c-efe9aec00c33" providerId="ADAL" clId="{58DD39B8-5BBA-512F-A88A-C25948A58E09}" dt="2026-10-23T15:36:30.082" v="4878"/>
          <ac:grpSpMkLst>
            <pc:docMk/>
            <pc:sldMk cId="1561914616" sldId="357"/>
            <ac:grpSpMk id="8" creationId="{30426565-F56B-C42A-C037-B6D007FC9BBE}"/>
          </ac:grpSpMkLst>
        </pc:grpChg>
        <pc:grpChg chg="mod">
          <ac:chgData name="Juliana Rodriguez Cubillos" userId="0c6f9f27-d47b-4e7a-a25c-efe9aec00c33" providerId="ADAL" clId="{58DD39B8-5BBA-512F-A88A-C25948A58E09}" dt="2026-10-23T15:36:30.082" v="4878"/>
          <ac:grpSpMkLst>
            <pc:docMk/>
            <pc:sldMk cId="1561914616" sldId="357"/>
            <ac:grpSpMk id="9" creationId="{12814D1F-8C29-C823-4873-722D3F349645}"/>
          </ac:grpSpMkLst>
        </pc:grpChg>
        <pc:picChg chg="add mod">
          <ac:chgData name="Juliana Rodriguez Cubillos" userId="0c6f9f27-d47b-4e7a-a25c-efe9aec00c33" providerId="ADAL" clId="{58DD39B8-5BBA-512F-A88A-C25948A58E09}" dt="2026-10-23T12:52:03.493" v="1270" actId="1076"/>
          <ac:picMkLst>
            <pc:docMk/>
            <pc:sldMk cId="1561914616" sldId="357"/>
            <ac:picMk id="3" creationId="{73540930-ECDD-A6D0-FC04-F1B72F754759}"/>
          </ac:picMkLst>
        </pc:picChg>
        <pc:picChg chg="add mod">
          <ac:chgData name="Juliana Rodriguez Cubillos" userId="0c6f9f27-d47b-4e7a-a25c-efe9aec00c33" providerId="ADAL" clId="{58DD39B8-5BBA-512F-A88A-C25948A58E09}" dt="2026-10-23T12:49:37.172" v="1237"/>
          <ac:picMkLst>
            <pc:docMk/>
            <pc:sldMk cId="1561914616" sldId="357"/>
            <ac:picMk id="5" creationId="{FA7BF3F7-004C-1401-CE2B-C5AE27F66F02}"/>
          </ac:picMkLst>
        </pc:picChg>
        <pc:picChg chg="add mod">
          <ac:chgData name="Juliana Rodriguez Cubillos" userId="0c6f9f27-d47b-4e7a-a25c-efe9aec00c33" providerId="ADAL" clId="{58DD39B8-5BBA-512F-A88A-C25948A58E09}" dt="2026-10-23T12:52:01.819" v="1269" actId="1076"/>
          <ac:picMkLst>
            <pc:docMk/>
            <pc:sldMk cId="1561914616" sldId="357"/>
            <ac:picMk id="6" creationId="{325432EE-2D69-A41E-C69B-E2B5587074CA}"/>
          </ac:picMkLst>
        </pc:picChg>
        <pc:picChg chg="add mod">
          <ac:chgData name="Juliana Rodriguez Cubillos" userId="0c6f9f27-d47b-4e7a-a25c-efe9aec00c33" providerId="ADAL" clId="{58DD39B8-5BBA-512F-A88A-C25948A58E09}" dt="2026-10-23T12:52:01.819" v="1269" actId="1076"/>
          <ac:picMkLst>
            <pc:docMk/>
            <pc:sldMk cId="1561914616" sldId="357"/>
            <ac:picMk id="7" creationId="{15A73102-EEC6-D1F5-C1DC-D7F46AB48880}"/>
          </ac:picMkLst>
        </pc:picChg>
        <pc:picChg chg="mod">
          <ac:chgData name="Juliana Rodriguez Cubillos" userId="0c6f9f27-d47b-4e7a-a25c-efe9aec00c33" providerId="ADAL" clId="{58DD39B8-5BBA-512F-A88A-C25948A58E09}" dt="2026-10-23T15:36:30.082" v="4878"/>
          <ac:picMkLst>
            <pc:docMk/>
            <pc:sldMk cId="1561914616" sldId="357"/>
            <ac:picMk id="13" creationId="{3D952C20-A8E6-3193-FAF8-F02FC3FA5CC8}"/>
          </ac:picMkLst>
        </pc:pic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551033009" sldId="358"/>
        </pc:sldMkLst>
        <pc:spChg chg="mod">
          <ac:chgData name="Juliana Rodriguez Cubillos" userId="0c6f9f27-d47b-4e7a-a25c-efe9aec00c33" providerId="ADAL" clId="{58DD39B8-5BBA-512F-A88A-C25948A58E09}" dt="2026-10-23T15:14:57.305" v="4455" actId="20577"/>
          <ac:spMkLst>
            <pc:docMk/>
            <pc:sldMk cId="3551033009" sldId="358"/>
            <ac:spMk id="3" creationId="{6B7157F7-38F2-6743-674F-56CAAE9A5396}"/>
          </ac:spMkLst>
        </pc:spChg>
        <pc:spChg chg="mod">
          <ac:chgData name="Juliana Rodriguez Cubillos" userId="0c6f9f27-d47b-4e7a-a25c-efe9aec00c33" providerId="ADAL" clId="{58DD39B8-5BBA-512F-A88A-C25948A58E09}" dt="2026-10-23T15:14:45.302" v="4451" actId="1076"/>
          <ac:spMkLst>
            <pc:docMk/>
            <pc:sldMk cId="3551033009" sldId="358"/>
            <ac:spMk id="5" creationId="{77D094D9-DE07-2614-4E8E-E672A843499F}"/>
          </ac:spMkLst>
        </pc:spChg>
        <pc:spChg chg="mod">
          <ac:chgData name="Juliana Rodriguez Cubillos" userId="0c6f9f27-d47b-4e7a-a25c-efe9aec00c33" providerId="ADAL" clId="{58DD39B8-5BBA-512F-A88A-C25948A58E09}" dt="2026-10-23T15:38:43.512" v="4926"/>
          <ac:spMkLst>
            <pc:docMk/>
            <pc:sldMk cId="3551033009" sldId="358"/>
            <ac:spMk id="7" creationId="{857D21DF-D42D-EF13-DCF7-40979EF765D4}"/>
          </ac:spMkLst>
        </pc:spChg>
        <pc:spChg chg="mod">
          <ac:chgData name="Juliana Rodriguez Cubillos" userId="0c6f9f27-d47b-4e7a-a25c-efe9aec00c33" providerId="ADAL" clId="{58DD39B8-5BBA-512F-A88A-C25948A58E09}" dt="2026-10-23T15:38:43.512" v="4926"/>
          <ac:spMkLst>
            <pc:docMk/>
            <pc:sldMk cId="3551033009" sldId="358"/>
            <ac:spMk id="8" creationId="{1582C9C0-6695-9269-61F5-6E6804F12544}"/>
          </ac:spMkLst>
        </pc:spChg>
        <pc:spChg chg="mod">
          <ac:chgData name="Juliana Rodriguez Cubillos" userId="0c6f9f27-d47b-4e7a-a25c-efe9aec00c33" providerId="ADAL" clId="{58DD39B8-5BBA-512F-A88A-C25948A58E09}" dt="2026-10-23T15:38:43.512" v="4926"/>
          <ac:spMkLst>
            <pc:docMk/>
            <pc:sldMk cId="3551033009" sldId="358"/>
            <ac:spMk id="9" creationId="{23D19A0F-3637-EFB2-B06C-05502592A5D7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551033009" sldId="358"/>
            <ac:spMk id="14" creationId="{C8A88957-749A-8979-256D-BEDF23413286}"/>
          </ac:spMkLst>
        </pc:spChg>
        <pc:grpChg chg="add mod">
          <ac:chgData name="Juliana Rodriguez Cubillos" userId="0c6f9f27-d47b-4e7a-a25c-efe9aec00c33" providerId="ADAL" clId="{58DD39B8-5BBA-512F-A88A-C25948A58E09}" dt="2026-10-23T15:38:43.512" v="4926"/>
          <ac:grpSpMkLst>
            <pc:docMk/>
            <pc:sldMk cId="3551033009" sldId="358"/>
            <ac:grpSpMk id="2" creationId="{B4C39D26-D261-0809-02A2-4EBC37B91E15}"/>
          </ac:grpSpMkLst>
        </pc:grpChg>
        <pc:grpChg chg="mod">
          <ac:chgData name="Juliana Rodriguez Cubillos" userId="0c6f9f27-d47b-4e7a-a25c-efe9aec00c33" providerId="ADAL" clId="{58DD39B8-5BBA-512F-A88A-C25948A58E09}" dt="2026-10-23T15:38:43.512" v="4926"/>
          <ac:grpSpMkLst>
            <pc:docMk/>
            <pc:sldMk cId="3551033009" sldId="358"/>
            <ac:grpSpMk id="4" creationId="{05CA2E97-CA85-BFE2-8B06-21A7F9C6B789}"/>
          </ac:grpSpMkLst>
        </pc:grpChg>
        <pc:picChg chg="mod">
          <ac:chgData name="Juliana Rodriguez Cubillos" userId="0c6f9f27-d47b-4e7a-a25c-efe9aec00c33" providerId="ADAL" clId="{58DD39B8-5BBA-512F-A88A-C25948A58E09}" dt="2026-10-23T15:15:04.798" v="4457" actId="1076"/>
          <ac:picMkLst>
            <pc:docMk/>
            <pc:sldMk cId="3551033009" sldId="358"/>
            <ac:picMk id="6" creationId="{ED8292E1-7D7A-7C54-C599-15B04B43AF7A}"/>
          </ac:picMkLst>
        </pc:picChg>
        <pc:picChg chg="mod">
          <ac:chgData name="Juliana Rodriguez Cubillos" userId="0c6f9f27-d47b-4e7a-a25c-efe9aec00c33" providerId="ADAL" clId="{58DD39B8-5BBA-512F-A88A-C25948A58E09}" dt="2026-10-23T15:38:43.512" v="4926"/>
          <ac:picMkLst>
            <pc:docMk/>
            <pc:sldMk cId="3551033009" sldId="358"/>
            <ac:picMk id="11" creationId="{0FD9557C-67B3-3692-5537-837EB7CBD6C6}"/>
          </ac:picMkLst>
        </pc:picChg>
        <pc:cxnChg chg="add mod">
          <ac:chgData name="Juliana Rodriguez Cubillos" userId="0c6f9f27-d47b-4e7a-a25c-efe9aec00c33" providerId="ADAL" clId="{58DD39B8-5BBA-512F-A88A-C25948A58E09}" dt="2026-10-23T15:15:03.157" v="4456" actId="1076"/>
          <ac:cxnSpMkLst>
            <pc:docMk/>
            <pc:sldMk cId="3551033009" sldId="358"/>
            <ac:cxnSpMk id="10" creationId="{015E7A02-4E4D-932F-762F-57918B4CE6B6}"/>
          </ac:cxnSpMkLst>
        </pc:cxnChg>
      </pc:sldChg>
      <pc:sldChg chg="addSp delSp modSp mod ord">
        <pc:chgData name="Juliana Rodriguez Cubillos" userId="0c6f9f27-d47b-4e7a-a25c-efe9aec00c33" providerId="ADAL" clId="{58DD39B8-5BBA-512F-A88A-C25948A58E09}" dt="2026-10-23T15:46:50.016" v="4974"/>
        <pc:sldMkLst>
          <pc:docMk/>
          <pc:sldMk cId="3263959381" sldId="359"/>
        </pc:sldMkLst>
        <pc:spChg chg="mod">
          <ac:chgData name="Juliana Rodriguez Cubillos" userId="0c6f9f27-d47b-4e7a-a25c-efe9aec00c33" providerId="ADAL" clId="{58DD39B8-5BBA-512F-A88A-C25948A58E09}" dt="2026-10-23T12:55:46.902" v="1290" actId="1076"/>
          <ac:spMkLst>
            <pc:docMk/>
            <pc:sldMk cId="3263959381" sldId="359"/>
            <ac:spMk id="2" creationId="{44E7E606-88A6-3FF7-BD66-005743CCBEE2}"/>
          </ac:spMkLst>
        </pc:spChg>
        <pc:spChg chg="mod">
          <ac:chgData name="Juliana Rodriguez Cubillos" userId="0c6f9f27-d47b-4e7a-a25c-efe9aec00c33" providerId="ADAL" clId="{58DD39B8-5BBA-512F-A88A-C25948A58E09}" dt="2026-10-23T12:55:49.294" v="1291" actId="1076"/>
          <ac:spMkLst>
            <pc:docMk/>
            <pc:sldMk cId="3263959381" sldId="359"/>
            <ac:spMk id="3" creationId="{BD881E10-7E5C-1B0A-4B80-9231872896CC}"/>
          </ac:spMkLst>
        </pc:spChg>
        <pc:spChg chg="mod">
          <ac:chgData name="Juliana Rodriguez Cubillos" userId="0c6f9f27-d47b-4e7a-a25c-efe9aec00c33" providerId="ADAL" clId="{58DD39B8-5BBA-512F-A88A-C25948A58E09}" dt="2026-10-23T15:38:32.938" v="4923"/>
          <ac:spMkLst>
            <pc:docMk/>
            <pc:sldMk cId="3263959381" sldId="359"/>
            <ac:spMk id="7" creationId="{774BF8D5-46A8-4EFD-5EE6-F83C6260EB03}"/>
          </ac:spMkLst>
        </pc:spChg>
        <pc:spChg chg="mod">
          <ac:chgData name="Juliana Rodriguez Cubillos" userId="0c6f9f27-d47b-4e7a-a25c-efe9aec00c33" providerId="ADAL" clId="{58DD39B8-5BBA-512F-A88A-C25948A58E09}" dt="2026-10-23T15:38:32.938" v="4923"/>
          <ac:spMkLst>
            <pc:docMk/>
            <pc:sldMk cId="3263959381" sldId="359"/>
            <ac:spMk id="8" creationId="{2B5D8B68-5556-BF9D-CF3B-7338EFFDD672}"/>
          </ac:spMkLst>
        </pc:spChg>
        <pc:spChg chg="mod">
          <ac:chgData name="Juliana Rodriguez Cubillos" userId="0c6f9f27-d47b-4e7a-a25c-efe9aec00c33" providerId="ADAL" clId="{58DD39B8-5BBA-512F-A88A-C25948A58E09}" dt="2026-10-23T15:38:32.938" v="4923"/>
          <ac:spMkLst>
            <pc:docMk/>
            <pc:sldMk cId="3263959381" sldId="359"/>
            <ac:spMk id="9" creationId="{66CF1F45-30DD-DF49-E50B-BEE599E6A558}"/>
          </ac:spMkLst>
        </pc:spChg>
        <pc:grpChg chg="add mod">
          <ac:chgData name="Juliana Rodriguez Cubillos" userId="0c6f9f27-d47b-4e7a-a25c-efe9aec00c33" providerId="ADAL" clId="{58DD39B8-5BBA-512F-A88A-C25948A58E09}" dt="2026-10-23T15:38:32.938" v="4923"/>
          <ac:grpSpMkLst>
            <pc:docMk/>
            <pc:sldMk cId="3263959381" sldId="359"/>
            <ac:grpSpMk id="4" creationId="{7FDE3936-A668-7D5C-F6B6-4CD8CDF2063F}"/>
          </ac:grpSpMkLst>
        </pc:grpChg>
        <pc:grpChg chg="mod">
          <ac:chgData name="Juliana Rodriguez Cubillos" userId="0c6f9f27-d47b-4e7a-a25c-efe9aec00c33" providerId="ADAL" clId="{58DD39B8-5BBA-512F-A88A-C25948A58E09}" dt="2026-10-23T15:38:32.938" v="4923"/>
          <ac:grpSpMkLst>
            <pc:docMk/>
            <pc:sldMk cId="3263959381" sldId="359"/>
            <ac:grpSpMk id="5" creationId="{454D052D-0B0B-D046-A307-D09B944FF92E}"/>
          </ac:grpSpMkLst>
        </pc:grpChg>
        <pc:picChg chg="add mod">
          <ac:chgData name="Juliana Rodriguez Cubillos" userId="0c6f9f27-d47b-4e7a-a25c-efe9aec00c33" providerId="ADAL" clId="{58DD39B8-5BBA-512F-A88A-C25948A58E09}" dt="2026-10-23T12:55:25.977" v="1285" actId="1076"/>
          <ac:picMkLst>
            <pc:docMk/>
            <pc:sldMk cId="3263959381" sldId="359"/>
            <ac:picMk id="6" creationId="{C12D2F9F-8A71-A823-AF7D-91ABBA0E90CD}"/>
          </ac:picMkLst>
        </pc:picChg>
        <pc:picChg chg="mod">
          <ac:chgData name="Juliana Rodriguez Cubillos" userId="0c6f9f27-d47b-4e7a-a25c-efe9aec00c33" providerId="ADAL" clId="{58DD39B8-5BBA-512F-A88A-C25948A58E09}" dt="2026-10-23T15:38:32.938" v="4923"/>
          <ac:picMkLst>
            <pc:docMk/>
            <pc:sldMk cId="3263959381" sldId="359"/>
            <ac:picMk id="10" creationId="{E9547936-3192-910D-84B0-6163B325BD37}"/>
          </ac:picMkLst>
        </pc:picChg>
      </pc:sldChg>
      <pc:sldChg chg="add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864198217" sldId="361"/>
        </pc:sldMkLst>
        <pc:spChg chg="mod">
          <ac:chgData name="Juliana Rodriguez Cubillos" userId="0c6f9f27-d47b-4e7a-a25c-efe9aec00c33" providerId="ADAL" clId="{58DD39B8-5BBA-512F-A88A-C25948A58E09}" dt="2026-10-23T15:08:03.920" v="4299" actId="207"/>
          <ac:spMkLst>
            <pc:docMk/>
            <pc:sldMk cId="3864198217" sldId="361"/>
            <ac:spMk id="2" creationId="{5DAE32E1-884B-4F45-AB3D-8734D6B645D0}"/>
          </ac:spMkLst>
        </pc:spChg>
        <pc:spChg chg="mod">
          <ac:chgData name="Juliana Rodriguez Cubillos" userId="0c6f9f27-d47b-4e7a-a25c-efe9aec00c33" providerId="ADAL" clId="{58DD39B8-5BBA-512F-A88A-C25948A58E09}" dt="2026-10-23T15:08:33.513" v="4314" actId="20577"/>
          <ac:spMkLst>
            <pc:docMk/>
            <pc:sldMk cId="3864198217" sldId="361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5:08:01.216" v="4298" actId="2711"/>
          <ac:spMkLst>
            <pc:docMk/>
            <pc:sldMk cId="3864198217" sldId="361"/>
            <ac:spMk id="4" creationId="{C38EA288-7B9F-40C4-9358-812E71D75597}"/>
          </ac:spMkLst>
        </pc:spChg>
        <pc:spChg chg="mod">
          <ac:chgData name="Juliana Rodriguez Cubillos" userId="0c6f9f27-d47b-4e7a-a25c-efe9aec00c33" providerId="ADAL" clId="{58DD39B8-5BBA-512F-A88A-C25948A58E09}" dt="2026-10-23T15:08:01.216" v="4298" actId="2711"/>
          <ac:spMkLst>
            <pc:docMk/>
            <pc:sldMk cId="3864198217" sldId="361"/>
            <ac:spMk id="7" creationId="{DD79F98A-16BE-A92D-F189-09ADC79A5C2B}"/>
          </ac:spMkLst>
        </pc:spChg>
        <pc:spChg chg="mod">
          <ac:chgData name="Juliana Rodriguez Cubillos" userId="0c6f9f27-d47b-4e7a-a25c-efe9aec00c33" providerId="ADAL" clId="{58DD39B8-5BBA-512F-A88A-C25948A58E09}" dt="2026-10-23T15:41:00.920" v="4958"/>
          <ac:spMkLst>
            <pc:docMk/>
            <pc:sldMk cId="3864198217" sldId="361"/>
            <ac:spMk id="10" creationId="{C5635D1C-34AA-F102-FE60-33549E1AB5A4}"/>
          </ac:spMkLst>
        </pc:spChg>
        <pc:spChg chg="mod">
          <ac:chgData name="Juliana Rodriguez Cubillos" userId="0c6f9f27-d47b-4e7a-a25c-efe9aec00c33" providerId="ADAL" clId="{58DD39B8-5BBA-512F-A88A-C25948A58E09}" dt="2026-10-23T15:41:00.920" v="4958"/>
          <ac:spMkLst>
            <pc:docMk/>
            <pc:sldMk cId="3864198217" sldId="361"/>
            <ac:spMk id="11" creationId="{694B97C3-163A-B197-C6B3-E94E0A83734C}"/>
          </ac:spMkLst>
        </pc:spChg>
        <pc:spChg chg="mod">
          <ac:chgData name="Juliana Rodriguez Cubillos" userId="0c6f9f27-d47b-4e7a-a25c-efe9aec00c33" providerId="ADAL" clId="{58DD39B8-5BBA-512F-A88A-C25948A58E09}" dt="2026-10-23T15:41:00.920" v="4958"/>
          <ac:spMkLst>
            <pc:docMk/>
            <pc:sldMk cId="3864198217" sldId="361"/>
            <ac:spMk id="12" creationId="{9E27D0E8-DAB9-5D10-7A98-3A3FF080EB29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864198217" sldId="361"/>
            <ac:spMk id="16" creationId="{40D4A694-1824-25FA-143D-34204E888361}"/>
          </ac:spMkLst>
        </pc:spChg>
        <pc:grpChg chg="add mod">
          <ac:chgData name="Juliana Rodriguez Cubillos" userId="0c6f9f27-d47b-4e7a-a25c-efe9aec00c33" providerId="ADAL" clId="{58DD39B8-5BBA-512F-A88A-C25948A58E09}" dt="2026-10-23T15:07:36.276" v="4285"/>
          <ac:grpSpMkLst>
            <pc:docMk/>
            <pc:sldMk cId="3864198217" sldId="361"/>
            <ac:grpSpMk id="5" creationId="{8EE1FA9A-FF3E-CFEF-F2FD-29C55E83985A}"/>
          </ac:grpSpMkLst>
        </pc:grpChg>
        <pc:grpChg chg="add mod">
          <ac:chgData name="Juliana Rodriguez Cubillos" userId="0c6f9f27-d47b-4e7a-a25c-efe9aec00c33" providerId="ADAL" clId="{58DD39B8-5BBA-512F-A88A-C25948A58E09}" dt="2026-10-23T15:41:00.920" v="4958"/>
          <ac:grpSpMkLst>
            <pc:docMk/>
            <pc:sldMk cId="3864198217" sldId="361"/>
            <ac:grpSpMk id="8" creationId="{71E724EE-D64D-BAB9-F537-6C5D130B45AC}"/>
          </ac:grpSpMkLst>
        </pc:grpChg>
        <pc:grpChg chg="mod">
          <ac:chgData name="Juliana Rodriguez Cubillos" userId="0c6f9f27-d47b-4e7a-a25c-efe9aec00c33" providerId="ADAL" clId="{58DD39B8-5BBA-512F-A88A-C25948A58E09}" dt="2026-10-23T15:41:00.920" v="4958"/>
          <ac:grpSpMkLst>
            <pc:docMk/>
            <pc:sldMk cId="3864198217" sldId="361"/>
            <ac:grpSpMk id="9" creationId="{2AEECA5E-09EA-54F7-D858-811F3F199B53}"/>
          </ac:grpSpMkLst>
        </pc:grpChg>
        <pc:picChg chg="mod">
          <ac:chgData name="Juliana Rodriguez Cubillos" userId="0c6f9f27-d47b-4e7a-a25c-efe9aec00c33" providerId="ADAL" clId="{58DD39B8-5BBA-512F-A88A-C25948A58E09}" dt="2026-10-23T15:41:00.920" v="4958"/>
          <ac:picMkLst>
            <pc:docMk/>
            <pc:sldMk cId="3864198217" sldId="361"/>
            <ac:picMk id="13" creationId="{D1985AA1-D943-7BDF-00EE-B76E2834C6AC}"/>
          </ac:picMkLst>
        </pc:picChg>
        <pc:cxnChg chg="mod">
          <ac:chgData name="Juliana Rodriguez Cubillos" userId="0c6f9f27-d47b-4e7a-a25c-efe9aec00c33" providerId="ADAL" clId="{58DD39B8-5BBA-512F-A88A-C25948A58E09}" dt="2026-10-23T15:07:36.276" v="4285"/>
          <ac:cxnSpMkLst>
            <pc:docMk/>
            <pc:sldMk cId="3864198217" sldId="361"/>
            <ac:cxnSpMk id="6" creationId="{D743E954-39B0-3E4E-C24C-1501E7EB6A33}"/>
          </ac:cxnSpMkLst>
        </pc:cxn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1946277099" sldId="362"/>
        </pc:sldMkLst>
        <pc:spChg chg="mod">
          <ac:chgData name="Juliana Rodriguez Cubillos" userId="0c6f9f27-d47b-4e7a-a25c-efe9aec00c33" providerId="ADAL" clId="{58DD39B8-5BBA-512F-A88A-C25948A58E09}" dt="2026-10-23T15:09:15.794" v="4332" actId="20577"/>
          <ac:spMkLst>
            <pc:docMk/>
            <pc:sldMk cId="1946277099" sldId="362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5:07:38.417" v="4286"/>
          <ac:spMkLst>
            <pc:docMk/>
            <pc:sldMk cId="1946277099" sldId="362"/>
            <ac:spMk id="8" creationId="{65614288-F97F-81D7-BA30-827F6B25CB84}"/>
          </ac:spMkLst>
        </pc:spChg>
        <pc:spChg chg="mod">
          <ac:chgData name="Juliana Rodriguez Cubillos" userId="0c6f9f27-d47b-4e7a-a25c-efe9aec00c33" providerId="ADAL" clId="{58DD39B8-5BBA-512F-A88A-C25948A58E09}" dt="2026-10-23T15:41:01.611" v="4959"/>
          <ac:spMkLst>
            <pc:docMk/>
            <pc:sldMk cId="1946277099" sldId="362"/>
            <ac:spMk id="10" creationId="{91C9EC0D-A0D6-23CE-1EE7-54D6CC9E0FE3}"/>
          </ac:spMkLst>
        </pc:spChg>
        <pc:spChg chg="mod">
          <ac:chgData name="Juliana Rodriguez Cubillos" userId="0c6f9f27-d47b-4e7a-a25c-efe9aec00c33" providerId="ADAL" clId="{58DD39B8-5BBA-512F-A88A-C25948A58E09}" dt="2026-10-23T15:41:01.611" v="4959"/>
          <ac:spMkLst>
            <pc:docMk/>
            <pc:sldMk cId="1946277099" sldId="362"/>
            <ac:spMk id="11" creationId="{B31F24A1-E2D8-D9DB-B033-BC6FF660D206}"/>
          </ac:spMkLst>
        </pc:spChg>
        <pc:spChg chg="add mod">
          <ac:chgData name="Juliana Rodriguez Cubillos" userId="0c6f9f27-d47b-4e7a-a25c-efe9aec00c33" providerId="ADAL" clId="{58DD39B8-5BBA-512F-A88A-C25948A58E09}" dt="2026-10-23T15:08:55.870" v="4321"/>
          <ac:spMkLst>
            <pc:docMk/>
            <pc:sldMk cId="1946277099" sldId="362"/>
            <ac:spMk id="12" creationId="{7AEB28D2-5CC9-4721-B350-ECE4450C8948}"/>
          </ac:spMkLst>
        </pc:spChg>
        <pc:spChg chg="mod">
          <ac:chgData name="Juliana Rodriguez Cubillos" userId="0c6f9f27-d47b-4e7a-a25c-efe9aec00c33" providerId="ADAL" clId="{58DD39B8-5BBA-512F-A88A-C25948A58E09}" dt="2026-10-23T15:41:01.611" v="4959"/>
          <ac:spMkLst>
            <pc:docMk/>
            <pc:sldMk cId="1946277099" sldId="362"/>
            <ac:spMk id="13" creationId="{008459BD-48FF-8814-A94E-F93E141B4848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1946277099" sldId="362"/>
            <ac:spMk id="17" creationId="{57EB1A13-E3BD-81CD-BDBF-39989A8603E6}"/>
          </ac:spMkLst>
        </pc:spChg>
        <pc:grpChg chg="add mod">
          <ac:chgData name="Juliana Rodriguez Cubillos" userId="0c6f9f27-d47b-4e7a-a25c-efe9aec00c33" providerId="ADAL" clId="{58DD39B8-5BBA-512F-A88A-C25948A58E09}" dt="2026-10-23T15:41:01.611" v="4959"/>
          <ac:grpSpMkLst>
            <pc:docMk/>
            <pc:sldMk cId="1946277099" sldId="362"/>
            <ac:grpSpMk id="2" creationId="{434DF801-CC6C-DECB-F72A-7AA20A6DF04F}"/>
          </ac:grpSpMkLst>
        </pc:grpChg>
        <pc:grpChg chg="add mod">
          <ac:chgData name="Juliana Rodriguez Cubillos" userId="0c6f9f27-d47b-4e7a-a25c-efe9aec00c33" providerId="ADAL" clId="{58DD39B8-5BBA-512F-A88A-C25948A58E09}" dt="2026-10-23T15:07:38.417" v="4286"/>
          <ac:grpSpMkLst>
            <pc:docMk/>
            <pc:sldMk cId="1946277099" sldId="362"/>
            <ac:grpSpMk id="5" creationId="{77A381D8-A042-CA84-A8BD-0BAA58B28360}"/>
          </ac:grpSpMkLst>
        </pc:grpChg>
        <pc:grpChg chg="mod">
          <ac:chgData name="Juliana Rodriguez Cubillos" userId="0c6f9f27-d47b-4e7a-a25c-efe9aec00c33" providerId="ADAL" clId="{58DD39B8-5BBA-512F-A88A-C25948A58E09}" dt="2026-10-23T15:41:01.611" v="4959"/>
          <ac:grpSpMkLst>
            <pc:docMk/>
            <pc:sldMk cId="1946277099" sldId="362"/>
            <ac:grpSpMk id="9" creationId="{809B2C94-13D2-3924-8916-847B03D6E943}"/>
          </ac:grpSpMkLst>
        </pc:grpChg>
        <pc:picChg chg="mod">
          <ac:chgData name="Juliana Rodriguez Cubillos" userId="0c6f9f27-d47b-4e7a-a25c-efe9aec00c33" providerId="ADAL" clId="{58DD39B8-5BBA-512F-A88A-C25948A58E09}" dt="2026-10-23T15:41:01.611" v="4959"/>
          <ac:picMkLst>
            <pc:docMk/>
            <pc:sldMk cId="1946277099" sldId="362"/>
            <ac:picMk id="14" creationId="{D57DF4E7-49C8-A0B8-D327-1162C8B88A79}"/>
          </ac:picMkLst>
        </pc:picChg>
        <pc:cxnChg chg="mod">
          <ac:chgData name="Juliana Rodriguez Cubillos" userId="0c6f9f27-d47b-4e7a-a25c-efe9aec00c33" providerId="ADAL" clId="{58DD39B8-5BBA-512F-A88A-C25948A58E09}" dt="2026-10-23T15:07:38.417" v="4286"/>
          <ac:cxnSpMkLst>
            <pc:docMk/>
            <pc:sldMk cId="1946277099" sldId="362"/>
            <ac:cxnSpMk id="7" creationId="{4BF5BB10-ADED-8DDF-E3EF-07668124A033}"/>
          </ac:cxnSpMkLst>
        </pc:cxn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070507200" sldId="363"/>
        </pc:sldMkLst>
        <pc:spChg chg="mod">
          <ac:chgData name="Juliana Rodriguez Cubillos" userId="0c6f9f27-d47b-4e7a-a25c-efe9aec00c33" providerId="ADAL" clId="{58DD39B8-5BBA-512F-A88A-C25948A58E09}" dt="2026-10-23T15:09:51.059" v="4339" actId="2711"/>
          <ac:spMkLst>
            <pc:docMk/>
            <pc:sldMk cId="3070507200" sldId="363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5:07:39.343" v="4287"/>
          <ac:spMkLst>
            <pc:docMk/>
            <pc:sldMk cId="3070507200" sldId="363"/>
            <ac:spMk id="6" creationId="{19126114-4F3C-FE0C-00AE-750D3D468135}"/>
          </ac:spMkLst>
        </pc:spChg>
        <pc:spChg chg="add mod">
          <ac:chgData name="Juliana Rodriguez Cubillos" userId="0c6f9f27-d47b-4e7a-a25c-efe9aec00c33" providerId="ADAL" clId="{58DD39B8-5BBA-512F-A88A-C25948A58E09}" dt="2026-10-23T15:09:36.875" v="4337"/>
          <ac:spMkLst>
            <pc:docMk/>
            <pc:sldMk cId="3070507200" sldId="363"/>
            <ac:spMk id="10" creationId="{4C89E060-10CD-E4E1-D49B-DB9829C32ABB}"/>
          </ac:spMkLst>
        </pc:spChg>
        <pc:spChg chg="mod">
          <ac:chgData name="Juliana Rodriguez Cubillos" userId="0c6f9f27-d47b-4e7a-a25c-efe9aec00c33" providerId="ADAL" clId="{58DD39B8-5BBA-512F-A88A-C25948A58E09}" dt="2026-10-23T15:41:02.908" v="4960"/>
          <ac:spMkLst>
            <pc:docMk/>
            <pc:sldMk cId="3070507200" sldId="363"/>
            <ac:spMk id="13" creationId="{37F7BD6A-DBA0-657A-306D-9C88851FB097}"/>
          </ac:spMkLst>
        </pc:spChg>
        <pc:spChg chg="mod">
          <ac:chgData name="Juliana Rodriguez Cubillos" userId="0c6f9f27-d47b-4e7a-a25c-efe9aec00c33" providerId="ADAL" clId="{58DD39B8-5BBA-512F-A88A-C25948A58E09}" dt="2026-10-23T15:41:02.908" v="4960"/>
          <ac:spMkLst>
            <pc:docMk/>
            <pc:sldMk cId="3070507200" sldId="363"/>
            <ac:spMk id="14" creationId="{3402621B-EDFA-FC7E-4B2F-7ABF35C8DF5C}"/>
          </ac:spMkLst>
        </pc:spChg>
        <pc:spChg chg="mod">
          <ac:chgData name="Juliana Rodriguez Cubillos" userId="0c6f9f27-d47b-4e7a-a25c-efe9aec00c33" providerId="ADAL" clId="{58DD39B8-5BBA-512F-A88A-C25948A58E09}" dt="2026-10-23T15:41:02.908" v="4960"/>
          <ac:spMkLst>
            <pc:docMk/>
            <pc:sldMk cId="3070507200" sldId="363"/>
            <ac:spMk id="15" creationId="{B49E7502-1AC2-F6D5-FA20-3A9E76945946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070507200" sldId="363"/>
            <ac:spMk id="19" creationId="{64A4F5E2-754D-59E1-CB41-FB0C30EEA2CA}"/>
          </ac:spMkLst>
        </pc:spChg>
        <pc:grpChg chg="add mod">
          <ac:chgData name="Juliana Rodriguez Cubillos" userId="0c6f9f27-d47b-4e7a-a25c-efe9aec00c33" providerId="ADAL" clId="{58DD39B8-5BBA-512F-A88A-C25948A58E09}" dt="2026-10-23T15:07:39.343" v="4287"/>
          <ac:grpSpMkLst>
            <pc:docMk/>
            <pc:sldMk cId="3070507200" sldId="363"/>
            <ac:grpSpMk id="4" creationId="{2FA16DFB-91E5-41F1-711F-3F02B9F5FE14}"/>
          </ac:grpSpMkLst>
        </pc:grpChg>
        <pc:grpChg chg="add mod">
          <ac:chgData name="Juliana Rodriguez Cubillos" userId="0c6f9f27-d47b-4e7a-a25c-efe9aec00c33" providerId="ADAL" clId="{58DD39B8-5BBA-512F-A88A-C25948A58E09}" dt="2026-10-23T15:41:02.908" v="4960"/>
          <ac:grpSpMkLst>
            <pc:docMk/>
            <pc:sldMk cId="3070507200" sldId="363"/>
            <ac:grpSpMk id="11" creationId="{DD0BD813-9383-81D7-0A79-B7CF1BD670C6}"/>
          </ac:grpSpMkLst>
        </pc:grpChg>
        <pc:grpChg chg="mod">
          <ac:chgData name="Juliana Rodriguez Cubillos" userId="0c6f9f27-d47b-4e7a-a25c-efe9aec00c33" providerId="ADAL" clId="{58DD39B8-5BBA-512F-A88A-C25948A58E09}" dt="2026-10-23T15:41:02.908" v="4960"/>
          <ac:grpSpMkLst>
            <pc:docMk/>
            <pc:sldMk cId="3070507200" sldId="363"/>
            <ac:grpSpMk id="12" creationId="{01C63BBE-C4B1-56FC-A44B-A59A9EA5F200}"/>
          </ac:grpSpMkLst>
        </pc:grpChg>
        <pc:picChg chg="mod">
          <ac:chgData name="Juliana Rodriguez Cubillos" userId="0c6f9f27-d47b-4e7a-a25c-efe9aec00c33" providerId="ADAL" clId="{58DD39B8-5BBA-512F-A88A-C25948A58E09}" dt="2026-10-23T15:41:02.908" v="4960"/>
          <ac:picMkLst>
            <pc:docMk/>
            <pc:sldMk cId="3070507200" sldId="363"/>
            <ac:picMk id="16" creationId="{F9643CAC-DAEB-B251-CE35-360B00F376DF}"/>
          </ac:picMkLst>
        </pc:picChg>
        <pc:cxnChg chg="mod">
          <ac:chgData name="Juliana Rodriguez Cubillos" userId="0c6f9f27-d47b-4e7a-a25c-efe9aec00c33" providerId="ADAL" clId="{58DD39B8-5BBA-512F-A88A-C25948A58E09}" dt="2026-10-23T15:07:39.343" v="4287"/>
          <ac:cxnSpMkLst>
            <pc:docMk/>
            <pc:sldMk cId="3070507200" sldId="363"/>
            <ac:cxnSpMk id="5" creationId="{466C3C81-8E65-371E-859A-4728AE4A4809}"/>
          </ac:cxnSpMkLst>
        </pc:cxn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1263610918" sldId="364"/>
        </pc:sldMkLst>
        <pc:spChg chg="mod">
          <ac:chgData name="Juliana Rodriguez Cubillos" userId="0c6f9f27-d47b-4e7a-a25c-efe9aec00c33" providerId="ADAL" clId="{58DD39B8-5BBA-512F-A88A-C25948A58E09}" dt="2026-10-23T15:11:26.685" v="4370" actId="113"/>
          <ac:spMkLst>
            <pc:docMk/>
            <pc:sldMk cId="1263610918" sldId="364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5:07:40.088" v="4288"/>
          <ac:spMkLst>
            <pc:docMk/>
            <pc:sldMk cId="1263610918" sldId="364"/>
            <ac:spMk id="6" creationId="{BFEF32E6-EF28-1F19-91D5-9BE9C89DBBDB}"/>
          </ac:spMkLst>
        </pc:spChg>
        <pc:spChg chg="add mod">
          <ac:chgData name="Juliana Rodriguez Cubillos" userId="0c6f9f27-d47b-4e7a-a25c-efe9aec00c33" providerId="ADAL" clId="{58DD39B8-5BBA-512F-A88A-C25948A58E09}" dt="2026-10-23T15:10:04.718" v="4342"/>
          <ac:spMkLst>
            <pc:docMk/>
            <pc:sldMk cId="1263610918" sldId="364"/>
            <ac:spMk id="9" creationId="{A0331235-B08F-5B0F-4FFD-5AE280DFC20B}"/>
          </ac:spMkLst>
        </pc:spChg>
        <pc:spChg chg="mod">
          <ac:chgData name="Juliana Rodriguez Cubillos" userId="0c6f9f27-d47b-4e7a-a25c-efe9aec00c33" providerId="ADAL" clId="{58DD39B8-5BBA-512F-A88A-C25948A58E09}" dt="2026-10-23T15:41:04.236" v="4961"/>
          <ac:spMkLst>
            <pc:docMk/>
            <pc:sldMk cId="1263610918" sldId="364"/>
            <ac:spMk id="12" creationId="{7D3AF9E2-EA2D-90E8-3902-4FB23378081F}"/>
          </ac:spMkLst>
        </pc:spChg>
        <pc:spChg chg="mod">
          <ac:chgData name="Juliana Rodriguez Cubillos" userId="0c6f9f27-d47b-4e7a-a25c-efe9aec00c33" providerId="ADAL" clId="{58DD39B8-5BBA-512F-A88A-C25948A58E09}" dt="2026-10-23T15:41:04.236" v="4961"/>
          <ac:spMkLst>
            <pc:docMk/>
            <pc:sldMk cId="1263610918" sldId="364"/>
            <ac:spMk id="13" creationId="{F19EBFE9-7788-CA47-C3E2-EC7ECB10A08F}"/>
          </ac:spMkLst>
        </pc:spChg>
        <pc:spChg chg="mod">
          <ac:chgData name="Juliana Rodriguez Cubillos" userId="0c6f9f27-d47b-4e7a-a25c-efe9aec00c33" providerId="ADAL" clId="{58DD39B8-5BBA-512F-A88A-C25948A58E09}" dt="2026-10-23T15:41:04.236" v="4961"/>
          <ac:spMkLst>
            <pc:docMk/>
            <pc:sldMk cId="1263610918" sldId="364"/>
            <ac:spMk id="14" creationId="{12EAC792-02E5-AD38-D23F-51EE5CD969B6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1263610918" sldId="364"/>
            <ac:spMk id="18" creationId="{CB0A4825-7AF4-8165-832A-1CDA03919044}"/>
          </ac:spMkLst>
        </pc:spChg>
        <pc:grpChg chg="add mod">
          <ac:chgData name="Juliana Rodriguez Cubillos" userId="0c6f9f27-d47b-4e7a-a25c-efe9aec00c33" providerId="ADAL" clId="{58DD39B8-5BBA-512F-A88A-C25948A58E09}" dt="2026-10-23T15:07:40.088" v="4288"/>
          <ac:grpSpMkLst>
            <pc:docMk/>
            <pc:sldMk cId="1263610918" sldId="364"/>
            <ac:grpSpMk id="4" creationId="{30E7F5EE-5B6D-04F5-0F25-4FB4C91582D9}"/>
          </ac:grpSpMkLst>
        </pc:grpChg>
        <pc:grpChg chg="add mod">
          <ac:chgData name="Juliana Rodriguez Cubillos" userId="0c6f9f27-d47b-4e7a-a25c-efe9aec00c33" providerId="ADAL" clId="{58DD39B8-5BBA-512F-A88A-C25948A58E09}" dt="2026-10-23T15:41:04.236" v="4961"/>
          <ac:grpSpMkLst>
            <pc:docMk/>
            <pc:sldMk cId="1263610918" sldId="364"/>
            <ac:grpSpMk id="10" creationId="{C2BC97C0-8912-E50F-A5EB-F65566F2FC35}"/>
          </ac:grpSpMkLst>
        </pc:grpChg>
        <pc:grpChg chg="mod">
          <ac:chgData name="Juliana Rodriguez Cubillos" userId="0c6f9f27-d47b-4e7a-a25c-efe9aec00c33" providerId="ADAL" clId="{58DD39B8-5BBA-512F-A88A-C25948A58E09}" dt="2026-10-23T15:41:04.236" v="4961"/>
          <ac:grpSpMkLst>
            <pc:docMk/>
            <pc:sldMk cId="1263610918" sldId="364"/>
            <ac:grpSpMk id="11" creationId="{9DF78E31-F68F-844E-48BC-DFEDCBDFEC62}"/>
          </ac:grpSpMkLst>
        </pc:grpChg>
        <pc:picChg chg="mod">
          <ac:chgData name="Juliana Rodriguez Cubillos" userId="0c6f9f27-d47b-4e7a-a25c-efe9aec00c33" providerId="ADAL" clId="{58DD39B8-5BBA-512F-A88A-C25948A58E09}" dt="2026-10-23T15:41:04.236" v="4961"/>
          <ac:picMkLst>
            <pc:docMk/>
            <pc:sldMk cId="1263610918" sldId="364"/>
            <ac:picMk id="15" creationId="{1A6E13BF-950A-6FE6-5894-95F4D79520CE}"/>
          </ac:picMkLst>
        </pc:picChg>
        <pc:cxnChg chg="mod">
          <ac:chgData name="Juliana Rodriguez Cubillos" userId="0c6f9f27-d47b-4e7a-a25c-efe9aec00c33" providerId="ADAL" clId="{58DD39B8-5BBA-512F-A88A-C25948A58E09}" dt="2026-10-23T15:07:40.088" v="4288"/>
          <ac:cxnSpMkLst>
            <pc:docMk/>
            <pc:sldMk cId="1263610918" sldId="364"/>
            <ac:cxnSpMk id="5" creationId="{1C972D49-AA03-A2D7-49EC-00FC69E52982}"/>
          </ac:cxnSpMkLst>
        </pc:cxnChg>
      </pc:sldChg>
      <pc:sldChg chg="addSp delSp modSp mod modNotes">
        <pc:chgData name="Juliana Rodriguez Cubillos" userId="0c6f9f27-d47b-4e7a-a25c-efe9aec00c33" providerId="ADAL" clId="{58DD39B8-5BBA-512F-A88A-C25948A58E09}" dt="2026-10-23T15:46:59.080" v="4976"/>
        <pc:sldMkLst>
          <pc:docMk/>
          <pc:sldMk cId="2338865170" sldId="365"/>
        </pc:sldMkLst>
        <pc:spChg chg="mod">
          <ac:chgData name="Juliana Rodriguez Cubillos" userId="0c6f9f27-d47b-4e7a-a25c-efe9aec00c33" providerId="ADAL" clId="{58DD39B8-5BBA-512F-A88A-C25948A58E09}" dt="2026-10-23T15:12:02.925" v="4388" actId="113"/>
          <ac:spMkLst>
            <pc:docMk/>
            <pc:sldMk cId="2338865170" sldId="365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5:07:41.195" v="4289"/>
          <ac:spMkLst>
            <pc:docMk/>
            <pc:sldMk cId="2338865170" sldId="365"/>
            <ac:spMk id="6" creationId="{77700887-903A-9BCE-0384-16C64D479312}"/>
          </ac:spMkLst>
        </pc:spChg>
        <pc:spChg chg="add mod">
          <ac:chgData name="Juliana Rodriguez Cubillos" userId="0c6f9f27-d47b-4e7a-a25c-efe9aec00c33" providerId="ADAL" clId="{58DD39B8-5BBA-512F-A88A-C25948A58E09}" dt="2026-10-23T15:11:43.565" v="4386" actId="20577"/>
          <ac:spMkLst>
            <pc:docMk/>
            <pc:sldMk cId="2338865170" sldId="365"/>
            <ac:spMk id="9" creationId="{C933C174-A619-F41E-1F7B-555D3AC88923}"/>
          </ac:spMkLst>
        </pc:spChg>
        <pc:spChg chg="mod">
          <ac:chgData name="Juliana Rodriguez Cubillos" userId="0c6f9f27-d47b-4e7a-a25c-efe9aec00c33" providerId="ADAL" clId="{58DD39B8-5BBA-512F-A88A-C25948A58E09}" dt="2026-10-23T15:41:05.026" v="4962"/>
          <ac:spMkLst>
            <pc:docMk/>
            <pc:sldMk cId="2338865170" sldId="365"/>
            <ac:spMk id="13" creationId="{26EF5C4B-6CA1-7D3F-4F04-951B7AC5DA8F}"/>
          </ac:spMkLst>
        </pc:spChg>
        <pc:spChg chg="mod">
          <ac:chgData name="Juliana Rodriguez Cubillos" userId="0c6f9f27-d47b-4e7a-a25c-efe9aec00c33" providerId="ADAL" clId="{58DD39B8-5BBA-512F-A88A-C25948A58E09}" dt="2026-10-23T15:41:05.026" v="4962"/>
          <ac:spMkLst>
            <pc:docMk/>
            <pc:sldMk cId="2338865170" sldId="365"/>
            <ac:spMk id="14" creationId="{1286B18D-6D99-D549-88E4-DCA654D31A10}"/>
          </ac:spMkLst>
        </pc:spChg>
        <pc:spChg chg="mod">
          <ac:chgData name="Juliana Rodriguez Cubillos" userId="0c6f9f27-d47b-4e7a-a25c-efe9aec00c33" providerId="ADAL" clId="{58DD39B8-5BBA-512F-A88A-C25948A58E09}" dt="2026-10-23T15:41:05.026" v="4962"/>
          <ac:spMkLst>
            <pc:docMk/>
            <pc:sldMk cId="2338865170" sldId="365"/>
            <ac:spMk id="15" creationId="{BEBFB9B7-A480-C8BF-2762-CD0857B4492B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2338865170" sldId="365"/>
            <ac:spMk id="19" creationId="{DAE2D312-B756-5989-8781-57BCD41A55E3}"/>
          </ac:spMkLst>
        </pc:spChg>
        <pc:grpChg chg="add mod">
          <ac:chgData name="Juliana Rodriguez Cubillos" userId="0c6f9f27-d47b-4e7a-a25c-efe9aec00c33" providerId="ADAL" clId="{58DD39B8-5BBA-512F-A88A-C25948A58E09}" dt="2026-10-23T15:07:41.195" v="4289"/>
          <ac:grpSpMkLst>
            <pc:docMk/>
            <pc:sldMk cId="2338865170" sldId="365"/>
            <ac:grpSpMk id="4" creationId="{A7280DAA-1967-F5DC-7049-F3F2D478E374}"/>
          </ac:grpSpMkLst>
        </pc:grpChg>
        <pc:grpChg chg="add mod">
          <ac:chgData name="Juliana Rodriguez Cubillos" userId="0c6f9f27-d47b-4e7a-a25c-efe9aec00c33" providerId="ADAL" clId="{58DD39B8-5BBA-512F-A88A-C25948A58E09}" dt="2026-10-23T15:41:05.026" v="4962"/>
          <ac:grpSpMkLst>
            <pc:docMk/>
            <pc:sldMk cId="2338865170" sldId="365"/>
            <ac:grpSpMk id="11" creationId="{DB17A88C-5AF4-3487-6774-3E16EA28B3A3}"/>
          </ac:grpSpMkLst>
        </pc:grpChg>
        <pc:grpChg chg="mod">
          <ac:chgData name="Juliana Rodriguez Cubillos" userId="0c6f9f27-d47b-4e7a-a25c-efe9aec00c33" providerId="ADAL" clId="{58DD39B8-5BBA-512F-A88A-C25948A58E09}" dt="2026-10-23T15:41:05.026" v="4962"/>
          <ac:grpSpMkLst>
            <pc:docMk/>
            <pc:sldMk cId="2338865170" sldId="365"/>
            <ac:grpSpMk id="12" creationId="{37A31810-7435-74AD-3597-85DF83B86D0D}"/>
          </ac:grpSpMkLst>
        </pc:grpChg>
        <pc:picChg chg="add mod">
          <ac:chgData name="Juliana Rodriguez Cubillos" userId="0c6f9f27-d47b-4e7a-a25c-efe9aec00c33" providerId="ADAL" clId="{58DD39B8-5BBA-512F-A88A-C25948A58E09}" dt="2026-10-23T15:12:38.781" v="4391" actId="1076"/>
          <ac:picMkLst>
            <pc:docMk/>
            <pc:sldMk cId="2338865170" sldId="365"/>
            <ac:picMk id="10" creationId="{CBC28AAE-5111-2788-AC02-D343C614A844}"/>
          </ac:picMkLst>
        </pc:picChg>
        <pc:picChg chg="mod">
          <ac:chgData name="Juliana Rodriguez Cubillos" userId="0c6f9f27-d47b-4e7a-a25c-efe9aec00c33" providerId="ADAL" clId="{58DD39B8-5BBA-512F-A88A-C25948A58E09}" dt="2026-10-23T15:41:05.026" v="4962"/>
          <ac:picMkLst>
            <pc:docMk/>
            <pc:sldMk cId="2338865170" sldId="365"/>
            <ac:picMk id="16" creationId="{4607F749-A342-DF43-B5DF-4743CF66F976}"/>
          </ac:picMkLst>
        </pc:picChg>
        <pc:cxnChg chg="mod">
          <ac:chgData name="Juliana Rodriguez Cubillos" userId="0c6f9f27-d47b-4e7a-a25c-efe9aec00c33" providerId="ADAL" clId="{58DD39B8-5BBA-512F-A88A-C25948A58E09}" dt="2026-10-23T15:07:41.195" v="4289"/>
          <ac:cxnSpMkLst>
            <pc:docMk/>
            <pc:sldMk cId="2338865170" sldId="365"/>
            <ac:cxnSpMk id="5" creationId="{96C3615B-4442-71B9-47E5-6823400F055E}"/>
          </ac:cxnSpMkLst>
        </pc:cxn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411782654" sldId="366"/>
        </pc:sldMkLst>
        <pc:spChg chg="mod">
          <ac:chgData name="Juliana Rodriguez Cubillos" userId="0c6f9f27-d47b-4e7a-a25c-efe9aec00c33" providerId="ADAL" clId="{58DD39B8-5BBA-512F-A88A-C25948A58E09}" dt="2026-10-23T15:15:45.646" v="4470" actId="27636"/>
          <ac:spMkLst>
            <pc:docMk/>
            <pc:sldMk cId="411782654" sldId="366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5:07:43.149" v="4290"/>
          <ac:spMkLst>
            <pc:docMk/>
            <pc:sldMk cId="411782654" sldId="366"/>
            <ac:spMk id="6" creationId="{4C874074-EEA9-F0AE-5215-E506D3B9F72B}"/>
          </ac:spMkLst>
        </pc:spChg>
        <pc:spChg chg="add mod">
          <ac:chgData name="Juliana Rodriguez Cubillos" userId="0c6f9f27-d47b-4e7a-a25c-efe9aec00c33" providerId="ADAL" clId="{58DD39B8-5BBA-512F-A88A-C25948A58E09}" dt="2026-10-23T15:15:19.210" v="4458"/>
          <ac:spMkLst>
            <pc:docMk/>
            <pc:sldMk cId="411782654" sldId="366"/>
            <ac:spMk id="9" creationId="{A0B1A178-179F-C3D3-1749-55B92E5DE97C}"/>
          </ac:spMkLst>
        </pc:spChg>
        <pc:spChg chg="mod">
          <ac:chgData name="Juliana Rodriguez Cubillos" userId="0c6f9f27-d47b-4e7a-a25c-efe9aec00c33" providerId="ADAL" clId="{58DD39B8-5BBA-512F-A88A-C25948A58E09}" dt="2026-10-23T15:41:06.557" v="4963"/>
          <ac:spMkLst>
            <pc:docMk/>
            <pc:sldMk cId="411782654" sldId="366"/>
            <ac:spMk id="12" creationId="{DC2EE87B-19B9-B80F-0D14-8EF317DADAB5}"/>
          </ac:spMkLst>
        </pc:spChg>
        <pc:spChg chg="mod">
          <ac:chgData name="Juliana Rodriguez Cubillos" userId="0c6f9f27-d47b-4e7a-a25c-efe9aec00c33" providerId="ADAL" clId="{58DD39B8-5BBA-512F-A88A-C25948A58E09}" dt="2026-10-23T15:41:06.557" v="4963"/>
          <ac:spMkLst>
            <pc:docMk/>
            <pc:sldMk cId="411782654" sldId="366"/>
            <ac:spMk id="13" creationId="{0D503F64-FF9A-24CA-86D9-E9C1C77D24FA}"/>
          </ac:spMkLst>
        </pc:spChg>
        <pc:spChg chg="mod">
          <ac:chgData name="Juliana Rodriguez Cubillos" userId="0c6f9f27-d47b-4e7a-a25c-efe9aec00c33" providerId="ADAL" clId="{58DD39B8-5BBA-512F-A88A-C25948A58E09}" dt="2026-10-23T15:41:06.557" v="4963"/>
          <ac:spMkLst>
            <pc:docMk/>
            <pc:sldMk cId="411782654" sldId="366"/>
            <ac:spMk id="14" creationId="{08451B1B-9B93-08F8-2E89-F869AA3870E9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411782654" sldId="366"/>
            <ac:spMk id="18" creationId="{E64E8AC4-6396-0027-83C9-061C6CCFF013}"/>
          </ac:spMkLst>
        </pc:spChg>
        <pc:grpChg chg="add mod">
          <ac:chgData name="Juliana Rodriguez Cubillos" userId="0c6f9f27-d47b-4e7a-a25c-efe9aec00c33" providerId="ADAL" clId="{58DD39B8-5BBA-512F-A88A-C25948A58E09}" dt="2026-10-23T15:07:43.149" v="4290"/>
          <ac:grpSpMkLst>
            <pc:docMk/>
            <pc:sldMk cId="411782654" sldId="366"/>
            <ac:grpSpMk id="4" creationId="{91E9A7A8-6FBB-820F-E6FC-D3345EFA99DB}"/>
          </ac:grpSpMkLst>
        </pc:grpChg>
        <pc:grpChg chg="add mod">
          <ac:chgData name="Juliana Rodriguez Cubillos" userId="0c6f9f27-d47b-4e7a-a25c-efe9aec00c33" providerId="ADAL" clId="{58DD39B8-5BBA-512F-A88A-C25948A58E09}" dt="2026-10-23T15:41:06.557" v="4963"/>
          <ac:grpSpMkLst>
            <pc:docMk/>
            <pc:sldMk cId="411782654" sldId="366"/>
            <ac:grpSpMk id="10" creationId="{5389D737-87B0-4DFB-B01A-85C2C23B6DAA}"/>
          </ac:grpSpMkLst>
        </pc:grpChg>
        <pc:grpChg chg="mod">
          <ac:chgData name="Juliana Rodriguez Cubillos" userId="0c6f9f27-d47b-4e7a-a25c-efe9aec00c33" providerId="ADAL" clId="{58DD39B8-5BBA-512F-A88A-C25948A58E09}" dt="2026-10-23T15:41:06.557" v="4963"/>
          <ac:grpSpMkLst>
            <pc:docMk/>
            <pc:sldMk cId="411782654" sldId="366"/>
            <ac:grpSpMk id="11" creationId="{8D06F5CE-BAF8-1B44-E8A7-41B3C23067D0}"/>
          </ac:grpSpMkLst>
        </pc:grpChg>
        <pc:picChg chg="mod">
          <ac:chgData name="Juliana Rodriguez Cubillos" userId="0c6f9f27-d47b-4e7a-a25c-efe9aec00c33" providerId="ADAL" clId="{58DD39B8-5BBA-512F-A88A-C25948A58E09}" dt="2026-10-23T15:41:06.557" v="4963"/>
          <ac:picMkLst>
            <pc:docMk/>
            <pc:sldMk cId="411782654" sldId="366"/>
            <ac:picMk id="15" creationId="{5B5E5514-1602-A7D1-F1C3-65BAB7E4F0FC}"/>
          </ac:picMkLst>
        </pc:picChg>
        <pc:cxnChg chg="mod">
          <ac:chgData name="Juliana Rodriguez Cubillos" userId="0c6f9f27-d47b-4e7a-a25c-efe9aec00c33" providerId="ADAL" clId="{58DD39B8-5BBA-512F-A88A-C25948A58E09}" dt="2026-10-23T15:07:43.149" v="4290"/>
          <ac:cxnSpMkLst>
            <pc:docMk/>
            <pc:sldMk cId="411782654" sldId="366"/>
            <ac:cxnSpMk id="5" creationId="{2EA825F2-DA33-C7CB-0323-1FC631A04181}"/>
          </ac:cxnSpMkLst>
        </pc:cxn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89634206" sldId="367"/>
        </pc:sldMkLst>
        <pc:spChg chg="mod">
          <ac:chgData name="Juliana Rodriguez Cubillos" userId="0c6f9f27-d47b-4e7a-a25c-efe9aec00c33" providerId="ADAL" clId="{58DD39B8-5BBA-512F-A88A-C25948A58E09}" dt="2026-10-23T15:19:06.561" v="4497" actId="113"/>
          <ac:spMkLst>
            <pc:docMk/>
            <pc:sldMk cId="89634206" sldId="367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5:07:43.874" v="4291"/>
          <ac:spMkLst>
            <pc:docMk/>
            <pc:sldMk cId="89634206" sldId="367"/>
            <ac:spMk id="6" creationId="{F22F53A4-4FFD-4E7D-678D-E729A1BF7D5B}"/>
          </ac:spMkLst>
        </pc:spChg>
        <pc:spChg chg="add mod">
          <ac:chgData name="Juliana Rodriguez Cubillos" userId="0c6f9f27-d47b-4e7a-a25c-efe9aec00c33" providerId="ADAL" clId="{58DD39B8-5BBA-512F-A88A-C25948A58E09}" dt="2026-10-23T15:18:08.834" v="4484" actId="20577"/>
          <ac:spMkLst>
            <pc:docMk/>
            <pc:sldMk cId="89634206" sldId="367"/>
            <ac:spMk id="10" creationId="{00EEC273-2EC8-CE6A-4AF5-D346386BA30D}"/>
          </ac:spMkLst>
        </pc:spChg>
        <pc:spChg chg="mod">
          <ac:chgData name="Juliana Rodriguez Cubillos" userId="0c6f9f27-d47b-4e7a-a25c-efe9aec00c33" providerId="ADAL" clId="{58DD39B8-5BBA-512F-A88A-C25948A58E09}" dt="2026-10-23T15:41:08.671" v="4964"/>
          <ac:spMkLst>
            <pc:docMk/>
            <pc:sldMk cId="89634206" sldId="367"/>
            <ac:spMk id="15" creationId="{84532D6A-7B49-23CC-2EBF-001979DEB6A5}"/>
          </ac:spMkLst>
        </pc:spChg>
        <pc:spChg chg="mod">
          <ac:chgData name="Juliana Rodriguez Cubillos" userId="0c6f9f27-d47b-4e7a-a25c-efe9aec00c33" providerId="ADAL" clId="{58DD39B8-5BBA-512F-A88A-C25948A58E09}" dt="2026-10-23T15:41:08.671" v="4964"/>
          <ac:spMkLst>
            <pc:docMk/>
            <pc:sldMk cId="89634206" sldId="367"/>
            <ac:spMk id="16" creationId="{F0CEDC86-2C52-26FE-2936-C291B0698AB6}"/>
          </ac:spMkLst>
        </pc:spChg>
        <pc:spChg chg="mod">
          <ac:chgData name="Juliana Rodriguez Cubillos" userId="0c6f9f27-d47b-4e7a-a25c-efe9aec00c33" providerId="ADAL" clId="{58DD39B8-5BBA-512F-A88A-C25948A58E09}" dt="2026-10-23T15:41:08.671" v="4964"/>
          <ac:spMkLst>
            <pc:docMk/>
            <pc:sldMk cId="89634206" sldId="367"/>
            <ac:spMk id="17" creationId="{880EF6D8-2156-B036-824C-B3A131B1C77A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89634206" sldId="367"/>
            <ac:spMk id="21" creationId="{9E965AC0-F53F-5210-D803-55B4573EE244}"/>
          </ac:spMkLst>
        </pc:spChg>
        <pc:grpChg chg="add mod">
          <ac:chgData name="Juliana Rodriguez Cubillos" userId="0c6f9f27-d47b-4e7a-a25c-efe9aec00c33" providerId="ADAL" clId="{58DD39B8-5BBA-512F-A88A-C25948A58E09}" dt="2026-10-23T15:07:43.874" v="4291"/>
          <ac:grpSpMkLst>
            <pc:docMk/>
            <pc:sldMk cId="89634206" sldId="367"/>
            <ac:grpSpMk id="4" creationId="{39FB8C1B-4098-A1BC-1939-76E4B8E7F4A3}"/>
          </ac:grpSpMkLst>
        </pc:grpChg>
        <pc:grpChg chg="add mod">
          <ac:chgData name="Juliana Rodriguez Cubillos" userId="0c6f9f27-d47b-4e7a-a25c-efe9aec00c33" providerId="ADAL" clId="{58DD39B8-5BBA-512F-A88A-C25948A58E09}" dt="2026-10-23T15:41:08.671" v="4964"/>
          <ac:grpSpMkLst>
            <pc:docMk/>
            <pc:sldMk cId="89634206" sldId="367"/>
            <ac:grpSpMk id="13" creationId="{C18BA4B9-79E7-11F6-E22B-2D55DB7DA233}"/>
          </ac:grpSpMkLst>
        </pc:grpChg>
        <pc:grpChg chg="mod">
          <ac:chgData name="Juliana Rodriguez Cubillos" userId="0c6f9f27-d47b-4e7a-a25c-efe9aec00c33" providerId="ADAL" clId="{58DD39B8-5BBA-512F-A88A-C25948A58E09}" dt="2026-10-23T15:41:08.671" v="4964"/>
          <ac:grpSpMkLst>
            <pc:docMk/>
            <pc:sldMk cId="89634206" sldId="367"/>
            <ac:grpSpMk id="14" creationId="{5BA2EA4C-3300-2C99-A14F-99002F5C3B71}"/>
          </ac:grpSpMkLst>
        </pc:grpChg>
        <pc:picChg chg="add mod">
          <ac:chgData name="Juliana Rodriguez Cubillos" userId="0c6f9f27-d47b-4e7a-a25c-efe9aec00c33" providerId="ADAL" clId="{58DD39B8-5BBA-512F-A88A-C25948A58E09}" dt="2026-10-23T15:22:51.123" v="4630" actId="1076"/>
          <ac:picMkLst>
            <pc:docMk/>
            <pc:sldMk cId="89634206" sldId="367"/>
            <ac:picMk id="12" creationId="{DE47F21A-36D8-BB98-D380-59DB9C583321}"/>
          </ac:picMkLst>
        </pc:picChg>
        <pc:picChg chg="mod">
          <ac:chgData name="Juliana Rodriguez Cubillos" userId="0c6f9f27-d47b-4e7a-a25c-efe9aec00c33" providerId="ADAL" clId="{58DD39B8-5BBA-512F-A88A-C25948A58E09}" dt="2026-10-23T15:41:08.671" v="4964"/>
          <ac:picMkLst>
            <pc:docMk/>
            <pc:sldMk cId="89634206" sldId="367"/>
            <ac:picMk id="18" creationId="{25EA5A59-DB77-D42E-1286-EAE5D13E3A12}"/>
          </ac:picMkLst>
        </pc:picChg>
        <pc:cxnChg chg="mod">
          <ac:chgData name="Juliana Rodriguez Cubillos" userId="0c6f9f27-d47b-4e7a-a25c-efe9aec00c33" providerId="ADAL" clId="{58DD39B8-5BBA-512F-A88A-C25948A58E09}" dt="2026-10-23T15:07:43.874" v="4291"/>
          <ac:cxnSpMkLst>
            <pc:docMk/>
            <pc:sldMk cId="89634206" sldId="367"/>
            <ac:cxnSpMk id="5" creationId="{CA558DF0-51BD-93F6-06A0-872AB3DDBE02}"/>
          </ac:cxnSpMkLst>
        </pc:cxn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338357768" sldId="368"/>
        </pc:sldMkLst>
        <pc:spChg chg="mod">
          <ac:chgData name="Juliana Rodriguez Cubillos" userId="0c6f9f27-d47b-4e7a-a25c-efe9aec00c33" providerId="ADAL" clId="{58DD39B8-5BBA-512F-A88A-C25948A58E09}" dt="2026-10-23T15:22:43.898" v="4628" actId="20577"/>
          <ac:spMkLst>
            <pc:docMk/>
            <pc:sldMk cId="3338357768" sldId="368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5:07:44.640" v="4292"/>
          <ac:spMkLst>
            <pc:docMk/>
            <pc:sldMk cId="3338357768" sldId="368"/>
            <ac:spMk id="6" creationId="{F48FD6F7-82AE-7BE7-67D2-CA4C759DB17D}"/>
          </ac:spMkLst>
        </pc:spChg>
        <pc:spChg chg="add mod">
          <ac:chgData name="Juliana Rodriguez Cubillos" userId="0c6f9f27-d47b-4e7a-a25c-efe9aec00c33" providerId="ADAL" clId="{58DD39B8-5BBA-512F-A88A-C25948A58E09}" dt="2026-10-23T15:19:24.397" v="4504" actId="20577"/>
          <ac:spMkLst>
            <pc:docMk/>
            <pc:sldMk cId="3338357768" sldId="368"/>
            <ac:spMk id="9" creationId="{F1D0715A-5B13-C262-E8E2-5A93F9F491E6}"/>
          </ac:spMkLst>
        </pc:spChg>
        <pc:spChg chg="mod">
          <ac:chgData name="Juliana Rodriguez Cubillos" userId="0c6f9f27-d47b-4e7a-a25c-efe9aec00c33" providerId="ADAL" clId="{58DD39B8-5BBA-512F-A88A-C25948A58E09}" dt="2026-10-23T15:41:09.355" v="4965"/>
          <ac:spMkLst>
            <pc:docMk/>
            <pc:sldMk cId="3338357768" sldId="368"/>
            <ac:spMk id="12" creationId="{D2526A5D-2427-D68E-71A4-C7FCBEE5C820}"/>
          </ac:spMkLst>
        </pc:spChg>
        <pc:spChg chg="mod">
          <ac:chgData name="Juliana Rodriguez Cubillos" userId="0c6f9f27-d47b-4e7a-a25c-efe9aec00c33" providerId="ADAL" clId="{58DD39B8-5BBA-512F-A88A-C25948A58E09}" dt="2026-10-23T15:41:09.355" v="4965"/>
          <ac:spMkLst>
            <pc:docMk/>
            <pc:sldMk cId="3338357768" sldId="368"/>
            <ac:spMk id="13" creationId="{19A9F639-77AA-DC9A-479E-79815434501F}"/>
          </ac:spMkLst>
        </pc:spChg>
        <pc:spChg chg="mod">
          <ac:chgData name="Juliana Rodriguez Cubillos" userId="0c6f9f27-d47b-4e7a-a25c-efe9aec00c33" providerId="ADAL" clId="{58DD39B8-5BBA-512F-A88A-C25948A58E09}" dt="2026-10-23T15:41:09.355" v="4965"/>
          <ac:spMkLst>
            <pc:docMk/>
            <pc:sldMk cId="3338357768" sldId="368"/>
            <ac:spMk id="14" creationId="{31E020CB-BDF4-41E4-78EC-8A16FF5A70EE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338357768" sldId="368"/>
            <ac:spMk id="18" creationId="{A0901F87-75ED-4868-62DC-F9F5B7B8AF0B}"/>
          </ac:spMkLst>
        </pc:spChg>
        <pc:grpChg chg="add mod">
          <ac:chgData name="Juliana Rodriguez Cubillos" userId="0c6f9f27-d47b-4e7a-a25c-efe9aec00c33" providerId="ADAL" clId="{58DD39B8-5BBA-512F-A88A-C25948A58E09}" dt="2026-10-23T15:07:44.640" v="4292"/>
          <ac:grpSpMkLst>
            <pc:docMk/>
            <pc:sldMk cId="3338357768" sldId="368"/>
            <ac:grpSpMk id="4" creationId="{ABA334B9-0941-A4E6-4C2D-66CEC2A8A9A7}"/>
          </ac:grpSpMkLst>
        </pc:grpChg>
        <pc:grpChg chg="add mod">
          <ac:chgData name="Juliana Rodriguez Cubillos" userId="0c6f9f27-d47b-4e7a-a25c-efe9aec00c33" providerId="ADAL" clId="{58DD39B8-5BBA-512F-A88A-C25948A58E09}" dt="2026-10-23T15:41:09.355" v="4965"/>
          <ac:grpSpMkLst>
            <pc:docMk/>
            <pc:sldMk cId="3338357768" sldId="368"/>
            <ac:grpSpMk id="10" creationId="{C9F09917-7664-8427-E091-A263D2DCC775}"/>
          </ac:grpSpMkLst>
        </pc:grpChg>
        <pc:grpChg chg="mod">
          <ac:chgData name="Juliana Rodriguez Cubillos" userId="0c6f9f27-d47b-4e7a-a25c-efe9aec00c33" providerId="ADAL" clId="{58DD39B8-5BBA-512F-A88A-C25948A58E09}" dt="2026-10-23T15:41:09.355" v="4965"/>
          <ac:grpSpMkLst>
            <pc:docMk/>
            <pc:sldMk cId="3338357768" sldId="368"/>
            <ac:grpSpMk id="11" creationId="{581B0578-88B2-35C8-A1E0-05FC842006E1}"/>
          </ac:grpSpMkLst>
        </pc:grpChg>
        <pc:picChg chg="mod">
          <ac:chgData name="Juliana Rodriguez Cubillos" userId="0c6f9f27-d47b-4e7a-a25c-efe9aec00c33" providerId="ADAL" clId="{58DD39B8-5BBA-512F-A88A-C25948A58E09}" dt="2026-10-23T15:41:09.355" v="4965"/>
          <ac:picMkLst>
            <pc:docMk/>
            <pc:sldMk cId="3338357768" sldId="368"/>
            <ac:picMk id="15" creationId="{D4575544-A57B-4726-8B13-C994192E49F8}"/>
          </ac:picMkLst>
        </pc:picChg>
        <pc:cxnChg chg="mod">
          <ac:chgData name="Juliana Rodriguez Cubillos" userId="0c6f9f27-d47b-4e7a-a25c-efe9aec00c33" providerId="ADAL" clId="{58DD39B8-5BBA-512F-A88A-C25948A58E09}" dt="2026-10-23T15:07:44.640" v="4292"/>
          <ac:cxnSpMkLst>
            <pc:docMk/>
            <pc:sldMk cId="3338357768" sldId="368"/>
            <ac:cxnSpMk id="5" creationId="{0DAC118C-7401-5D80-D6B5-0CAF5933E43D}"/>
          </ac:cxnSpMkLst>
        </pc:cxn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2453871681" sldId="369"/>
        </pc:sldMkLst>
        <pc:spChg chg="mod">
          <ac:chgData name="Juliana Rodriguez Cubillos" userId="0c6f9f27-d47b-4e7a-a25c-efe9aec00c33" providerId="ADAL" clId="{58DD39B8-5BBA-512F-A88A-C25948A58E09}" dt="2026-10-23T15:20:07.888" v="4529" actId="207"/>
          <ac:spMkLst>
            <pc:docMk/>
            <pc:sldMk cId="2453871681" sldId="369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5:07:45.409" v="4293"/>
          <ac:spMkLst>
            <pc:docMk/>
            <pc:sldMk cId="2453871681" sldId="369"/>
            <ac:spMk id="6" creationId="{BDCDEEA1-669D-7367-B0F8-7A6F14518D26}"/>
          </ac:spMkLst>
        </pc:spChg>
        <pc:spChg chg="mod">
          <ac:chgData name="Juliana Rodriguez Cubillos" userId="0c6f9f27-d47b-4e7a-a25c-efe9aec00c33" providerId="ADAL" clId="{58DD39B8-5BBA-512F-A88A-C25948A58E09}" dt="2026-10-23T15:41:10.882" v="4966"/>
          <ac:spMkLst>
            <pc:docMk/>
            <pc:sldMk cId="2453871681" sldId="369"/>
            <ac:spMk id="8" creationId="{36F3403B-CFC9-729E-671A-8BE13F066A73}"/>
          </ac:spMkLst>
        </pc:spChg>
        <pc:spChg chg="add mod">
          <ac:chgData name="Juliana Rodriguez Cubillos" userId="0c6f9f27-d47b-4e7a-a25c-efe9aec00c33" providerId="ADAL" clId="{58DD39B8-5BBA-512F-A88A-C25948A58E09}" dt="2026-10-23T15:19:54.507" v="4524" actId="20577"/>
          <ac:spMkLst>
            <pc:docMk/>
            <pc:sldMk cId="2453871681" sldId="369"/>
            <ac:spMk id="9" creationId="{D16C5B3B-D0DF-594E-8F7A-B1C31961B2DD}"/>
          </ac:spMkLst>
        </pc:spChg>
        <pc:spChg chg="mod">
          <ac:chgData name="Juliana Rodriguez Cubillos" userId="0c6f9f27-d47b-4e7a-a25c-efe9aec00c33" providerId="ADAL" clId="{58DD39B8-5BBA-512F-A88A-C25948A58E09}" dt="2026-10-23T15:41:10.882" v="4966"/>
          <ac:spMkLst>
            <pc:docMk/>
            <pc:sldMk cId="2453871681" sldId="369"/>
            <ac:spMk id="10" creationId="{81AC5740-7E30-0A86-D602-BF89D2DDDDA6}"/>
          </ac:spMkLst>
        </pc:spChg>
        <pc:spChg chg="mod">
          <ac:chgData name="Juliana Rodriguez Cubillos" userId="0c6f9f27-d47b-4e7a-a25c-efe9aec00c33" providerId="ADAL" clId="{58DD39B8-5BBA-512F-A88A-C25948A58E09}" dt="2026-10-23T15:41:10.882" v="4966"/>
          <ac:spMkLst>
            <pc:docMk/>
            <pc:sldMk cId="2453871681" sldId="369"/>
            <ac:spMk id="11" creationId="{94653B77-4F3C-819D-E16C-66FFC993AF61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2453871681" sldId="369"/>
            <ac:spMk id="15" creationId="{C0B4ACD7-7C78-9F24-F4CC-B9D91EA51179}"/>
          </ac:spMkLst>
        </pc:spChg>
        <pc:grpChg chg="add mod">
          <ac:chgData name="Juliana Rodriguez Cubillos" userId="0c6f9f27-d47b-4e7a-a25c-efe9aec00c33" providerId="ADAL" clId="{58DD39B8-5BBA-512F-A88A-C25948A58E09}" dt="2026-10-23T15:41:10.882" v="4966"/>
          <ac:grpSpMkLst>
            <pc:docMk/>
            <pc:sldMk cId="2453871681" sldId="369"/>
            <ac:grpSpMk id="2" creationId="{8EB709F1-D80D-0C44-14B1-CF1909B63314}"/>
          </ac:grpSpMkLst>
        </pc:grpChg>
        <pc:grpChg chg="add mod">
          <ac:chgData name="Juliana Rodriguez Cubillos" userId="0c6f9f27-d47b-4e7a-a25c-efe9aec00c33" providerId="ADAL" clId="{58DD39B8-5BBA-512F-A88A-C25948A58E09}" dt="2026-10-23T15:07:45.409" v="4293"/>
          <ac:grpSpMkLst>
            <pc:docMk/>
            <pc:sldMk cId="2453871681" sldId="369"/>
            <ac:grpSpMk id="4" creationId="{D4007D52-3EEE-1170-2CDF-F8458971FE66}"/>
          </ac:grpSpMkLst>
        </pc:grpChg>
        <pc:grpChg chg="mod">
          <ac:chgData name="Juliana Rodriguez Cubillos" userId="0c6f9f27-d47b-4e7a-a25c-efe9aec00c33" providerId="ADAL" clId="{58DD39B8-5BBA-512F-A88A-C25948A58E09}" dt="2026-10-23T15:41:10.882" v="4966"/>
          <ac:grpSpMkLst>
            <pc:docMk/>
            <pc:sldMk cId="2453871681" sldId="369"/>
            <ac:grpSpMk id="7" creationId="{B5B1EF29-88B8-F27F-17C9-EFF7C95C1B92}"/>
          </ac:grpSpMkLst>
        </pc:grpChg>
        <pc:picChg chg="mod">
          <ac:chgData name="Juliana Rodriguez Cubillos" userId="0c6f9f27-d47b-4e7a-a25c-efe9aec00c33" providerId="ADAL" clId="{58DD39B8-5BBA-512F-A88A-C25948A58E09}" dt="2026-10-23T15:41:10.882" v="4966"/>
          <ac:picMkLst>
            <pc:docMk/>
            <pc:sldMk cId="2453871681" sldId="369"/>
            <ac:picMk id="12" creationId="{D93DA87D-943C-98E9-A98F-169F09ABD0E8}"/>
          </ac:picMkLst>
        </pc:picChg>
        <pc:cxnChg chg="mod">
          <ac:chgData name="Juliana Rodriguez Cubillos" userId="0c6f9f27-d47b-4e7a-a25c-efe9aec00c33" providerId="ADAL" clId="{58DD39B8-5BBA-512F-A88A-C25948A58E09}" dt="2026-10-23T15:07:45.409" v="4293"/>
          <ac:cxnSpMkLst>
            <pc:docMk/>
            <pc:sldMk cId="2453871681" sldId="369"/>
            <ac:cxnSpMk id="5" creationId="{4B5AF41A-9F56-38CE-BE7B-9A47571B644F}"/>
          </ac:cxnSpMkLst>
        </pc:cxn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2758378524" sldId="370"/>
        </pc:sldMkLst>
        <pc:spChg chg="mod">
          <ac:chgData name="Juliana Rodriguez Cubillos" userId="0c6f9f27-d47b-4e7a-a25c-efe9aec00c33" providerId="ADAL" clId="{58DD39B8-5BBA-512F-A88A-C25948A58E09}" dt="2026-10-23T15:20:30.865" v="4535" actId="113"/>
          <ac:spMkLst>
            <pc:docMk/>
            <pc:sldMk cId="2758378524" sldId="370"/>
            <ac:spMk id="3" creationId="{B067C6F7-AA50-4FE9-84EA-78EEE6F521F9}"/>
          </ac:spMkLst>
        </pc:spChg>
        <pc:spChg chg="mod">
          <ac:chgData name="Juliana Rodriguez Cubillos" userId="0c6f9f27-d47b-4e7a-a25c-efe9aec00c33" providerId="ADAL" clId="{58DD39B8-5BBA-512F-A88A-C25948A58E09}" dt="2026-10-23T15:07:46.169" v="4294"/>
          <ac:spMkLst>
            <pc:docMk/>
            <pc:sldMk cId="2758378524" sldId="370"/>
            <ac:spMk id="6" creationId="{0AAEC1C3-C904-2111-8425-54DA6940667A}"/>
          </ac:spMkLst>
        </pc:spChg>
        <pc:spChg chg="add mod">
          <ac:chgData name="Juliana Rodriguez Cubillos" userId="0c6f9f27-d47b-4e7a-a25c-efe9aec00c33" providerId="ADAL" clId="{58DD39B8-5BBA-512F-A88A-C25948A58E09}" dt="2026-10-23T15:20:22.601" v="4532"/>
          <ac:spMkLst>
            <pc:docMk/>
            <pc:sldMk cId="2758378524" sldId="370"/>
            <ac:spMk id="9" creationId="{12880A8D-B45F-F033-6893-58F2F5900408}"/>
          </ac:spMkLst>
        </pc:spChg>
        <pc:spChg chg="mod">
          <ac:chgData name="Juliana Rodriguez Cubillos" userId="0c6f9f27-d47b-4e7a-a25c-efe9aec00c33" providerId="ADAL" clId="{58DD39B8-5BBA-512F-A88A-C25948A58E09}" dt="2026-10-23T15:41:11.821" v="4967"/>
          <ac:spMkLst>
            <pc:docMk/>
            <pc:sldMk cId="2758378524" sldId="370"/>
            <ac:spMk id="12" creationId="{F0461AB5-DFCA-84C3-10DD-20AA3615D5D2}"/>
          </ac:spMkLst>
        </pc:spChg>
        <pc:spChg chg="mod">
          <ac:chgData name="Juliana Rodriguez Cubillos" userId="0c6f9f27-d47b-4e7a-a25c-efe9aec00c33" providerId="ADAL" clId="{58DD39B8-5BBA-512F-A88A-C25948A58E09}" dt="2026-10-23T15:41:11.821" v="4967"/>
          <ac:spMkLst>
            <pc:docMk/>
            <pc:sldMk cId="2758378524" sldId="370"/>
            <ac:spMk id="13" creationId="{0FD6285A-4339-5D2B-3FE8-7B92A6E683B4}"/>
          </ac:spMkLst>
        </pc:spChg>
        <pc:spChg chg="mod">
          <ac:chgData name="Juliana Rodriguez Cubillos" userId="0c6f9f27-d47b-4e7a-a25c-efe9aec00c33" providerId="ADAL" clId="{58DD39B8-5BBA-512F-A88A-C25948A58E09}" dt="2026-10-23T15:41:11.821" v="4967"/>
          <ac:spMkLst>
            <pc:docMk/>
            <pc:sldMk cId="2758378524" sldId="370"/>
            <ac:spMk id="14" creationId="{3B051F96-CB86-5EA2-F9D2-1C5941BB30BE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2758378524" sldId="370"/>
            <ac:spMk id="18" creationId="{666BD0D6-2956-A998-28A1-6F82E8E15BDA}"/>
          </ac:spMkLst>
        </pc:spChg>
        <pc:grpChg chg="add mod">
          <ac:chgData name="Juliana Rodriguez Cubillos" userId="0c6f9f27-d47b-4e7a-a25c-efe9aec00c33" providerId="ADAL" clId="{58DD39B8-5BBA-512F-A88A-C25948A58E09}" dt="2026-10-23T15:07:46.169" v="4294"/>
          <ac:grpSpMkLst>
            <pc:docMk/>
            <pc:sldMk cId="2758378524" sldId="370"/>
            <ac:grpSpMk id="4" creationId="{25D53C9D-8B54-DB21-FF4D-2917A1497C38}"/>
          </ac:grpSpMkLst>
        </pc:grpChg>
        <pc:grpChg chg="add mod">
          <ac:chgData name="Juliana Rodriguez Cubillos" userId="0c6f9f27-d47b-4e7a-a25c-efe9aec00c33" providerId="ADAL" clId="{58DD39B8-5BBA-512F-A88A-C25948A58E09}" dt="2026-10-23T15:41:11.821" v="4967"/>
          <ac:grpSpMkLst>
            <pc:docMk/>
            <pc:sldMk cId="2758378524" sldId="370"/>
            <ac:grpSpMk id="10" creationId="{6C37BD73-651D-5BB7-E904-D50072DB974A}"/>
          </ac:grpSpMkLst>
        </pc:grpChg>
        <pc:grpChg chg="mod">
          <ac:chgData name="Juliana Rodriguez Cubillos" userId="0c6f9f27-d47b-4e7a-a25c-efe9aec00c33" providerId="ADAL" clId="{58DD39B8-5BBA-512F-A88A-C25948A58E09}" dt="2026-10-23T15:41:11.821" v="4967"/>
          <ac:grpSpMkLst>
            <pc:docMk/>
            <pc:sldMk cId="2758378524" sldId="370"/>
            <ac:grpSpMk id="11" creationId="{E99BF138-BA41-7C50-984D-01B8E40129B6}"/>
          </ac:grpSpMkLst>
        </pc:grpChg>
        <pc:picChg chg="mod">
          <ac:chgData name="Juliana Rodriguez Cubillos" userId="0c6f9f27-d47b-4e7a-a25c-efe9aec00c33" providerId="ADAL" clId="{58DD39B8-5BBA-512F-A88A-C25948A58E09}" dt="2026-10-23T15:41:11.821" v="4967"/>
          <ac:picMkLst>
            <pc:docMk/>
            <pc:sldMk cId="2758378524" sldId="370"/>
            <ac:picMk id="15" creationId="{90767C45-5186-C9D0-A09D-C040B342B20C}"/>
          </ac:picMkLst>
        </pc:picChg>
        <pc:cxnChg chg="mod">
          <ac:chgData name="Juliana Rodriguez Cubillos" userId="0c6f9f27-d47b-4e7a-a25c-efe9aec00c33" providerId="ADAL" clId="{58DD39B8-5BBA-512F-A88A-C25948A58E09}" dt="2026-10-23T15:07:46.169" v="4294"/>
          <ac:cxnSpMkLst>
            <pc:docMk/>
            <pc:sldMk cId="2758378524" sldId="370"/>
            <ac:cxnSpMk id="5" creationId="{941157F5-66AA-8968-E973-7C7CA426E451}"/>
          </ac:cxnSpMkLst>
        </pc:cxnChg>
      </pc:sldChg>
      <pc:sldChg chg="addSp delSp modSp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335280541" sldId="372"/>
        </pc:sldMkLst>
        <pc:spChg chg="mod">
          <ac:chgData name="Juliana Rodriguez Cubillos" userId="0c6f9f27-d47b-4e7a-a25c-efe9aec00c33" providerId="ADAL" clId="{58DD39B8-5BBA-512F-A88A-C25948A58E09}" dt="2026-10-23T15:21:48.755" v="4577" actId="1076"/>
          <ac:spMkLst>
            <pc:docMk/>
            <pc:sldMk cId="3335280541" sldId="372"/>
            <ac:spMk id="4" creationId="{00000000-0000-0000-0000-000000000000}"/>
          </ac:spMkLst>
        </pc:spChg>
        <pc:spChg chg="mod">
          <ac:chgData name="Juliana Rodriguez Cubillos" userId="0c6f9f27-d47b-4e7a-a25c-efe9aec00c33" providerId="ADAL" clId="{58DD39B8-5BBA-512F-A88A-C25948A58E09}" dt="2026-10-23T15:07:48.162" v="4296"/>
          <ac:spMkLst>
            <pc:docMk/>
            <pc:sldMk cId="3335280541" sldId="372"/>
            <ac:spMk id="6" creationId="{6AA898E2-9ABF-A3DA-8D27-363CDEFA0C0E}"/>
          </ac:spMkLst>
        </pc:spChg>
        <pc:spChg chg="add mod">
          <ac:chgData name="Juliana Rodriguez Cubillos" userId="0c6f9f27-d47b-4e7a-a25c-efe9aec00c33" providerId="ADAL" clId="{58DD39B8-5BBA-512F-A88A-C25948A58E09}" dt="2026-10-23T15:21:20.244" v="4565" actId="20577"/>
          <ac:spMkLst>
            <pc:docMk/>
            <pc:sldMk cId="3335280541" sldId="372"/>
            <ac:spMk id="10" creationId="{E509BB13-9FB8-147D-E10D-12CC17FEE671}"/>
          </ac:spMkLst>
        </pc:spChg>
        <pc:spChg chg="mod">
          <ac:chgData name="Juliana Rodriguez Cubillos" userId="0c6f9f27-d47b-4e7a-a25c-efe9aec00c33" providerId="ADAL" clId="{58DD39B8-5BBA-512F-A88A-C25948A58E09}" dt="2026-10-23T15:41:14.086" v="4969"/>
          <ac:spMkLst>
            <pc:docMk/>
            <pc:sldMk cId="3335280541" sldId="372"/>
            <ac:spMk id="13" creationId="{E951DA07-4F88-AB40-4F34-35879834CB9A}"/>
          </ac:spMkLst>
        </pc:spChg>
        <pc:spChg chg="mod">
          <ac:chgData name="Juliana Rodriguez Cubillos" userId="0c6f9f27-d47b-4e7a-a25c-efe9aec00c33" providerId="ADAL" clId="{58DD39B8-5BBA-512F-A88A-C25948A58E09}" dt="2026-10-23T15:41:14.086" v="4969"/>
          <ac:spMkLst>
            <pc:docMk/>
            <pc:sldMk cId="3335280541" sldId="372"/>
            <ac:spMk id="14" creationId="{F7CFEB61-64F6-B023-FBDD-F7FE8487F9FD}"/>
          </ac:spMkLst>
        </pc:spChg>
        <pc:spChg chg="mod">
          <ac:chgData name="Juliana Rodriguez Cubillos" userId="0c6f9f27-d47b-4e7a-a25c-efe9aec00c33" providerId="ADAL" clId="{58DD39B8-5BBA-512F-A88A-C25948A58E09}" dt="2026-10-23T15:41:14.086" v="4969"/>
          <ac:spMkLst>
            <pc:docMk/>
            <pc:sldMk cId="3335280541" sldId="372"/>
            <ac:spMk id="15" creationId="{74B566C1-DCC4-7595-2556-56AE5688C3D0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335280541" sldId="372"/>
            <ac:spMk id="19" creationId="{0069869D-9928-1721-823D-52CF763E9E85}"/>
          </ac:spMkLst>
        </pc:spChg>
        <pc:grpChg chg="add mod">
          <ac:chgData name="Juliana Rodriguez Cubillos" userId="0c6f9f27-d47b-4e7a-a25c-efe9aec00c33" providerId="ADAL" clId="{58DD39B8-5BBA-512F-A88A-C25948A58E09}" dt="2026-10-23T15:07:48.162" v="4296"/>
          <ac:grpSpMkLst>
            <pc:docMk/>
            <pc:sldMk cId="3335280541" sldId="372"/>
            <ac:grpSpMk id="3" creationId="{914B7353-BFA4-AB05-F354-093073246124}"/>
          </ac:grpSpMkLst>
        </pc:grpChg>
        <pc:grpChg chg="add mod">
          <ac:chgData name="Juliana Rodriguez Cubillos" userId="0c6f9f27-d47b-4e7a-a25c-efe9aec00c33" providerId="ADAL" clId="{58DD39B8-5BBA-512F-A88A-C25948A58E09}" dt="2026-10-23T15:41:14.086" v="4969"/>
          <ac:grpSpMkLst>
            <pc:docMk/>
            <pc:sldMk cId="3335280541" sldId="372"/>
            <ac:grpSpMk id="11" creationId="{64E09847-1179-F0EC-EF3D-AE095798A616}"/>
          </ac:grpSpMkLst>
        </pc:grpChg>
        <pc:grpChg chg="mod">
          <ac:chgData name="Juliana Rodriguez Cubillos" userId="0c6f9f27-d47b-4e7a-a25c-efe9aec00c33" providerId="ADAL" clId="{58DD39B8-5BBA-512F-A88A-C25948A58E09}" dt="2026-10-23T15:41:14.086" v="4969"/>
          <ac:grpSpMkLst>
            <pc:docMk/>
            <pc:sldMk cId="3335280541" sldId="372"/>
            <ac:grpSpMk id="12" creationId="{58F2EF0A-278D-30A8-1209-B92873169831}"/>
          </ac:grpSpMkLst>
        </pc:grpChg>
        <pc:picChg chg="mod">
          <ac:chgData name="Juliana Rodriguez Cubillos" userId="0c6f9f27-d47b-4e7a-a25c-efe9aec00c33" providerId="ADAL" clId="{58DD39B8-5BBA-512F-A88A-C25948A58E09}" dt="2026-10-23T15:41:14.086" v="4969"/>
          <ac:picMkLst>
            <pc:docMk/>
            <pc:sldMk cId="3335280541" sldId="372"/>
            <ac:picMk id="16" creationId="{EE316DE0-3133-6E63-68D9-E902A3D4AED3}"/>
          </ac:picMkLst>
        </pc:picChg>
        <pc:cxnChg chg="mod">
          <ac:chgData name="Juliana Rodriguez Cubillos" userId="0c6f9f27-d47b-4e7a-a25c-efe9aec00c33" providerId="ADAL" clId="{58DD39B8-5BBA-512F-A88A-C25948A58E09}" dt="2026-10-23T15:07:48.162" v="4296"/>
          <ac:cxnSpMkLst>
            <pc:docMk/>
            <pc:sldMk cId="3335280541" sldId="372"/>
            <ac:cxnSpMk id="5" creationId="{83C33BD7-E42B-4804-C778-8B341D0F2D09}"/>
          </ac:cxnSpMkLst>
        </pc:cxnChg>
      </pc:sldChg>
      <pc:sldChg chg="addSp delSp modSp mod">
        <pc:chgData name="Juliana Rodriguez Cubillos" userId="0c6f9f27-d47b-4e7a-a25c-efe9aec00c33" providerId="ADAL" clId="{58DD39B8-5BBA-512F-A88A-C25948A58E09}" dt="2026-10-23T15:46:50.016" v="4974"/>
        <pc:sldMkLst>
          <pc:docMk/>
          <pc:sldMk cId="2104654681" sldId="388"/>
        </pc:sldMkLst>
        <pc:spChg chg="add mod">
          <ac:chgData name="Juliana Rodriguez Cubillos" userId="0c6f9f27-d47b-4e7a-a25c-efe9aec00c33" providerId="ADAL" clId="{58DD39B8-5BBA-512F-A88A-C25948A58E09}" dt="2026-10-23T13:57:27.111" v="3509" actId="113"/>
          <ac:spMkLst>
            <pc:docMk/>
            <pc:sldMk cId="2104654681" sldId="388"/>
            <ac:spMk id="2" creationId="{EEB9FDD1-56EB-E304-A9B1-781A19E67B31}"/>
          </ac:spMkLst>
        </pc:spChg>
        <pc:spChg chg="mod">
          <ac:chgData name="Juliana Rodriguez Cubillos" userId="0c6f9f27-d47b-4e7a-a25c-efe9aec00c33" providerId="ADAL" clId="{58DD39B8-5BBA-512F-A88A-C25948A58E09}" dt="2026-10-23T13:52:40.133" v="3500" actId="1076"/>
          <ac:spMkLst>
            <pc:docMk/>
            <pc:sldMk cId="2104654681" sldId="388"/>
            <ac:spMk id="3" creationId="{8B0648D1-6426-4BF0-9ABF-4F0C69665C52}"/>
          </ac:spMkLst>
        </pc:spChg>
        <pc:spChg chg="mod">
          <ac:chgData name="Juliana Rodriguez Cubillos" userId="0c6f9f27-d47b-4e7a-a25c-efe9aec00c33" providerId="ADAL" clId="{58DD39B8-5BBA-512F-A88A-C25948A58E09}" dt="2026-10-23T15:38:31.411" v="4922"/>
          <ac:spMkLst>
            <pc:docMk/>
            <pc:sldMk cId="2104654681" sldId="388"/>
            <ac:spMk id="7" creationId="{5AC7FE96-70E8-CC22-E3FA-98FC441C0436}"/>
          </ac:spMkLst>
        </pc:spChg>
        <pc:spChg chg="mod">
          <ac:chgData name="Juliana Rodriguez Cubillos" userId="0c6f9f27-d47b-4e7a-a25c-efe9aec00c33" providerId="ADAL" clId="{58DD39B8-5BBA-512F-A88A-C25948A58E09}" dt="2026-10-23T15:38:31.411" v="4922"/>
          <ac:spMkLst>
            <pc:docMk/>
            <pc:sldMk cId="2104654681" sldId="388"/>
            <ac:spMk id="8" creationId="{D7D1E3A0-1496-4D91-FF26-9B112CF15C35}"/>
          </ac:spMkLst>
        </pc:spChg>
        <pc:spChg chg="mod">
          <ac:chgData name="Juliana Rodriguez Cubillos" userId="0c6f9f27-d47b-4e7a-a25c-efe9aec00c33" providerId="ADAL" clId="{58DD39B8-5BBA-512F-A88A-C25948A58E09}" dt="2026-10-23T15:38:31.411" v="4922"/>
          <ac:spMkLst>
            <pc:docMk/>
            <pc:sldMk cId="2104654681" sldId="388"/>
            <ac:spMk id="9" creationId="{7279D7DF-8E96-1A11-7C86-1FC20E67B8C5}"/>
          </ac:spMkLst>
        </pc:spChg>
        <pc:grpChg chg="add mod">
          <ac:chgData name="Juliana Rodriguez Cubillos" userId="0c6f9f27-d47b-4e7a-a25c-efe9aec00c33" providerId="ADAL" clId="{58DD39B8-5BBA-512F-A88A-C25948A58E09}" dt="2026-10-23T15:38:31.411" v="4922"/>
          <ac:grpSpMkLst>
            <pc:docMk/>
            <pc:sldMk cId="2104654681" sldId="388"/>
            <ac:grpSpMk id="4" creationId="{F81F66CA-D637-CFEC-51BC-B759056A3785}"/>
          </ac:grpSpMkLst>
        </pc:grpChg>
        <pc:grpChg chg="mod">
          <ac:chgData name="Juliana Rodriguez Cubillos" userId="0c6f9f27-d47b-4e7a-a25c-efe9aec00c33" providerId="ADAL" clId="{58DD39B8-5BBA-512F-A88A-C25948A58E09}" dt="2026-10-23T15:38:31.411" v="4922"/>
          <ac:grpSpMkLst>
            <pc:docMk/>
            <pc:sldMk cId="2104654681" sldId="388"/>
            <ac:grpSpMk id="6" creationId="{9E99B7D7-B9F6-36C6-9810-BD9F9B767C53}"/>
          </ac:grpSpMkLst>
        </pc:grpChg>
        <pc:picChg chg="add mod">
          <ac:chgData name="Juliana Rodriguez Cubillos" userId="0c6f9f27-d47b-4e7a-a25c-efe9aec00c33" providerId="ADAL" clId="{58DD39B8-5BBA-512F-A88A-C25948A58E09}" dt="2026-10-23T13:56:48.823" v="3504" actId="14100"/>
          <ac:picMkLst>
            <pc:docMk/>
            <pc:sldMk cId="2104654681" sldId="388"/>
            <ac:picMk id="5" creationId="{7D13D686-CA56-1D46-4D2D-DA54180B3109}"/>
          </ac:picMkLst>
        </pc:picChg>
        <pc:picChg chg="mod">
          <ac:chgData name="Juliana Rodriguez Cubillos" userId="0c6f9f27-d47b-4e7a-a25c-efe9aec00c33" providerId="ADAL" clId="{58DD39B8-5BBA-512F-A88A-C25948A58E09}" dt="2026-10-23T15:38:31.411" v="4922"/>
          <ac:picMkLst>
            <pc:docMk/>
            <pc:sldMk cId="2104654681" sldId="388"/>
            <ac:picMk id="10" creationId="{9C24027E-0CC3-BA6D-4835-8151D01088A1}"/>
          </ac:picMkLst>
        </pc:picChg>
      </pc:sldChg>
      <pc:sldChg chg="addSp delSp modSp new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258880391" sldId="389"/>
        </pc:sldMkLst>
        <pc:spChg chg="mod">
          <ac:chgData name="Juliana Rodriguez Cubillos" userId="0c6f9f27-d47b-4e7a-a25c-efe9aec00c33" providerId="ADAL" clId="{58DD39B8-5BBA-512F-A88A-C25948A58E09}" dt="2026-10-23T14:03:36.799" v="3575" actId="1076"/>
          <ac:spMkLst>
            <pc:docMk/>
            <pc:sldMk cId="258880391" sldId="389"/>
            <ac:spMk id="2" creationId="{6005EB42-CDD5-31BD-7054-619A9990BD41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258880391" sldId="389"/>
            <ac:spMk id="6" creationId="{EEB02593-7D13-2A70-A725-3CC91F2D474E}"/>
          </ac:spMkLst>
        </pc:spChg>
        <pc:picChg chg="add mod ord modCrop">
          <ac:chgData name="Juliana Rodriguez Cubillos" userId="0c6f9f27-d47b-4e7a-a25c-efe9aec00c33" providerId="ADAL" clId="{58DD39B8-5BBA-512F-A88A-C25948A58E09}" dt="2026-10-23T14:03:32.630" v="3574" actId="14100"/>
          <ac:picMkLst>
            <pc:docMk/>
            <pc:sldMk cId="258880391" sldId="389"/>
            <ac:picMk id="5" creationId="{7D4A7A81-F76B-AA1C-C6D2-1052B9ABE0BF}"/>
          </ac:picMkLst>
        </pc:picChg>
      </pc:sldChg>
      <pc:sldChg chg="addSp delSp modSp add mod modAnim">
        <pc:chgData name="Juliana Rodriguez Cubillos" userId="0c6f9f27-d47b-4e7a-a25c-efe9aec00c33" providerId="ADAL" clId="{58DD39B8-5BBA-512F-A88A-C25948A58E09}" dt="2026-10-23T15:46:50.016" v="4974"/>
        <pc:sldMkLst>
          <pc:docMk/>
          <pc:sldMk cId="3937562146" sldId="391"/>
        </pc:sldMkLst>
        <pc:spChg chg="add mod">
          <ac:chgData name="Juliana Rodriguez Cubillos" userId="0c6f9f27-d47b-4e7a-a25c-efe9aec00c33" providerId="ADAL" clId="{58DD39B8-5BBA-512F-A88A-C25948A58E09}" dt="2026-10-23T13:42:13.509" v="3176" actId="207"/>
          <ac:spMkLst>
            <pc:docMk/>
            <pc:sldMk cId="3937562146" sldId="391"/>
            <ac:spMk id="2" creationId="{C3007A24-C6AA-552D-9E6E-8B8BC2DAF64E}"/>
          </ac:spMkLst>
        </pc:spChg>
        <pc:spChg chg="add mod">
          <ac:chgData name="Juliana Rodriguez Cubillos" userId="0c6f9f27-d47b-4e7a-a25c-efe9aec00c33" providerId="ADAL" clId="{58DD39B8-5BBA-512F-A88A-C25948A58E09}" dt="2026-10-23T13:42:21.516" v="3178" actId="1076"/>
          <ac:spMkLst>
            <pc:docMk/>
            <pc:sldMk cId="3937562146" sldId="391"/>
            <ac:spMk id="3" creationId="{4F36A7C9-7D8A-F339-3EC6-898E8B3AB1BC}"/>
          </ac:spMkLst>
        </pc:spChg>
        <pc:spChg chg="add mod">
          <ac:chgData name="Juliana Rodriguez Cubillos" userId="0c6f9f27-d47b-4e7a-a25c-efe9aec00c33" providerId="ADAL" clId="{58DD39B8-5BBA-512F-A88A-C25948A58E09}" dt="2026-10-23T13:42:27.703" v="3180" actId="207"/>
          <ac:spMkLst>
            <pc:docMk/>
            <pc:sldMk cId="3937562146" sldId="391"/>
            <ac:spMk id="7" creationId="{E33C05EB-DE85-23F2-63C3-B75347478FD0}"/>
          </ac:spMkLst>
        </pc:spChg>
        <pc:spChg chg="add mod">
          <ac:chgData name="Juliana Rodriguez Cubillos" userId="0c6f9f27-d47b-4e7a-a25c-efe9aec00c33" providerId="ADAL" clId="{58DD39B8-5BBA-512F-A88A-C25948A58E09}" dt="2026-10-23T13:42:33.161" v="3181" actId="207"/>
          <ac:spMkLst>
            <pc:docMk/>
            <pc:sldMk cId="3937562146" sldId="391"/>
            <ac:spMk id="9" creationId="{7D246DAF-7751-ED14-F249-8F2E8541668F}"/>
          </ac:spMkLst>
        </pc:spChg>
        <pc:spChg chg="add mod">
          <ac:chgData name="Juliana Rodriguez Cubillos" userId="0c6f9f27-d47b-4e7a-a25c-efe9aec00c33" providerId="ADAL" clId="{58DD39B8-5BBA-512F-A88A-C25948A58E09}" dt="2026-10-23T13:41:22.925" v="3040" actId="14100"/>
          <ac:spMkLst>
            <pc:docMk/>
            <pc:sldMk cId="3937562146" sldId="391"/>
            <ac:spMk id="11" creationId="{C256446E-BB7F-643C-656D-6308716514F2}"/>
          </ac:spMkLst>
        </pc:spChg>
        <pc:spChg chg="add mod">
          <ac:chgData name="Juliana Rodriguez Cubillos" userId="0c6f9f27-d47b-4e7a-a25c-efe9aec00c33" providerId="ADAL" clId="{58DD39B8-5BBA-512F-A88A-C25948A58E09}" dt="2026-10-23T13:41:25.533" v="3041" actId="14100"/>
          <ac:spMkLst>
            <pc:docMk/>
            <pc:sldMk cId="3937562146" sldId="391"/>
            <ac:spMk id="12" creationId="{F3DD96C4-84ED-976A-D9A0-CE59A00E67AC}"/>
          </ac:spMkLst>
        </pc:spChg>
        <pc:spChg chg="add mod">
          <ac:chgData name="Juliana Rodriguez Cubillos" userId="0c6f9f27-d47b-4e7a-a25c-efe9aec00c33" providerId="ADAL" clId="{58DD39B8-5BBA-512F-A88A-C25948A58E09}" dt="2026-10-23T13:41:45.640" v="3047" actId="207"/>
          <ac:spMkLst>
            <pc:docMk/>
            <pc:sldMk cId="3937562146" sldId="391"/>
            <ac:spMk id="13" creationId="{391C08F5-9982-87F8-8709-39E670364C33}"/>
          </ac:spMkLst>
        </pc:spChg>
        <pc:spChg chg="add mod">
          <ac:chgData name="Juliana Rodriguez Cubillos" userId="0c6f9f27-d47b-4e7a-a25c-efe9aec00c33" providerId="ADAL" clId="{58DD39B8-5BBA-512F-A88A-C25948A58E09}" dt="2026-10-23T13:42:38.473" v="3260" actId="207"/>
          <ac:spMkLst>
            <pc:docMk/>
            <pc:sldMk cId="3937562146" sldId="391"/>
            <ac:spMk id="14" creationId="{F4DA2B32-CC63-ECF7-E9B6-6842B54C5633}"/>
          </ac:spMkLst>
        </pc:spChg>
        <pc:spChg chg="mod">
          <ac:chgData name="Juliana Rodriguez Cubillos" userId="0c6f9f27-d47b-4e7a-a25c-efe9aec00c33" providerId="ADAL" clId="{58DD39B8-5BBA-512F-A88A-C25948A58E09}" dt="2026-10-23T15:32:58.665" v="4806"/>
          <ac:spMkLst>
            <pc:docMk/>
            <pc:sldMk cId="3937562146" sldId="391"/>
            <ac:spMk id="17" creationId="{BDB4EBDC-CEC2-984D-CE05-B39A976173A4}"/>
          </ac:spMkLst>
        </pc:spChg>
        <pc:spChg chg="mod">
          <ac:chgData name="Juliana Rodriguez Cubillos" userId="0c6f9f27-d47b-4e7a-a25c-efe9aec00c33" providerId="ADAL" clId="{58DD39B8-5BBA-512F-A88A-C25948A58E09}" dt="2026-10-23T15:32:58.665" v="4806"/>
          <ac:spMkLst>
            <pc:docMk/>
            <pc:sldMk cId="3937562146" sldId="391"/>
            <ac:spMk id="18" creationId="{84BE005F-F0C0-5549-C0C2-63300B419C73}"/>
          </ac:spMkLst>
        </pc:spChg>
        <pc:spChg chg="mod">
          <ac:chgData name="Juliana Rodriguez Cubillos" userId="0c6f9f27-d47b-4e7a-a25c-efe9aec00c33" providerId="ADAL" clId="{58DD39B8-5BBA-512F-A88A-C25948A58E09}" dt="2026-10-23T15:32:58.665" v="4806"/>
          <ac:spMkLst>
            <pc:docMk/>
            <pc:sldMk cId="3937562146" sldId="391"/>
            <ac:spMk id="19" creationId="{CDEFE2B2-DD75-027C-962B-7D72F97EB843}"/>
          </ac:spMkLst>
        </pc:spChg>
        <pc:grpChg chg="add mod">
          <ac:chgData name="Juliana Rodriguez Cubillos" userId="0c6f9f27-d47b-4e7a-a25c-efe9aec00c33" providerId="ADAL" clId="{58DD39B8-5BBA-512F-A88A-C25948A58E09}" dt="2026-10-23T15:32:58.665" v="4806"/>
          <ac:grpSpMkLst>
            <pc:docMk/>
            <pc:sldMk cId="3937562146" sldId="391"/>
            <ac:grpSpMk id="15" creationId="{AF3165ED-EA84-88A1-7821-BD4E5EC17029}"/>
          </ac:grpSpMkLst>
        </pc:grpChg>
        <pc:grpChg chg="mod">
          <ac:chgData name="Juliana Rodriguez Cubillos" userId="0c6f9f27-d47b-4e7a-a25c-efe9aec00c33" providerId="ADAL" clId="{58DD39B8-5BBA-512F-A88A-C25948A58E09}" dt="2026-10-23T15:32:58.665" v="4806"/>
          <ac:grpSpMkLst>
            <pc:docMk/>
            <pc:sldMk cId="3937562146" sldId="391"/>
            <ac:grpSpMk id="16" creationId="{766958AE-8C33-0901-2173-CAB99F041243}"/>
          </ac:grpSpMkLst>
        </pc:grpChg>
        <pc:picChg chg="mod">
          <ac:chgData name="Juliana Rodriguez Cubillos" userId="0c6f9f27-d47b-4e7a-a25c-efe9aec00c33" providerId="ADAL" clId="{58DD39B8-5BBA-512F-A88A-C25948A58E09}" dt="2026-10-23T13:41:34.996" v="3044" actId="1076"/>
          <ac:picMkLst>
            <pc:docMk/>
            <pc:sldMk cId="3937562146" sldId="391"/>
            <ac:picMk id="8" creationId="{52F53EC4-97AF-B0E4-D073-CFDA5E469728}"/>
          </ac:picMkLst>
        </pc:picChg>
        <pc:picChg chg="mod">
          <ac:chgData name="Juliana Rodriguez Cubillos" userId="0c6f9f27-d47b-4e7a-a25c-efe9aec00c33" providerId="ADAL" clId="{58DD39B8-5BBA-512F-A88A-C25948A58E09}" dt="2026-10-23T13:40:18.755" v="2966" actId="1076"/>
          <ac:picMkLst>
            <pc:docMk/>
            <pc:sldMk cId="3937562146" sldId="391"/>
            <ac:picMk id="10" creationId="{0D877054-D9E6-1214-7504-C3C6F02CEA0D}"/>
          </ac:picMkLst>
        </pc:picChg>
        <pc:picChg chg="mod">
          <ac:chgData name="Juliana Rodriguez Cubillos" userId="0c6f9f27-d47b-4e7a-a25c-efe9aec00c33" providerId="ADAL" clId="{58DD39B8-5BBA-512F-A88A-C25948A58E09}" dt="2026-10-23T15:32:58.665" v="4806"/>
          <ac:picMkLst>
            <pc:docMk/>
            <pc:sldMk cId="3937562146" sldId="391"/>
            <ac:picMk id="20" creationId="{F4029850-96FB-0CE6-3D42-EA533EE9B7F6}"/>
          </ac:picMkLst>
        </pc:picChg>
      </pc:sldChg>
      <pc:sldChg chg="addSp delSp modSp add mod">
        <pc:chgData name="Juliana Rodriguez Cubillos" userId="0c6f9f27-d47b-4e7a-a25c-efe9aec00c33" providerId="ADAL" clId="{58DD39B8-5BBA-512F-A88A-C25948A58E09}" dt="2026-10-23T17:30:33.501" v="5189" actId="1076"/>
        <pc:sldMkLst>
          <pc:docMk/>
          <pc:sldMk cId="907214581" sldId="392"/>
        </pc:sldMkLst>
        <pc:spChg chg="mod">
          <ac:chgData name="Juliana Rodriguez Cubillos" userId="0c6f9f27-d47b-4e7a-a25c-efe9aec00c33" providerId="ADAL" clId="{58DD39B8-5BBA-512F-A88A-C25948A58E09}" dt="2026-10-23T17:30:33.501" v="5189" actId="1076"/>
          <ac:spMkLst>
            <pc:docMk/>
            <pc:sldMk cId="907214581" sldId="392"/>
            <ac:spMk id="2" creationId="{2B3670AA-1EAC-CCF3-4B34-0D67E9774664}"/>
          </ac:spMkLst>
        </pc:spChg>
        <pc:spChg chg="add mod">
          <ac:chgData name="Juliana Rodriguez Cubillos" userId="0c6f9f27-d47b-4e7a-a25c-efe9aec00c33" providerId="ADAL" clId="{58DD39B8-5BBA-512F-A88A-C25948A58E09}" dt="2026-10-23T14:06:20.748" v="3611" actId="1076"/>
          <ac:spMkLst>
            <pc:docMk/>
            <pc:sldMk cId="907214581" sldId="392"/>
            <ac:spMk id="6" creationId="{79363F84-68C2-2F9A-8830-5A533AF34E00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907214581" sldId="392"/>
            <ac:spMk id="8" creationId="{86F6567F-8D03-23C3-D214-D7B4762E7137}"/>
          </ac:spMkLst>
        </pc:spChg>
        <pc:picChg chg="add mod">
          <ac:chgData name="Juliana Rodriguez Cubillos" userId="0c6f9f27-d47b-4e7a-a25c-efe9aec00c33" providerId="ADAL" clId="{58DD39B8-5BBA-512F-A88A-C25948A58E09}" dt="2026-10-23T14:06:20.748" v="3611" actId="1076"/>
          <ac:picMkLst>
            <pc:docMk/>
            <pc:sldMk cId="907214581" sldId="392"/>
            <ac:picMk id="4" creationId="{CEFDEFAF-1AC2-1491-7C0C-623B45C5ECC1}"/>
          </ac:picMkLst>
        </pc:picChg>
      </pc:sldChg>
      <pc:sldChg chg="addSp modSp add mod">
        <pc:chgData name="Juliana Rodriguez Cubillos" userId="0c6f9f27-d47b-4e7a-a25c-efe9aec00c33" providerId="ADAL" clId="{58DD39B8-5BBA-512F-A88A-C25948A58E09}" dt="2026-10-23T15:46:59.080" v="4976"/>
        <pc:sldMkLst>
          <pc:docMk/>
          <pc:sldMk cId="3301608487" sldId="393"/>
        </pc:sldMkLst>
        <pc:spChg chg="mod">
          <ac:chgData name="Juliana Rodriguez Cubillos" userId="0c6f9f27-d47b-4e7a-a25c-efe9aec00c33" providerId="ADAL" clId="{58DD39B8-5BBA-512F-A88A-C25948A58E09}" dt="2026-10-23T14:06:39.954" v="3614" actId="20577"/>
          <ac:spMkLst>
            <pc:docMk/>
            <pc:sldMk cId="3301608487" sldId="393"/>
            <ac:spMk id="6" creationId="{B0EC8552-E975-B37F-596C-04C9EC25CFE1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301608487" sldId="393"/>
            <ac:spMk id="8" creationId="{49C752B4-BB1F-8BC3-8B86-CD0A842CA86A}"/>
          </ac:spMkLst>
        </pc:spChg>
      </pc:sldChg>
      <pc:sldChg chg="addSp delSp modSp new mod modNotes">
        <pc:chgData name="Juliana Rodriguez Cubillos" userId="0c6f9f27-d47b-4e7a-a25c-efe9aec00c33" providerId="ADAL" clId="{58DD39B8-5BBA-512F-A88A-C25948A58E09}" dt="2026-10-23T15:46:59.080" v="4976"/>
        <pc:sldMkLst>
          <pc:docMk/>
          <pc:sldMk cId="2228796977" sldId="394"/>
        </pc:sldMkLst>
        <pc:spChg chg="add mod">
          <ac:chgData name="Juliana Rodriguez Cubillos" userId="0c6f9f27-d47b-4e7a-a25c-efe9aec00c33" providerId="ADAL" clId="{58DD39B8-5BBA-512F-A88A-C25948A58E09}" dt="2026-10-23T14:11:22.929" v="3671" actId="207"/>
          <ac:spMkLst>
            <pc:docMk/>
            <pc:sldMk cId="2228796977" sldId="394"/>
            <ac:spMk id="5" creationId="{067207C1-3D3A-9396-B2E3-5E05C6ABF2C7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2228796977" sldId="394"/>
            <ac:spMk id="6" creationId="{30F9BDE2-6737-A811-5BCE-48D976102D2F}"/>
          </ac:spMkLst>
        </pc:spChg>
        <pc:picChg chg="add mod">
          <ac:chgData name="Juliana Rodriguez Cubillos" userId="0c6f9f27-d47b-4e7a-a25c-efe9aec00c33" providerId="ADAL" clId="{58DD39B8-5BBA-512F-A88A-C25948A58E09}" dt="2026-10-23T14:10:51.471" v="3635" actId="29295"/>
          <ac:picMkLst>
            <pc:docMk/>
            <pc:sldMk cId="2228796977" sldId="394"/>
            <ac:picMk id="4" creationId="{EFEF177F-0832-2D0A-7D7E-A72908013CAE}"/>
          </ac:picMkLst>
        </pc:picChg>
      </pc:sldChg>
      <pc:sldChg chg="addSp delSp modSp add mod setBg">
        <pc:chgData name="Juliana Rodriguez Cubillos" userId="0c6f9f27-d47b-4e7a-a25c-efe9aec00c33" providerId="ADAL" clId="{58DD39B8-5BBA-512F-A88A-C25948A58E09}" dt="2026-10-23T15:54:36.343" v="5002" actId="20577"/>
        <pc:sldMkLst>
          <pc:docMk/>
          <pc:sldMk cId="1323032480" sldId="395"/>
        </pc:sldMkLst>
        <pc:spChg chg="add mod">
          <ac:chgData name="Juliana Rodriguez Cubillos" userId="0c6f9f27-d47b-4e7a-a25c-efe9aec00c33" providerId="ADAL" clId="{58DD39B8-5BBA-512F-A88A-C25948A58E09}" dt="2026-10-23T14:20:44.556" v="3968" actId="1076"/>
          <ac:spMkLst>
            <pc:docMk/>
            <pc:sldMk cId="1323032480" sldId="395"/>
            <ac:spMk id="5" creationId="{A9BF316B-9B9C-8478-4BA7-24B0589BAE47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1323032480" sldId="395"/>
            <ac:spMk id="8" creationId="{27C6BB31-9E81-6BFA-858D-E6B1CA81E32F}"/>
          </ac:spMkLst>
        </pc:spChg>
        <pc:spChg chg="mod">
          <ac:chgData name="Juliana Rodriguez Cubillos" userId="0c6f9f27-d47b-4e7a-a25c-efe9aec00c33" providerId="ADAL" clId="{58DD39B8-5BBA-512F-A88A-C25948A58E09}" dt="2026-10-23T14:23:33.077" v="4131" actId="1076"/>
          <ac:spMkLst>
            <pc:docMk/>
            <pc:sldMk cId="1323032480" sldId="395"/>
            <ac:spMk id="238" creationId="{360871DB-88E8-B9B2-AC54-63E7B05D5131}"/>
          </ac:spMkLst>
        </pc:spChg>
        <pc:spChg chg="mod">
          <ac:chgData name="Juliana Rodriguez Cubillos" userId="0c6f9f27-d47b-4e7a-a25c-efe9aec00c33" providerId="ADAL" clId="{58DD39B8-5BBA-512F-A88A-C25948A58E09}" dt="2026-10-23T15:54:36.343" v="5002" actId="20577"/>
          <ac:spMkLst>
            <pc:docMk/>
            <pc:sldMk cId="1323032480" sldId="395"/>
            <ac:spMk id="239" creationId="{C662A9A4-1D7E-E644-DB63-16EF74AECB1F}"/>
          </ac:spMkLst>
        </pc:spChg>
        <pc:spChg chg="mod">
          <ac:chgData name="Juliana Rodriguez Cubillos" userId="0c6f9f27-d47b-4e7a-a25c-efe9aec00c33" providerId="ADAL" clId="{58DD39B8-5BBA-512F-A88A-C25948A58E09}" dt="2026-10-23T14:21:37.218" v="3980" actId="1076"/>
          <ac:spMkLst>
            <pc:docMk/>
            <pc:sldMk cId="1323032480" sldId="395"/>
            <ac:spMk id="240" creationId="{16B5D12E-53B0-B278-B5F9-BEE562429531}"/>
          </ac:spMkLst>
        </pc:spChg>
        <pc:spChg chg="mod">
          <ac:chgData name="Juliana Rodriguez Cubillos" userId="0c6f9f27-d47b-4e7a-a25c-efe9aec00c33" providerId="ADAL" clId="{58DD39B8-5BBA-512F-A88A-C25948A58E09}" dt="2026-10-23T14:22:14.221" v="4032" actId="1076"/>
          <ac:spMkLst>
            <pc:docMk/>
            <pc:sldMk cId="1323032480" sldId="395"/>
            <ac:spMk id="241" creationId="{70355E5D-B3E1-AE76-6ADD-89C511F03A0D}"/>
          </ac:spMkLst>
        </pc:spChg>
        <pc:grpChg chg="add mod">
          <ac:chgData name="Juliana Rodriguez Cubillos" userId="0c6f9f27-d47b-4e7a-a25c-efe9aec00c33" providerId="ADAL" clId="{58DD39B8-5BBA-512F-A88A-C25948A58E09}" dt="2026-10-23T14:21:16.546" v="3976" actId="1076"/>
          <ac:grpSpMkLst>
            <pc:docMk/>
            <pc:sldMk cId="1323032480" sldId="395"/>
            <ac:grpSpMk id="7" creationId="{600B1369-0123-312D-4914-8FBBF602CD2A}"/>
          </ac:grpSpMkLst>
        </pc:grpChg>
        <pc:picChg chg="add mod">
          <ac:chgData name="Juliana Rodriguez Cubillos" userId="0c6f9f27-d47b-4e7a-a25c-efe9aec00c33" providerId="ADAL" clId="{58DD39B8-5BBA-512F-A88A-C25948A58E09}" dt="2026-10-23T14:20:49.075" v="3969" actId="1076"/>
          <ac:picMkLst>
            <pc:docMk/>
            <pc:sldMk cId="1323032480" sldId="395"/>
            <ac:picMk id="6" creationId="{FA212E4D-ED1D-5F19-EE28-6DFB7F4E1DEC}"/>
          </ac:picMkLst>
        </pc:picChg>
      </pc:sldChg>
      <pc:sldChg chg="addSp delSp modSp new mod">
        <pc:chgData name="Juliana Rodriguez Cubillos" userId="0c6f9f27-d47b-4e7a-a25c-efe9aec00c33" providerId="ADAL" clId="{58DD39B8-5BBA-512F-A88A-C25948A58E09}" dt="2026-10-23T20:06:55.246" v="5254" actId="1076"/>
        <pc:sldMkLst>
          <pc:docMk/>
          <pc:sldMk cId="3519578752" sldId="396"/>
        </pc:sldMkLst>
        <pc:spChg chg="add del mod">
          <ac:chgData name="Juliana Rodriguez Cubillos" userId="0c6f9f27-d47b-4e7a-a25c-efe9aec00c33" providerId="ADAL" clId="{58DD39B8-5BBA-512F-A88A-C25948A58E09}" dt="2026-10-23T14:15:11.755" v="3731" actId="20577"/>
          <ac:spMkLst>
            <pc:docMk/>
            <pc:sldMk cId="3519578752" sldId="396"/>
            <ac:spMk id="5" creationId="{2A44936D-7222-D489-AAD8-5D9777DCE2EF}"/>
          </ac:spMkLst>
        </pc:spChg>
        <pc:spChg chg="add mod">
          <ac:chgData name="Juliana Rodriguez Cubillos" userId="0c6f9f27-d47b-4e7a-a25c-efe9aec00c33" providerId="ADAL" clId="{58DD39B8-5BBA-512F-A88A-C25948A58E09}" dt="2026-10-23T20:06:51.262" v="5252" actId="1076"/>
          <ac:spMkLst>
            <pc:docMk/>
            <pc:sldMk cId="3519578752" sldId="396"/>
            <ac:spMk id="6" creationId="{06BB0E84-7149-84CC-E4D2-E55839C98BB3}"/>
          </ac:spMkLst>
        </pc:spChg>
        <pc:spChg chg="add mod">
          <ac:chgData name="Juliana Rodriguez Cubillos" userId="0c6f9f27-d47b-4e7a-a25c-efe9aec00c33" providerId="ADAL" clId="{58DD39B8-5BBA-512F-A88A-C25948A58E09}" dt="2026-10-23T14:18:45.848" v="3957" actId="20577"/>
          <ac:spMkLst>
            <pc:docMk/>
            <pc:sldMk cId="3519578752" sldId="396"/>
            <ac:spMk id="7" creationId="{35619BA4-E4B4-8DA2-C5D5-757CB22E50E9}"/>
          </ac:spMkLst>
        </pc:spChg>
        <pc:spChg chg="add mod">
          <ac:chgData name="Juliana Rodriguez Cubillos" userId="0c6f9f27-d47b-4e7a-a25c-efe9aec00c33" providerId="ADAL" clId="{58DD39B8-5BBA-512F-A88A-C25948A58E09}" dt="2026-10-23T15:46:59.080" v="4976"/>
          <ac:spMkLst>
            <pc:docMk/>
            <pc:sldMk cId="3519578752" sldId="396"/>
            <ac:spMk id="16" creationId="{C923680E-D6A7-798B-0D2C-884DC6360766}"/>
          </ac:spMkLst>
        </pc:spChg>
        <pc:picChg chg="add mod">
          <ac:chgData name="Juliana Rodriguez Cubillos" userId="0c6f9f27-d47b-4e7a-a25c-efe9aec00c33" providerId="ADAL" clId="{58DD39B8-5BBA-512F-A88A-C25948A58E09}" dt="2026-10-23T20:06:43.020" v="5247" actId="1076"/>
          <ac:picMkLst>
            <pc:docMk/>
            <pc:sldMk cId="3519578752" sldId="396"/>
            <ac:picMk id="8" creationId="{B2B18FF4-7BAD-3657-E66A-D0617CCB2E00}"/>
          </ac:picMkLst>
        </pc:picChg>
        <pc:picChg chg="add mod">
          <ac:chgData name="Juliana Rodriguez Cubillos" userId="0c6f9f27-d47b-4e7a-a25c-efe9aec00c33" providerId="ADAL" clId="{58DD39B8-5BBA-512F-A88A-C25948A58E09}" dt="2026-10-23T20:06:49.316" v="5251" actId="1076"/>
          <ac:picMkLst>
            <pc:docMk/>
            <pc:sldMk cId="3519578752" sldId="396"/>
            <ac:picMk id="9" creationId="{BBBC8A24-4A3C-48ED-7C35-6C9079369949}"/>
          </ac:picMkLst>
        </pc:picChg>
      </pc:sldChg>
      <pc:sldChg chg="addSp delSp modSp new mod setBg">
        <pc:chgData name="Juliana Rodriguez Cubillos" userId="0c6f9f27-d47b-4e7a-a25c-efe9aec00c33" providerId="ADAL" clId="{58DD39B8-5BBA-512F-A88A-C25948A58E09}" dt="2026-10-23T20:03:48.657" v="5230" actId="14100"/>
        <pc:sldMkLst>
          <pc:docMk/>
          <pc:sldMk cId="714389572" sldId="397"/>
        </pc:sldMkLst>
        <pc:spChg chg="add del mod">
          <ac:chgData name="Juliana Rodriguez Cubillos" userId="0c6f9f27-d47b-4e7a-a25c-efe9aec00c33" providerId="ADAL" clId="{58DD39B8-5BBA-512F-A88A-C25948A58E09}" dt="2026-10-23T20:03:48.657" v="5230" actId="14100"/>
          <ac:spMkLst>
            <pc:docMk/>
            <pc:sldMk cId="714389572" sldId="397"/>
            <ac:spMk id="15" creationId="{51F6C539-DCDD-24E6-FAB7-D37C55C8EE62}"/>
          </ac:spMkLst>
        </pc:spChg>
        <pc:picChg chg="add mod modCrop">
          <ac:chgData name="Juliana Rodriguez Cubillos" userId="0c6f9f27-d47b-4e7a-a25c-efe9aec00c33" providerId="ADAL" clId="{58DD39B8-5BBA-512F-A88A-C25948A58E09}" dt="2026-10-23T17:27:12.991" v="5170" actId="1076"/>
          <ac:picMkLst>
            <pc:docMk/>
            <pc:sldMk cId="714389572" sldId="397"/>
            <ac:picMk id="14" creationId="{64BBC4B4-685E-C122-DE12-C04988AC860C}"/>
          </ac:picMkLst>
        </pc:picChg>
      </pc:sldChg>
    </pc:docChg>
  </pc:docChgLst>
  <pc:docChgLst>
    <pc:chgData name="Livia Scorza" userId="S::lscorza3@ed.ac.uk::111f9cb8-3b00-47fc-bb12-3e5209207956" providerId="AD" clId="Web-{061450D0-9B53-D5DE-D159-C1C161CA4B4D}"/>
    <pc:docChg chg="mod delSld modSld sldOrd">
      <pc:chgData name="Livia Scorza" userId="S::lscorza3@ed.ac.uk::111f9cb8-3b00-47fc-bb12-3e5209207956" providerId="AD" clId="Web-{061450D0-9B53-D5DE-D159-C1C161CA4B4D}" dt="2026-10-25T22:25:38.732" v="231"/>
      <pc:docMkLst>
        <pc:docMk/>
      </pc:docMkLst>
      <pc:sldChg chg="ord">
        <pc:chgData name="Livia Scorza" userId="S::lscorza3@ed.ac.uk::111f9cb8-3b00-47fc-bb12-3e5209207956" providerId="AD" clId="Web-{061450D0-9B53-D5DE-D159-C1C161CA4B4D}" dt="2026-10-25T21:04:03.378" v="1"/>
        <pc:sldMkLst>
          <pc:docMk/>
          <pc:sldMk cId="0" sldId="256"/>
        </pc:sldMkLst>
      </pc:sldChg>
      <pc:sldChg chg="modNotes">
        <pc:chgData name="Livia Scorza" userId="S::lscorza3@ed.ac.uk::111f9cb8-3b00-47fc-bb12-3e5209207956" providerId="AD" clId="Web-{061450D0-9B53-D5DE-D159-C1C161CA4B4D}" dt="2026-10-25T21:04:14.753" v="3"/>
        <pc:sldMkLst>
          <pc:docMk/>
          <pc:sldMk cId="0" sldId="258"/>
        </pc:sldMkLst>
      </pc:sldChg>
      <pc:sldChg chg="modNotes">
        <pc:chgData name="Livia Scorza" userId="S::lscorza3@ed.ac.uk::111f9cb8-3b00-47fc-bb12-3e5209207956" providerId="AD" clId="Web-{061450D0-9B53-D5DE-D159-C1C161CA4B4D}" dt="2026-10-25T21:04:21.472" v="4"/>
        <pc:sldMkLst>
          <pc:docMk/>
          <pc:sldMk cId="0" sldId="259"/>
        </pc:sldMkLst>
      </pc:sldChg>
      <pc:sldChg chg="modSp">
        <pc:chgData name="Livia Scorza" userId="S::lscorza3@ed.ac.uk::111f9cb8-3b00-47fc-bb12-3e5209207956" providerId="AD" clId="Web-{061450D0-9B53-D5DE-D159-C1C161CA4B4D}" dt="2026-10-25T21:31:24.246" v="73" actId="20577"/>
        <pc:sldMkLst>
          <pc:docMk/>
          <pc:sldMk cId="0" sldId="263"/>
        </pc:sldMkLst>
        <pc:spChg chg="mod">
          <ac:chgData name="Livia Scorza" userId="S::lscorza3@ed.ac.uk::111f9cb8-3b00-47fc-bb12-3e5209207956" providerId="AD" clId="Web-{061450D0-9B53-D5DE-D159-C1C161CA4B4D}" dt="2026-10-25T21:31:24.246" v="73" actId="20577"/>
          <ac:spMkLst>
            <pc:docMk/>
            <pc:sldMk cId="0" sldId="263"/>
            <ac:spMk id="238" creationId="{00000000-0000-0000-0000-000000000000}"/>
          </ac:spMkLst>
        </pc:spChg>
      </pc:sldChg>
      <pc:sldChg chg="modSp">
        <pc:chgData name="Livia Scorza" userId="S::lscorza3@ed.ac.uk::111f9cb8-3b00-47fc-bb12-3e5209207956" providerId="AD" clId="Web-{061450D0-9B53-D5DE-D159-C1C161CA4B4D}" dt="2026-10-25T21:32:18.263" v="76"/>
        <pc:sldMkLst>
          <pc:docMk/>
          <pc:sldMk cId="0" sldId="277"/>
        </pc:sldMkLst>
        <pc:spChg chg="mod">
          <ac:chgData name="Livia Scorza" userId="S::lscorza3@ed.ac.uk::111f9cb8-3b00-47fc-bb12-3e5209207956" providerId="AD" clId="Web-{061450D0-9B53-D5DE-D159-C1C161CA4B4D}" dt="2026-10-25T21:32:18.263" v="76"/>
          <ac:spMkLst>
            <pc:docMk/>
            <pc:sldMk cId="0" sldId="277"/>
            <ac:spMk id="352" creationId="{00000000-0000-0000-0000-000000000000}"/>
          </ac:spMkLst>
        </pc:spChg>
      </pc:sldChg>
      <pc:sldChg chg="modSp">
        <pc:chgData name="Livia Scorza" userId="S::lscorza3@ed.ac.uk::111f9cb8-3b00-47fc-bb12-3e5209207956" providerId="AD" clId="Web-{061450D0-9B53-D5DE-D159-C1C161CA4B4D}" dt="2026-10-25T21:26:36.786" v="7" actId="14100"/>
        <pc:sldMkLst>
          <pc:docMk/>
          <pc:sldMk cId="0" sldId="293"/>
        </pc:sldMkLst>
        <pc:spChg chg="mod">
          <ac:chgData name="Livia Scorza" userId="S::lscorza3@ed.ac.uk::111f9cb8-3b00-47fc-bb12-3e5209207956" providerId="AD" clId="Web-{061450D0-9B53-D5DE-D159-C1C161CA4B4D}" dt="2026-10-25T21:26:36.786" v="7" actId="14100"/>
          <ac:spMkLst>
            <pc:docMk/>
            <pc:sldMk cId="0" sldId="293"/>
            <ac:spMk id="535" creationId="{00000000-0000-0000-0000-000000000000}"/>
          </ac:spMkLst>
        </pc:spChg>
      </pc:sldChg>
      <pc:sldChg chg="modSp modNotes">
        <pc:chgData name="Livia Scorza" userId="S::lscorza3@ed.ac.uk::111f9cb8-3b00-47fc-bb12-3e5209207956" providerId="AD" clId="Web-{061450D0-9B53-D5DE-D159-C1C161CA4B4D}" dt="2026-10-25T21:43:57.843" v="96" actId="20577"/>
        <pc:sldMkLst>
          <pc:docMk/>
          <pc:sldMk cId="0" sldId="314"/>
        </pc:sldMkLst>
        <pc:spChg chg="mod">
          <ac:chgData name="Livia Scorza" userId="S::lscorza3@ed.ac.uk::111f9cb8-3b00-47fc-bb12-3e5209207956" providerId="AD" clId="Web-{061450D0-9B53-D5DE-D159-C1C161CA4B4D}" dt="2026-10-25T21:43:57.843" v="96" actId="20577"/>
          <ac:spMkLst>
            <pc:docMk/>
            <pc:sldMk cId="0" sldId="314"/>
            <ac:spMk id="728" creationId="{00000000-0000-0000-0000-000000000000}"/>
          </ac:spMkLst>
        </pc:spChg>
      </pc:sldChg>
      <pc:sldChg chg="delSp">
        <pc:chgData name="Livia Scorza" userId="S::lscorza3@ed.ac.uk::111f9cb8-3b00-47fc-bb12-3e5209207956" providerId="AD" clId="Web-{061450D0-9B53-D5DE-D159-C1C161CA4B4D}" dt="2026-10-25T22:14:00.753" v="169"/>
        <pc:sldMkLst>
          <pc:docMk/>
          <pc:sldMk cId="0" sldId="318"/>
        </pc:sldMkLst>
      </pc:sldChg>
      <pc:sldChg chg="addSp delSp modSp">
        <pc:chgData name="Livia Scorza" userId="S::lscorza3@ed.ac.uk::111f9cb8-3b00-47fc-bb12-3e5209207956" providerId="AD" clId="Web-{061450D0-9B53-D5DE-D159-C1C161CA4B4D}" dt="2026-10-25T22:12:49.532" v="168"/>
        <pc:sldMkLst>
          <pc:docMk/>
          <pc:sldMk cId="0" sldId="320"/>
        </pc:sldMkLst>
        <pc:spChg chg="mod">
          <ac:chgData name="Livia Scorza" userId="S::lscorza3@ed.ac.uk::111f9cb8-3b00-47fc-bb12-3e5209207956" providerId="AD" clId="Web-{061450D0-9B53-D5DE-D159-C1C161CA4B4D}" dt="2026-10-25T22:12:00.296" v="160" actId="20577"/>
          <ac:spMkLst>
            <pc:docMk/>
            <pc:sldMk cId="0" sldId="320"/>
            <ac:spMk id="865" creationId="{00000000-0000-0000-0000-000000000000}"/>
          </ac:spMkLst>
        </pc:spChg>
        <pc:grpChg chg="add">
          <ac:chgData name="Livia Scorza" userId="S::lscorza3@ed.ac.uk::111f9cb8-3b00-47fc-bb12-3e5209207956" providerId="AD" clId="Web-{061450D0-9B53-D5DE-D159-C1C161CA4B4D}" dt="2026-10-25T22:12:49.532" v="168"/>
          <ac:grpSpMkLst>
            <pc:docMk/>
            <pc:sldMk cId="0" sldId="320"/>
            <ac:grpSpMk id="15" creationId="{C2722982-AC44-9398-E32A-63DB0265DEEB}"/>
          </ac:grpSpMkLst>
        </pc:grpChg>
        <pc:picChg chg="add del">
          <ac:chgData name="Livia Scorza" userId="S::lscorza3@ed.ac.uk::111f9cb8-3b00-47fc-bb12-3e5209207956" providerId="AD" clId="Web-{061450D0-9B53-D5DE-D159-C1C161CA4B4D}" dt="2026-10-25T22:12:33.719" v="165"/>
          <ac:picMkLst>
            <pc:docMk/>
            <pc:sldMk cId="0" sldId="320"/>
            <ac:picMk id="862" creationId="{00000000-0000-0000-0000-000000000000}"/>
          </ac:picMkLst>
        </pc:picChg>
      </pc:sldChg>
      <pc:sldChg chg="modSp">
        <pc:chgData name="Livia Scorza" userId="S::lscorza3@ed.ac.uk::111f9cb8-3b00-47fc-bb12-3e5209207956" providerId="AD" clId="Web-{061450D0-9B53-D5DE-D159-C1C161CA4B4D}" dt="2026-10-25T22:15:52.600" v="207" actId="20577"/>
        <pc:sldMkLst>
          <pc:docMk/>
          <pc:sldMk cId="2090838546" sldId="323"/>
        </pc:sldMkLst>
        <pc:spChg chg="mod">
          <ac:chgData name="Livia Scorza" userId="S::lscorza3@ed.ac.uk::111f9cb8-3b00-47fc-bb12-3e5209207956" providerId="AD" clId="Web-{061450D0-9B53-D5DE-D159-C1C161CA4B4D}" dt="2026-10-25T22:15:52.600" v="207" actId="20577"/>
          <ac:spMkLst>
            <pc:docMk/>
            <pc:sldMk cId="2090838546" sldId="323"/>
            <ac:spMk id="3" creationId="{B067C6F7-AA50-4FE9-84EA-78EEE6F521F9}"/>
          </ac:spMkLst>
        </pc:spChg>
      </pc:sldChg>
      <pc:sldChg chg="modSp">
        <pc:chgData name="Livia Scorza" userId="S::lscorza3@ed.ac.uk::111f9cb8-3b00-47fc-bb12-3e5209207956" providerId="AD" clId="Web-{061450D0-9B53-D5DE-D159-C1C161CA4B4D}" dt="2026-10-25T21:37:33.663" v="79" actId="20577"/>
        <pc:sldMkLst>
          <pc:docMk/>
          <pc:sldMk cId="3289095634" sldId="339"/>
        </pc:sldMkLst>
        <pc:spChg chg="mod">
          <ac:chgData name="Livia Scorza" userId="S::lscorza3@ed.ac.uk::111f9cb8-3b00-47fc-bb12-3e5209207956" providerId="AD" clId="Web-{061450D0-9B53-D5DE-D159-C1C161CA4B4D}" dt="2026-10-25T21:37:33.663" v="79" actId="20577"/>
          <ac:spMkLst>
            <pc:docMk/>
            <pc:sldMk cId="3289095634" sldId="339"/>
            <ac:spMk id="5" creationId="{3B456C03-AD85-4C0E-8A8C-1BB4710AB3DC}"/>
          </ac:spMkLst>
        </pc:spChg>
      </pc:sldChg>
      <pc:sldChg chg="ord">
        <pc:chgData name="Livia Scorza" userId="S::lscorza3@ed.ac.uk::111f9cb8-3b00-47fc-bb12-3e5209207956" providerId="AD" clId="Web-{061450D0-9B53-D5DE-D159-C1C161CA4B4D}" dt="2026-10-25T22:08:04.195" v="101"/>
        <pc:sldMkLst>
          <pc:docMk/>
          <pc:sldMk cId="229355214" sldId="347"/>
        </pc:sldMkLst>
      </pc:sldChg>
      <pc:sldChg chg="modSp">
        <pc:chgData name="Livia Scorza" userId="S::lscorza3@ed.ac.uk::111f9cb8-3b00-47fc-bb12-3e5209207956" providerId="AD" clId="Web-{061450D0-9B53-D5DE-D159-C1C161CA4B4D}" dt="2026-10-25T21:28:34.992" v="58" actId="20577"/>
        <pc:sldMkLst>
          <pc:docMk/>
          <pc:sldMk cId="819185563" sldId="350"/>
        </pc:sldMkLst>
        <pc:spChg chg="mod">
          <ac:chgData name="Livia Scorza" userId="S::lscorza3@ed.ac.uk::111f9cb8-3b00-47fc-bb12-3e5209207956" providerId="AD" clId="Web-{061450D0-9B53-D5DE-D159-C1C161CA4B4D}" dt="2026-10-25T21:28:34.992" v="58" actId="20577"/>
          <ac:spMkLst>
            <pc:docMk/>
            <pc:sldMk cId="819185563" sldId="350"/>
            <ac:spMk id="5" creationId="{A1D14A68-A801-F5E2-0205-126F7AC89CE4}"/>
          </ac:spMkLst>
        </pc:spChg>
      </pc:sldChg>
      <pc:sldChg chg="modSp">
        <pc:chgData name="Livia Scorza" userId="S::lscorza3@ed.ac.uk::111f9cb8-3b00-47fc-bb12-3e5209207956" providerId="AD" clId="Web-{061450D0-9B53-D5DE-D159-C1C161CA4B4D}" dt="2026-10-25T22:18:28.698" v="209" actId="20577"/>
        <pc:sldMkLst>
          <pc:docMk/>
          <pc:sldMk cId="1263610918" sldId="364"/>
        </pc:sldMkLst>
        <pc:spChg chg="mod">
          <ac:chgData name="Livia Scorza" userId="S::lscorza3@ed.ac.uk::111f9cb8-3b00-47fc-bb12-3e5209207956" providerId="AD" clId="Web-{061450D0-9B53-D5DE-D159-C1C161CA4B4D}" dt="2026-10-25T22:18:28.698" v="209" actId="20577"/>
          <ac:spMkLst>
            <pc:docMk/>
            <pc:sldMk cId="1263610918" sldId="364"/>
            <ac:spMk id="3" creationId="{B067C6F7-AA50-4FE9-84EA-78EEE6F521F9}"/>
          </ac:spMkLst>
        </pc:spChg>
      </pc:sldChg>
      <pc:sldChg chg="modSp">
        <pc:chgData name="Livia Scorza" userId="S::lscorza3@ed.ac.uk::111f9cb8-3b00-47fc-bb12-3e5209207956" providerId="AD" clId="Web-{061450D0-9B53-D5DE-D159-C1C161CA4B4D}" dt="2026-10-25T22:19:17.199" v="211" actId="20577"/>
        <pc:sldMkLst>
          <pc:docMk/>
          <pc:sldMk cId="2338865170" sldId="365"/>
        </pc:sldMkLst>
        <pc:spChg chg="mod">
          <ac:chgData name="Livia Scorza" userId="S::lscorza3@ed.ac.uk::111f9cb8-3b00-47fc-bb12-3e5209207956" providerId="AD" clId="Web-{061450D0-9B53-D5DE-D159-C1C161CA4B4D}" dt="2026-10-25T22:19:17.199" v="211" actId="20577"/>
          <ac:spMkLst>
            <pc:docMk/>
            <pc:sldMk cId="2338865170" sldId="365"/>
            <ac:spMk id="3" creationId="{B067C6F7-AA50-4FE9-84EA-78EEE6F521F9}"/>
          </ac:spMkLst>
        </pc:spChg>
      </pc:sldChg>
      <pc:sldChg chg="modSp">
        <pc:chgData name="Livia Scorza" userId="S::lscorza3@ed.ac.uk::111f9cb8-3b00-47fc-bb12-3e5209207956" providerId="AD" clId="Web-{061450D0-9B53-D5DE-D159-C1C161CA4B4D}" dt="2026-10-25T22:24:39.213" v="230" actId="20577"/>
        <pc:sldMkLst>
          <pc:docMk/>
          <pc:sldMk cId="3338357768" sldId="368"/>
        </pc:sldMkLst>
        <pc:spChg chg="mod">
          <ac:chgData name="Livia Scorza" userId="S::lscorza3@ed.ac.uk::111f9cb8-3b00-47fc-bb12-3e5209207956" providerId="AD" clId="Web-{061450D0-9B53-D5DE-D159-C1C161CA4B4D}" dt="2026-10-25T22:24:39.213" v="230" actId="20577"/>
          <ac:spMkLst>
            <pc:docMk/>
            <pc:sldMk cId="3338357768" sldId="368"/>
            <ac:spMk id="3" creationId="{B067C6F7-AA50-4FE9-84EA-78EEE6F521F9}"/>
          </ac:spMkLst>
        </pc:spChg>
      </pc:sldChg>
      <pc:sldChg chg="modSp">
        <pc:chgData name="Livia Scorza" userId="S::lscorza3@ed.ac.uk::111f9cb8-3b00-47fc-bb12-3e5209207956" providerId="AD" clId="Web-{061450D0-9B53-D5DE-D159-C1C161CA4B4D}" dt="2026-10-25T21:05:59.209" v="5" actId="20577"/>
        <pc:sldMkLst>
          <pc:docMk/>
          <pc:sldMk cId="3519578752" sldId="396"/>
        </pc:sldMkLst>
        <pc:spChg chg="mod">
          <ac:chgData name="Livia Scorza" userId="S::lscorza3@ed.ac.uk::111f9cb8-3b00-47fc-bb12-3e5209207956" providerId="AD" clId="Web-{061450D0-9B53-D5DE-D159-C1C161CA4B4D}" dt="2026-10-25T21:05:59.209" v="5" actId="20577"/>
          <ac:spMkLst>
            <pc:docMk/>
            <pc:sldMk cId="3519578752" sldId="396"/>
            <ac:spMk id="6" creationId="{06BB0E84-7149-84CC-E4D2-E55839C98BB3}"/>
          </ac:spMkLst>
        </pc:spChg>
      </pc:sldChg>
    </pc:docChg>
  </pc:docChgLst>
  <pc:docChgLst>
    <pc:chgData name="Juliana Rodriguez Cubillos" userId="S::s2531396@ed.ac.uk::0c6f9f27-d47b-4e7a-a25c-efe9aec00c33" providerId="AD" clId="Web-{29D140FA-57E8-AC58-C0DB-A72E6486AEB3}"/>
    <pc:docChg chg="modSld">
      <pc:chgData name="Juliana Rodriguez Cubillos" userId="S::s2531396@ed.ac.uk::0c6f9f27-d47b-4e7a-a25c-efe9aec00c33" providerId="AD" clId="Web-{29D140FA-57E8-AC58-C0DB-A72E6486AEB3}" dt="2026-10-23T09:37:43.059" v="214"/>
      <pc:docMkLst>
        <pc:docMk/>
      </pc:docMkLst>
      <pc:sldChg chg="addSp delSp modSp">
        <pc:chgData name="Juliana Rodriguez Cubillos" userId="S::s2531396@ed.ac.uk::0c6f9f27-d47b-4e7a-a25c-efe9aec00c33" providerId="AD" clId="Web-{29D140FA-57E8-AC58-C0DB-A72E6486AEB3}" dt="2026-10-23T09:37:43.059" v="214"/>
        <pc:sldMkLst>
          <pc:docMk/>
          <pc:sldMk cId="3551033009" sldId="358"/>
        </pc:sldMkLst>
        <pc:spChg chg="mod">
          <ac:chgData name="Juliana Rodriguez Cubillos" userId="S::s2531396@ed.ac.uk::0c6f9f27-d47b-4e7a-a25c-efe9aec00c33" providerId="AD" clId="Web-{29D140FA-57E8-AC58-C0DB-A72E6486AEB3}" dt="2026-10-23T09:31:03.730" v="211" actId="1076"/>
          <ac:spMkLst>
            <pc:docMk/>
            <pc:sldMk cId="3551033009" sldId="358"/>
            <ac:spMk id="3" creationId="{6B7157F7-38F2-6743-674F-56CAAE9A5396}"/>
          </ac:spMkLst>
        </pc:spChg>
        <pc:spChg chg="add mod">
          <ac:chgData name="Juliana Rodriguez Cubillos" userId="S::s2531396@ed.ac.uk::0c6f9f27-d47b-4e7a-a25c-efe9aec00c33" providerId="AD" clId="Web-{29D140FA-57E8-AC58-C0DB-A72E6486AEB3}" dt="2026-10-23T09:30:22.680" v="204" actId="1076"/>
          <ac:spMkLst>
            <pc:docMk/>
            <pc:sldMk cId="3551033009" sldId="358"/>
            <ac:spMk id="5" creationId="{77D094D9-DE07-2614-4E8E-E672A843499F}"/>
          </ac:spMkLst>
        </pc:spChg>
        <pc:picChg chg="add mod modCrop">
          <ac:chgData name="Juliana Rodriguez Cubillos" userId="S::s2531396@ed.ac.uk::0c6f9f27-d47b-4e7a-a25c-efe9aec00c33" providerId="AD" clId="Web-{29D140FA-57E8-AC58-C0DB-A72E6486AEB3}" dt="2026-10-23T09:31:06.105" v="212" actId="1076"/>
          <ac:picMkLst>
            <pc:docMk/>
            <pc:sldMk cId="3551033009" sldId="358"/>
            <ac:picMk id="6" creationId="{ED8292E1-7D7A-7C54-C599-15B04B43AF7A}"/>
          </ac:picMkLst>
        </pc:picChg>
      </pc:sldChg>
    </pc:docChg>
  </pc:docChgLst>
</pc:chgInfo>
</file>

<file path=ppt/comments/modernComment_15B_DABAEC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8A6297-1170-BF4B-892E-93F4EFE3CA1F}" authorId="{19C239C6-098D-4E51-E404-6DFB3521C0C0}" created="2026-10-23T15:43:18">
    <pc:sldMkLst xmlns:pc="http://schemas.microsoft.com/office/powerpoint/2013/main/command">
      <pc:docMk/>
      <pc:sldMk cId="229355214" sldId="347"/>
    </pc:sldMkLst>
    <p188:replyLst>
      <p188:reply id="{3EF35D3F-C318-462A-8B09-0C5D58A0092D}" authorId="{1E3CF04C-70AD-A42A-222C-62FD477ECDF0}" created="2026-10-25T22:09:06.134">
        <p188:txBody>
          <a:bodyPr/>
          <a:lstStyle/>
          <a:p>
            <a:r>
              <a:rPr lang="en-GB"/>
              <a:t>[@Juliana Rodriguez Cubillos] I moved as I think it's better here</a:t>
            </a:r>
          </a:p>
        </p188:txBody>
      </p188:reply>
    </p188:replyLst>
    <p188:txBody>
      <a:bodyPr/>
      <a:lstStyle/>
      <a:p>
        <a:r>
          <a:rPr lang="en-US"/>
          <a:t>Sorry Livia, I'm not sure if you meant to move this slide or if was my mistake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svg"/><Relationship Id="rId1" Type="http://schemas.openxmlformats.org/officeDocument/2006/relationships/image" Target="../media/image5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2" Type="http://schemas.openxmlformats.org/officeDocument/2006/relationships/image" Target="../media/image90.svg"/><Relationship Id="rId1" Type="http://schemas.openxmlformats.org/officeDocument/2006/relationships/image" Target="../media/image89.svg"/><Relationship Id="rId6" Type="http://schemas.openxmlformats.org/officeDocument/2006/relationships/image" Target="../media/image94.svg"/><Relationship Id="rId5" Type="http://schemas.openxmlformats.org/officeDocument/2006/relationships/image" Target="../media/image93.svg"/><Relationship Id="rId4" Type="http://schemas.openxmlformats.org/officeDocument/2006/relationships/image" Target="../media/image9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svg"/><Relationship Id="rId2" Type="http://schemas.openxmlformats.org/officeDocument/2006/relationships/image" Target="../media/image104.svg"/><Relationship Id="rId1" Type="http://schemas.openxmlformats.org/officeDocument/2006/relationships/image" Target="../media/image10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svg"/><Relationship Id="rId1" Type="http://schemas.openxmlformats.org/officeDocument/2006/relationships/image" Target="../media/image5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2" Type="http://schemas.openxmlformats.org/officeDocument/2006/relationships/image" Target="../media/image90.svg"/><Relationship Id="rId1" Type="http://schemas.openxmlformats.org/officeDocument/2006/relationships/image" Target="../media/image89.svg"/><Relationship Id="rId6" Type="http://schemas.openxmlformats.org/officeDocument/2006/relationships/image" Target="../media/image94.svg"/><Relationship Id="rId5" Type="http://schemas.openxmlformats.org/officeDocument/2006/relationships/image" Target="../media/image93.svg"/><Relationship Id="rId4" Type="http://schemas.openxmlformats.org/officeDocument/2006/relationships/image" Target="../media/image9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svg"/><Relationship Id="rId2" Type="http://schemas.openxmlformats.org/officeDocument/2006/relationships/image" Target="../media/image104.svg"/><Relationship Id="rId1" Type="http://schemas.openxmlformats.org/officeDocument/2006/relationships/image" Target="../media/image10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E46C18-3609-4D38-9A31-C4C44C4D799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200947-EF76-4B67-88F4-B2604FD068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Find files quickly</a:t>
          </a:r>
        </a:p>
      </dgm:t>
    </dgm:pt>
    <dgm:pt modelId="{420B17B0-E8B4-449B-B2B4-9D43025B7239}" type="parTrans" cxnId="{D800C505-F51C-4F41-BEE0-3BDB8E084953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393F866-6A38-4CA8-AC3C-75759418AE29}" type="sibTrans" cxnId="{D800C505-F51C-4F41-BEE0-3BDB8E084953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82770EE-2E2C-4201-87EE-27FC2C846D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Ability to tell the file content without opening it</a:t>
          </a:r>
        </a:p>
      </dgm:t>
    </dgm:pt>
    <dgm:pt modelId="{0B842275-26D5-4D01-ADA1-E770CDFE183C}" type="parTrans" cxnId="{8DD1E81E-A0C9-48D0-8E63-77A192D81D26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6925FBB-3148-44D9-B99B-E86201702D00}" type="sibTrans" cxnId="{8DD1E81E-A0C9-48D0-8E63-77A192D81D26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6B243A6-F245-444F-AB8F-9B754E66D05A}" type="pres">
      <dgm:prSet presAssocID="{32E46C18-3609-4D38-9A31-C4C44C4D7996}" presName="root" presStyleCnt="0">
        <dgm:presLayoutVars>
          <dgm:dir/>
          <dgm:resizeHandles val="exact"/>
        </dgm:presLayoutVars>
      </dgm:prSet>
      <dgm:spPr/>
    </dgm:pt>
    <dgm:pt modelId="{819FF9E5-CD72-471C-B9EE-F76DF4037289}" type="pres">
      <dgm:prSet presAssocID="{9A200947-EF76-4B67-88F4-B2604FD068BC}" presName="compNode" presStyleCnt="0"/>
      <dgm:spPr/>
    </dgm:pt>
    <dgm:pt modelId="{7323E2F4-2A15-421B-8681-770B43235805}" type="pres">
      <dgm:prSet presAssocID="{9A200947-EF76-4B67-88F4-B2604FD068B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814498E-261C-4314-9375-E6590FA431E5}" type="pres">
      <dgm:prSet presAssocID="{9A200947-EF76-4B67-88F4-B2604FD068BC}" presName="spaceRect" presStyleCnt="0"/>
      <dgm:spPr/>
    </dgm:pt>
    <dgm:pt modelId="{A0C6AF6E-3FB2-4374-BED6-80C6540D21E3}" type="pres">
      <dgm:prSet presAssocID="{9A200947-EF76-4B67-88F4-B2604FD068BC}" presName="textRect" presStyleLbl="revTx" presStyleIdx="0" presStyleCnt="2">
        <dgm:presLayoutVars>
          <dgm:chMax val="1"/>
          <dgm:chPref val="1"/>
        </dgm:presLayoutVars>
      </dgm:prSet>
      <dgm:spPr/>
    </dgm:pt>
    <dgm:pt modelId="{654BEBAA-7374-4D8C-A180-5CAA22B90758}" type="pres">
      <dgm:prSet presAssocID="{C393F866-6A38-4CA8-AC3C-75759418AE29}" presName="sibTrans" presStyleCnt="0"/>
      <dgm:spPr/>
    </dgm:pt>
    <dgm:pt modelId="{EA70250E-765C-46ED-BBE6-0E8CB26DE38C}" type="pres">
      <dgm:prSet presAssocID="{282770EE-2E2C-4201-87EE-27FC2C846D2C}" presName="compNode" presStyleCnt="0"/>
      <dgm:spPr/>
    </dgm:pt>
    <dgm:pt modelId="{B28132A7-6EF7-4DC4-9127-89229CE74DA7}" type="pres">
      <dgm:prSet presAssocID="{282770EE-2E2C-4201-87EE-27FC2C846D2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CFE7F76-8C62-47A0-A425-F15BCB9651E7}" type="pres">
      <dgm:prSet presAssocID="{282770EE-2E2C-4201-87EE-27FC2C846D2C}" presName="spaceRect" presStyleCnt="0"/>
      <dgm:spPr/>
    </dgm:pt>
    <dgm:pt modelId="{4F10A6F5-EF3E-4F57-8EBF-AAFE13381C35}" type="pres">
      <dgm:prSet presAssocID="{282770EE-2E2C-4201-87EE-27FC2C846D2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800C505-F51C-4F41-BEE0-3BDB8E084953}" srcId="{32E46C18-3609-4D38-9A31-C4C44C4D7996}" destId="{9A200947-EF76-4B67-88F4-B2604FD068BC}" srcOrd="0" destOrd="0" parTransId="{420B17B0-E8B4-449B-B2B4-9D43025B7239}" sibTransId="{C393F866-6A38-4CA8-AC3C-75759418AE29}"/>
    <dgm:cxn modelId="{8DD1E81E-A0C9-48D0-8E63-77A192D81D26}" srcId="{32E46C18-3609-4D38-9A31-C4C44C4D7996}" destId="{282770EE-2E2C-4201-87EE-27FC2C846D2C}" srcOrd="1" destOrd="0" parTransId="{0B842275-26D5-4D01-ADA1-E770CDFE183C}" sibTransId="{F6925FBB-3148-44D9-B99B-E86201702D00}"/>
    <dgm:cxn modelId="{74F9C82C-A3A3-4FC4-9862-B7433A01735B}" type="presOf" srcId="{9A200947-EF76-4B67-88F4-B2604FD068BC}" destId="{A0C6AF6E-3FB2-4374-BED6-80C6540D21E3}" srcOrd="0" destOrd="0" presId="urn:microsoft.com/office/officeart/2018/2/layout/IconLabelList"/>
    <dgm:cxn modelId="{A8545392-5E78-4864-A119-23F2E90B3E20}" type="presOf" srcId="{282770EE-2E2C-4201-87EE-27FC2C846D2C}" destId="{4F10A6F5-EF3E-4F57-8EBF-AAFE13381C35}" srcOrd="0" destOrd="0" presId="urn:microsoft.com/office/officeart/2018/2/layout/IconLabelList"/>
    <dgm:cxn modelId="{2717EFCC-AD0D-462D-AD9B-AC841B3AE4EF}" type="presOf" srcId="{32E46C18-3609-4D38-9A31-C4C44C4D7996}" destId="{56B243A6-F245-444F-AB8F-9B754E66D05A}" srcOrd="0" destOrd="0" presId="urn:microsoft.com/office/officeart/2018/2/layout/IconLabelList"/>
    <dgm:cxn modelId="{DF005439-3C5D-403D-979B-ED0F7C26E365}" type="presParOf" srcId="{56B243A6-F245-444F-AB8F-9B754E66D05A}" destId="{819FF9E5-CD72-471C-B9EE-F76DF4037289}" srcOrd="0" destOrd="0" presId="urn:microsoft.com/office/officeart/2018/2/layout/IconLabelList"/>
    <dgm:cxn modelId="{7CD16E22-2066-4B4F-9999-71B010B04ED3}" type="presParOf" srcId="{819FF9E5-CD72-471C-B9EE-F76DF4037289}" destId="{7323E2F4-2A15-421B-8681-770B43235805}" srcOrd="0" destOrd="0" presId="urn:microsoft.com/office/officeart/2018/2/layout/IconLabelList"/>
    <dgm:cxn modelId="{B3337939-0CF6-4DA9-B2FE-E313DD274F1D}" type="presParOf" srcId="{819FF9E5-CD72-471C-B9EE-F76DF4037289}" destId="{D814498E-261C-4314-9375-E6590FA431E5}" srcOrd="1" destOrd="0" presId="urn:microsoft.com/office/officeart/2018/2/layout/IconLabelList"/>
    <dgm:cxn modelId="{DC7DAA11-F28D-489E-90D5-B8BE84333A03}" type="presParOf" srcId="{819FF9E5-CD72-471C-B9EE-F76DF4037289}" destId="{A0C6AF6E-3FB2-4374-BED6-80C6540D21E3}" srcOrd="2" destOrd="0" presId="urn:microsoft.com/office/officeart/2018/2/layout/IconLabelList"/>
    <dgm:cxn modelId="{3106DD0F-EFB6-4D47-AA87-C26AAE372EB2}" type="presParOf" srcId="{56B243A6-F245-444F-AB8F-9B754E66D05A}" destId="{654BEBAA-7374-4D8C-A180-5CAA22B90758}" srcOrd="1" destOrd="0" presId="urn:microsoft.com/office/officeart/2018/2/layout/IconLabelList"/>
    <dgm:cxn modelId="{18069453-DB19-4A63-B941-A6128236C230}" type="presParOf" srcId="{56B243A6-F245-444F-AB8F-9B754E66D05A}" destId="{EA70250E-765C-46ED-BBE6-0E8CB26DE38C}" srcOrd="2" destOrd="0" presId="urn:microsoft.com/office/officeart/2018/2/layout/IconLabelList"/>
    <dgm:cxn modelId="{052962E2-948B-4658-A91B-4AC27F7DD084}" type="presParOf" srcId="{EA70250E-765C-46ED-BBE6-0E8CB26DE38C}" destId="{B28132A7-6EF7-4DC4-9127-89229CE74DA7}" srcOrd="0" destOrd="0" presId="urn:microsoft.com/office/officeart/2018/2/layout/IconLabelList"/>
    <dgm:cxn modelId="{80120709-B6B8-4DB0-A539-E63C73B52747}" type="presParOf" srcId="{EA70250E-765C-46ED-BBE6-0E8CB26DE38C}" destId="{2CFE7F76-8C62-47A0-A425-F15BCB9651E7}" srcOrd="1" destOrd="0" presId="urn:microsoft.com/office/officeart/2018/2/layout/IconLabelList"/>
    <dgm:cxn modelId="{3C59015C-1A82-4238-A173-239213E771A1}" type="presParOf" srcId="{EA70250E-765C-46ED-BBE6-0E8CB26DE38C}" destId="{4F10A6F5-EF3E-4F57-8EBF-AAFE13381C3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66641B-1BCA-455C-B608-14210CB5DFD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233569-323F-4E0A-84D4-3F3337949116}">
      <dgm:prSet/>
      <dgm:spPr/>
      <dgm:t>
        <a:bodyPr/>
        <a:lstStyle/>
        <a:p>
          <a:r>
            <a:rPr lang="pl-PL"/>
            <a:t>U</a:t>
          </a:r>
          <a:r>
            <a:rPr lang="en-GB"/>
            <a:t>se .csv or .xls files for numerical data. </a:t>
          </a:r>
          <a:r>
            <a:rPr lang="en-GB" b="1"/>
            <a:t>Never</a:t>
          </a:r>
          <a:r>
            <a:rPr lang="en-GB"/>
            <a:t> share data tables as word or pdf</a:t>
          </a:r>
          <a:endParaRPr lang="en-US"/>
        </a:p>
      </dgm:t>
    </dgm:pt>
    <dgm:pt modelId="{EFA84A9C-EA9E-40BD-96D5-EE93B269C549}" type="parTrans" cxnId="{4173AC29-5BDF-4003-8AD4-AA20B9278046}">
      <dgm:prSet/>
      <dgm:spPr/>
      <dgm:t>
        <a:bodyPr/>
        <a:lstStyle/>
        <a:p>
          <a:endParaRPr lang="en-US"/>
        </a:p>
      </dgm:t>
    </dgm:pt>
    <dgm:pt modelId="{440A53FB-43D0-4813-A87E-3AA8CDFE771F}" type="sibTrans" cxnId="{4173AC29-5BDF-4003-8AD4-AA20B927804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639637D-7458-4EF8-ADDE-F8B0B9A02DE3}">
      <dgm:prSet/>
      <dgm:spPr/>
      <dgm:t>
        <a:bodyPr/>
        <a:lstStyle/>
        <a:p>
          <a:r>
            <a:rPr lang="en-GB"/>
            <a:t>Provide underlying numerical data for all plots and graphs</a:t>
          </a:r>
          <a:endParaRPr lang="en-US"/>
        </a:p>
      </dgm:t>
    </dgm:pt>
    <dgm:pt modelId="{4C5C281A-E37B-4D97-B6AB-EC8FEC15B2C7}" type="parTrans" cxnId="{9C7D6E10-AB5D-4AE1-9FA2-921A0D91FC4E}">
      <dgm:prSet/>
      <dgm:spPr/>
      <dgm:t>
        <a:bodyPr/>
        <a:lstStyle/>
        <a:p>
          <a:endParaRPr lang="en-US"/>
        </a:p>
      </dgm:t>
    </dgm:pt>
    <dgm:pt modelId="{088947A2-EBE4-4FA3-A4BD-05780EE7C83B}" type="sibTrans" cxnId="{9C7D6E10-AB5D-4AE1-9FA2-921A0D91FC4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B9DBB94-856E-481C-8865-0AAA88B18093}">
      <dgm:prSet/>
      <dgm:spPr/>
      <dgm:t>
        <a:bodyPr/>
        <a:lstStyle/>
        <a:p>
          <a:r>
            <a:rPr lang="en-GB"/>
            <a:t>Use common file formats (domain specific)</a:t>
          </a:r>
          <a:endParaRPr lang="en-US"/>
        </a:p>
      </dgm:t>
    </dgm:pt>
    <dgm:pt modelId="{F1CA8F26-8AB6-4F70-812B-4895B2F62DA7}" type="parTrans" cxnId="{CC06F717-D6E0-4A96-B51D-9D120144E9D1}">
      <dgm:prSet/>
      <dgm:spPr/>
      <dgm:t>
        <a:bodyPr/>
        <a:lstStyle/>
        <a:p>
          <a:endParaRPr lang="en-US"/>
        </a:p>
      </dgm:t>
    </dgm:pt>
    <dgm:pt modelId="{45A1DA7A-6432-4A8F-B149-43458CB9B571}" type="sibTrans" cxnId="{CC06F717-D6E0-4A96-B51D-9D120144E9D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4352F75-7478-4E35-83E3-677310A6FC43}">
      <dgm:prSet/>
      <dgm:spPr/>
      <dgm:t>
        <a:bodyPr/>
        <a:lstStyle/>
        <a:p>
          <a:r>
            <a:rPr lang="en-GB"/>
            <a:t>Convert proprietary binary formats to open ones. For example convert Snapgene to Genbank/SBOL, microscopy multistack images to OME-TIFF</a:t>
          </a:r>
          <a:endParaRPr lang="en-US"/>
        </a:p>
      </dgm:t>
    </dgm:pt>
    <dgm:pt modelId="{12587E80-720F-429D-8FA1-405AC935DFFB}" type="parTrans" cxnId="{A2A7AFEB-8C90-4F75-BB06-B3B00E6A32BA}">
      <dgm:prSet/>
      <dgm:spPr/>
      <dgm:t>
        <a:bodyPr/>
        <a:lstStyle/>
        <a:p>
          <a:endParaRPr lang="en-US"/>
        </a:p>
      </dgm:t>
    </dgm:pt>
    <dgm:pt modelId="{732E56C4-5950-4C4D-B65B-BFF35D5610E4}" type="sibTrans" cxnId="{A2A7AFEB-8C90-4F75-BB06-B3B00E6A32B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4C99C2E1-1BD3-5548-A3DC-2A36858C9F59}" type="pres">
      <dgm:prSet presAssocID="{6866641B-1BCA-455C-B608-14210CB5DFD0}" presName="Name0" presStyleCnt="0">
        <dgm:presLayoutVars>
          <dgm:animLvl val="lvl"/>
          <dgm:resizeHandles val="exact"/>
        </dgm:presLayoutVars>
      </dgm:prSet>
      <dgm:spPr/>
    </dgm:pt>
    <dgm:pt modelId="{BC3B2FE4-94EE-1A43-BFB8-8E65FCDF6C56}" type="pres">
      <dgm:prSet presAssocID="{CB233569-323F-4E0A-84D4-3F3337949116}" presName="compositeNode" presStyleCnt="0">
        <dgm:presLayoutVars>
          <dgm:bulletEnabled val="1"/>
        </dgm:presLayoutVars>
      </dgm:prSet>
      <dgm:spPr/>
    </dgm:pt>
    <dgm:pt modelId="{9CD82DFB-458A-B648-81B4-57E4C33A7C72}" type="pres">
      <dgm:prSet presAssocID="{CB233569-323F-4E0A-84D4-3F3337949116}" presName="bgRect" presStyleLbl="bgAccFollowNode1" presStyleIdx="0" presStyleCnt="4"/>
      <dgm:spPr/>
    </dgm:pt>
    <dgm:pt modelId="{2C2EBDED-DC96-2D4A-AAAC-604FBFC69189}" type="pres">
      <dgm:prSet presAssocID="{440A53FB-43D0-4813-A87E-3AA8CDFE771F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FE230727-86E5-5648-A06D-0220150B2EAE}" type="pres">
      <dgm:prSet presAssocID="{CB233569-323F-4E0A-84D4-3F3337949116}" presName="bottomLine" presStyleLbl="alignNode1" presStyleIdx="1" presStyleCnt="8">
        <dgm:presLayoutVars/>
      </dgm:prSet>
      <dgm:spPr/>
    </dgm:pt>
    <dgm:pt modelId="{4ACF152C-125D-9A4D-AA30-64389637FA11}" type="pres">
      <dgm:prSet presAssocID="{CB233569-323F-4E0A-84D4-3F3337949116}" presName="nodeText" presStyleLbl="bgAccFollowNode1" presStyleIdx="0" presStyleCnt="4">
        <dgm:presLayoutVars>
          <dgm:bulletEnabled val="1"/>
        </dgm:presLayoutVars>
      </dgm:prSet>
      <dgm:spPr/>
    </dgm:pt>
    <dgm:pt modelId="{B50207FC-0B56-9E46-8B42-69EB448E4F55}" type="pres">
      <dgm:prSet presAssocID="{440A53FB-43D0-4813-A87E-3AA8CDFE771F}" presName="sibTrans" presStyleCnt="0"/>
      <dgm:spPr/>
    </dgm:pt>
    <dgm:pt modelId="{44FADC33-C87D-9C44-9DE3-665235E02DA0}" type="pres">
      <dgm:prSet presAssocID="{9639637D-7458-4EF8-ADDE-F8B0B9A02DE3}" presName="compositeNode" presStyleCnt="0">
        <dgm:presLayoutVars>
          <dgm:bulletEnabled val="1"/>
        </dgm:presLayoutVars>
      </dgm:prSet>
      <dgm:spPr/>
    </dgm:pt>
    <dgm:pt modelId="{C296F2EF-667D-8046-9191-C73BE7FFD277}" type="pres">
      <dgm:prSet presAssocID="{9639637D-7458-4EF8-ADDE-F8B0B9A02DE3}" presName="bgRect" presStyleLbl="bgAccFollowNode1" presStyleIdx="1" presStyleCnt="4"/>
      <dgm:spPr/>
    </dgm:pt>
    <dgm:pt modelId="{D173AA4B-B2E5-9D4F-8A58-78966321D553}" type="pres">
      <dgm:prSet presAssocID="{088947A2-EBE4-4FA3-A4BD-05780EE7C83B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195838E1-B823-8A4E-8A4D-6BBE808E0DB0}" type="pres">
      <dgm:prSet presAssocID="{9639637D-7458-4EF8-ADDE-F8B0B9A02DE3}" presName="bottomLine" presStyleLbl="alignNode1" presStyleIdx="3" presStyleCnt="8">
        <dgm:presLayoutVars/>
      </dgm:prSet>
      <dgm:spPr/>
    </dgm:pt>
    <dgm:pt modelId="{3FDA7ABF-6C2C-0240-9DF0-D902E6CE7A60}" type="pres">
      <dgm:prSet presAssocID="{9639637D-7458-4EF8-ADDE-F8B0B9A02DE3}" presName="nodeText" presStyleLbl="bgAccFollowNode1" presStyleIdx="1" presStyleCnt="4">
        <dgm:presLayoutVars>
          <dgm:bulletEnabled val="1"/>
        </dgm:presLayoutVars>
      </dgm:prSet>
      <dgm:spPr/>
    </dgm:pt>
    <dgm:pt modelId="{BA05FA0B-7F73-7D43-A40B-FCC09F5DFFC5}" type="pres">
      <dgm:prSet presAssocID="{088947A2-EBE4-4FA3-A4BD-05780EE7C83B}" presName="sibTrans" presStyleCnt="0"/>
      <dgm:spPr/>
    </dgm:pt>
    <dgm:pt modelId="{2B99F742-729A-B44A-B5DB-5ADDE2BA1EDC}" type="pres">
      <dgm:prSet presAssocID="{AB9DBB94-856E-481C-8865-0AAA88B18093}" presName="compositeNode" presStyleCnt="0">
        <dgm:presLayoutVars>
          <dgm:bulletEnabled val="1"/>
        </dgm:presLayoutVars>
      </dgm:prSet>
      <dgm:spPr/>
    </dgm:pt>
    <dgm:pt modelId="{D4D1FB3D-AFE7-B64F-A3FC-F68818758584}" type="pres">
      <dgm:prSet presAssocID="{AB9DBB94-856E-481C-8865-0AAA88B18093}" presName="bgRect" presStyleLbl="bgAccFollowNode1" presStyleIdx="2" presStyleCnt="4"/>
      <dgm:spPr/>
    </dgm:pt>
    <dgm:pt modelId="{C3A6EFAB-C2D6-C64D-BFF7-43AB88831BF4}" type="pres">
      <dgm:prSet presAssocID="{45A1DA7A-6432-4A8F-B149-43458CB9B571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EDC53C65-3FF0-B045-974F-2956855E33C1}" type="pres">
      <dgm:prSet presAssocID="{AB9DBB94-856E-481C-8865-0AAA88B18093}" presName="bottomLine" presStyleLbl="alignNode1" presStyleIdx="5" presStyleCnt="8">
        <dgm:presLayoutVars/>
      </dgm:prSet>
      <dgm:spPr/>
    </dgm:pt>
    <dgm:pt modelId="{861260A4-00B8-1E44-87E9-BEABDD5E4E5E}" type="pres">
      <dgm:prSet presAssocID="{AB9DBB94-856E-481C-8865-0AAA88B18093}" presName="nodeText" presStyleLbl="bgAccFollowNode1" presStyleIdx="2" presStyleCnt="4">
        <dgm:presLayoutVars>
          <dgm:bulletEnabled val="1"/>
        </dgm:presLayoutVars>
      </dgm:prSet>
      <dgm:spPr/>
    </dgm:pt>
    <dgm:pt modelId="{5E102293-1507-1A4D-959F-002A20731A04}" type="pres">
      <dgm:prSet presAssocID="{45A1DA7A-6432-4A8F-B149-43458CB9B571}" presName="sibTrans" presStyleCnt="0"/>
      <dgm:spPr/>
    </dgm:pt>
    <dgm:pt modelId="{CB2AB583-73EB-7A4F-9A53-3EACED643E77}" type="pres">
      <dgm:prSet presAssocID="{D4352F75-7478-4E35-83E3-677310A6FC43}" presName="compositeNode" presStyleCnt="0">
        <dgm:presLayoutVars>
          <dgm:bulletEnabled val="1"/>
        </dgm:presLayoutVars>
      </dgm:prSet>
      <dgm:spPr/>
    </dgm:pt>
    <dgm:pt modelId="{3932A7CD-3A2D-1E45-8450-A12A3F7E8567}" type="pres">
      <dgm:prSet presAssocID="{D4352F75-7478-4E35-83E3-677310A6FC43}" presName="bgRect" presStyleLbl="bgAccFollowNode1" presStyleIdx="3" presStyleCnt="4"/>
      <dgm:spPr/>
    </dgm:pt>
    <dgm:pt modelId="{7B235832-AFC9-4C47-83A7-E912721E7726}" type="pres">
      <dgm:prSet presAssocID="{732E56C4-5950-4C4D-B65B-BFF35D5610E4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1167BB53-3701-524D-87E3-9D435ECCD92E}" type="pres">
      <dgm:prSet presAssocID="{D4352F75-7478-4E35-83E3-677310A6FC43}" presName="bottomLine" presStyleLbl="alignNode1" presStyleIdx="7" presStyleCnt="8">
        <dgm:presLayoutVars/>
      </dgm:prSet>
      <dgm:spPr/>
    </dgm:pt>
    <dgm:pt modelId="{E1B77FFB-E66E-0945-AD8E-7C4A4A5F70DA}" type="pres">
      <dgm:prSet presAssocID="{D4352F75-7478-4E35-83E3-677310A6FC43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53880607-EAD9-5541-B4B7-69DF242C45D5}" type="presOf" srcId="{AB9DBB94-856E-481C-8865-0AAA88B18093}" destId="{D4D1FB3D-AFE7-B64F-A3FC-F68818758584}" srcOrd="0" destOrd="0" presId="urn:microsoft.com/office/officeart/2016/7/layout/BasicLinearProcessNumbered"/>
    <dgm:cxn modelId="{9C7D6E10-AB5D-4AE1-9FA2-921A0D91FC4E}" srcId="{6866641B-1BCA-455C-B608-14210CB5DFD0}" destId="{9639637D-7458-4EF8-ADDE-F8B0B9A02DE3}" srcOrd="1" destOrd="0" parTransId="{4C5C281A-E37B-4D97-B6AB-EC8FEC15B2C7}" sibTransId="{088947A2-EBE4-4FA3-A4BD-05780EE7C83B}"/>
    <dgm:cxn modelId="{CC06F717-D6E0-4A96-B51D-9D120144E9D1}" srcId="{6866641B-1BCA-455C-B608-14210CB5DFD0}" destId="{AB9DBB94-856E-481C-8865-0AAA88B18093}" srcOrd="2" destOrd="0" parTransId="{F1CA8F26-8AB6-4F70-812B-4895B2F62DA7}" sibTransId="{45A1DA7A-6432-4A8F-B149-43458CB9B571}"/>
    <dgm:cxn modelId="{153D4628-7ED6-D546-9C1E-62E7F9F79CBF}" type="presOf" srcId="{45A1DA7A-6432-4A8F-B149-43458CB9B571}" destId="{C3A6EFAB-C2D6-C64D-BFF7-43AB88831BF4}" srcOrd="0" destOrd="0" presId="urn:microsoft.com/office/officeart/2016/7/layout/BasicLinearProcessNumbered"/>
    <dgm:cxn modelId="{4173AC29-5BDF-4003-8AD4-AA20B9278046}" srcId="{6866641B-1BCA-455C-B608-14210CB5DFD0}" destId="{CB233569-323F-4E0A-84D4-3F3337949116}" srcOrd="0" destOrd="0" parTransId="{EFA84A9C-EA9E-40BD-96D5-EE93B269C549}" sibTransId="{440A53FB-43D0-4813-A87E-3AA8CDFE771F}"/>
    <dgm:cxn modelId="{E3E82535-06BB-A64B-800F-9C5E44089D8E}" type="presOf" srcId="{732E56C4-5950-4C4D-B65B-BFF35D5610E4}" destId="{7B235832-AFC9-4C47-83A7-E912721E7726}" srcOrd="0" destOrd="0" presId="urn:microsoft.com/office/officeart/2016/7/layout/BasicLinearProcessNumbered"/>
    <dgm:cxn modelId="{B46A2C38-4BC1-DA4B-95A9-0B94D9A3267C}" type="presOf" srcId="{D4352F75-7478-4E35-83E3-677310A6FC43}" destId="{3932A7CD-3A2D-1E45-8450-A12A3F7E8567}" srcOrd="0" destOrd="0" presId="urn:microsoft.com/office/officeart/2016/7/layout/BasicLinearProcessNumbered"/>
    <dgm:cxn modelId="{00EDF141-2A4A-5D44-96E8-ACB0E344F66E}" type="presOf" srcId="{D4352F75-7478-4E35-83E3-677310A6FC43}" destId="{E1B77FFB-E66E-0945-AD8E-7C4A4A5F70DA}" srcOrd="1" destOrd="0" presId="urn:microsoft.com/office/officeart/2016/7/layout/BasicLinearProcessNumbered"/>
    <dgm:cxn modelId="{60800469-0F4B-B249-9D37-D3F079AEDF0E}" type="presOf" srcId="{AB9DBB94-856E-481C-8865-0AAA88B18093}" destId="{861260A4-00B8-1E44-87E9-BEABDD5E4E5E}" srcOrd="1" destOrd="0" presId="urn:microsoft.com/office/officeart/2016/7/layout/BasicLinearProcessNumbered"/>
    <dgm:cxn modelId="{1D1E848B-4F8D-D94E-ABE0-C117083EF096}" type="presOf" srcId="{9639637D-7458-4EF8-ADDE-F8B0B9A02DE3}" destId="{C296F2EF-667D-8046-9191-C73BE7FFD277}" srcOrd="0" destOrd="0" presId="urn:microsoft.com/office/officeart/2016/7/layout/BasicLinearProcessNumbered"/>
    <dgm:cxn modelId="{AAB0129E-77F5-8E4A-96DE-EB2041B53D2E}" type="presOf" srcId="{9639637D-7458-4EF8-ADDE-F8B0B9A02DE3}" destId="{3FDA7ABF-6C2C-0240-9DF0-D902E6CE7A60}" srcOrd="1" destOrd="0" presId="urn:microsoft.com/office/officeart/2016/7/layout/BasicLinearProcessNumbered"/>
    <dgm:cxn modelId="{0F084FA5-987B-3B48-9C19-CDE1F2060C2B}" type="presOf" srcId="{088947A2-EBE4-4FA3-A4BD-05780EE7C83B}" destId="{D173AA4B-B2E5-9D4F-8A58-78966321D553}" srcOrd="0" destOrd="0" presId="urn:microsoft.com/office/officeart/2016/7/layout/BasicLinearProcessNumbered"/>
    <dgm:cxn modelId="{F464DBC3-CB8F-AA40-8456-D3345DB2F2FE}" type="presOf" srcId="{440A53FB-43D0-4813-A87E-3AA8CDFE771F}" destId="{2C2EBDED-DC96-2D4A-AAAC-604FBFC69189}" srcOrd="0" destOrd="0" presId="urn:microsoft.com/office/officeart/2016/7/layout/BasicLinearProcessNumbered"/>
    <dgm:cxn modelId="{2DB02DCD-2DDB-6B47-AE5D-53D67DF99922}" type="presOf" srcId="{CB233569-323F-4E0A-84D4-3F3337949116}" destId="{4ACF152C-125D-9A4D-AA30-64389637FA11}" srcOrd="1" destOrd="0" presId="urn:microsoft.com/office/officeart/2016/7/layout/BasicLinearProcessNumbered"/>
    <dgm:cxn modelId="{96E703D1-F099-D348-BBC6-379B397B9A3F}" type="presOf" srcId="{CB233569-323F-4E0A-84D4-3F3337949116}" destId="{9CD82DFB-458A-B648-81B4-57E4C33A7C72}" srcOrd="0" destOrd="0" presId="urn:microsoft.com/office/officeart/2016/7/layout/BasicLinearProcessNumbered"/>
    <dgm:cxn modelId="{A2A7AFEB-8C90-4F75-BB06-B3B00E6A32BA}" srcId="{6866641B-1BCA-455C-B608-14210CB5DFD0}" destId="{D4352F75-7478-4E35-83E3-677310A6FC43}" srcOrd="3" destOrd="0" parTransId="{12587E80-720F-429D-8FA1-405AC935DFFB}" sibTransId="{732E56C4-5950-4C4D-B65B-BFF35D5610E4}"/>
    <dgm:cxn modelId="{1D8B24ED-0909-7144-BBA3-5B0F4C619468}" type="presOf" srcId="{6866641B-1BCA-455C-B608-14210CB5DFD0}" destId="{4C99C2E1-1BD3-5548-A3DC-2A36858C9F59}" srcOrd="0" destOrd="0" presId="urn:microsoft.com/office/officeart/2016/7/layout/BasicLinearProcessNumbered"/>
    <dgm:cxn modelId="{CD083798-2DB6-6546-82A3-4A0D07ED2CE3}" type="presParOf" srcId="{4C99C2E1-1BD3-5548-A3DC-2A36858C9F59}" destId="{BC3B2FE4-94EE-1A43-BFB8-8E65FCDF6C56}" srcOrd="0" destOrd="0" presId="urn:microsoft.com/office/officeart/2016/7/layout/BasicLinearProcessNumbered"/>
    <dgm:cxn modelId="{D33469E3-7662-A84C-9682-4F343D450E65}" type="presParOf" srcId="{BC3B2FE4-94EE-1A43-BFB8-8E65FCDF6C56}" destId="{9CD82DFB-458A-B648-81B4-57E4C33A7C72}" srcOrd="0" destOrd="0" presId="urn:microsoft.com/office/officeart/2016/7/layout/BasicLinearProcessNumbered"/>
    <dgm:cxn modelId="{D47D1685-A9E6-3F47-8488-8069282C155E}" type="presParOf" srcId="{BC3B2FE4-94EE-1A43-BFB8-8E65FCDF6C56}" destId="{2C2EBDED-DC96-2D4A-AAAC-604FBFC69189}" srcOrd="1" destOrd="0" presId="urn:microsoft.com/office/officeart/2016/7/layout/BasicLinearProcessNumbered"/>
    <dgm:cxn modelId="{5D13F914-ED06-8341-8289-FB1F11CEA8E3}" type="presParOf" srcId="{BC3B2FE4-94EE-1A43-BFB8-8E65FCDF6C56}" destId="{FE230727-86E5-5648-A06D-0220150B2EAE}" srcOrd="2" destOrd="0" presId="urn:microsoft.com/office/officeart/2016/7/layout/BasicLinearProcessNumbered"/>
    <dgm:cxn modelId="{64096934-A77D-CD4E-8090-B0ED60B1E6C1}" type="presParOf" srcId="{BC3B2FE4-94EE-1A43-BFB8-8E65FCDF6C56}" destId="{4ACF152C-125D-9A4D-AA30-64389637FA11}" srcOrd="3" destOrd="0" presId="urn:microsoft.com/office/officeart/2016/7/layout/BasicLinearProcessNumbered"/>
    <dgm:cxn modelId="{E5A9ECFB-FF20-3D47-A9EB-AB4B412C89C7}" type="presParOf" srcId="{4C99C2E1-1BD3-5548-A3DC-2A36858C9F59}" destId="{B50207FC-0B56-9E46-8B42-69EB448E4F55}" srcOrd="1" destOrd="0" presId="urn:microsoft.com/office/officeart/2016/7/layout/BasicLinearProcessNumbered"/>
    <dgm:cxn modelId="{B74F66EC-4119-A24B-A559-A2491A6F96B9}" type="presParOf" srcId="{4C99C2E1-1BD3-5548-A3DC-2A36858C9F59}" destId="{44FADC33-C87D-9C44-9DE3-665235E02DA0}" srcOrd="2" destOrd="0" presId="urn:microsoft.com/office/officeart/2016/7/layout/BasicLinearProcessNumbered"/>
    <dgm:cxn modelId="{25EFB9BE-E318-594D-9D3D-090C24C53E6D}" type="presParOf" srcId="{44FADC33-C87D-9C44-9DE3-665235E02DA0}" destId="{C296F2EF-667D-8046-9191-C73BE7FFD277}" srcOrd="0" destOrd="0" presId="urn:microsoft.com/office/officeart/2016/7/layout/BasicLinearProcessNumbered"/>
    <dgm:cxn modelId="{EEB2BA48-887C-3045-8BDA-288FC45DAA5A}" type="presParOf" srcId="{44FADC33-C87D-9C44-9DE3-665235E02DA0}" destId="{D173AA4B-B2E5-9D4F-8A58-78966321D553}" srcOrd="1" destOrd="0" presId="urn:microsoft.com/office/officeart/2016/7/layout/BasicLinearProcessNumbered"/>
    <dgm:cxn modelId="{7BC61BE5-D9BE-1D45-9899-C516C7E6966A}" type="presParOf" srcId="{44FADC33-C87D-9C44-9DE3-665235E02DA0}" destId="{195838E1-B823-8A4E-8A4D-6BBE808E0DB0}" srcOrd="2" destOrd="0" presId="urn:microsoft.com/office/officeart/2016/7/layout/BasicLinearProcessNumbered"/>
    <dgm:cxn modelId="{60C7FF68-0E9B-4744-8A2A-43045DC72D73}" type="presParOf" srcId="{44FADC33-C87D-9C44-9DE3-665235E02DA0}" destId="{3FDA7ABF-6C2C-0240-9DF0-D902E6CE7A60}" srcOrd="3" destOrd="0" presId="urn:microsoft.com/office/officeart/2016/7/layout/BasicLinearProcessNumbered"/>
    <dgm:cxn modelId="{119B1197-7729-6B42-A030-F643B74F0F38}" type="presParOf" srcId="{4C99C2E1-1BD3-5548-A3DC-2A36858C9F59}" destId="{BA05FA0B-7F73-7D43-A40B-FCC09F5DFFC5}" srcOrd="3" destOrd="0" presId="urn:microsoft.com/office/officeart/2016/7/layout/BasicLinearProcessNumbered"/>
    <dgm:cxn modelId="{7EE02A69-6D81-524F-AA57-1A3E09448433}" type="presParOf" srcId="{4C99C2E1-1BD3-5548-A3DC-2A36858C9F59}" destId="{2B99F742-729A-B44A-B5DB-5ADDE2BA1EDC}" srcOrd="4" destOrd="0" presId="urn:microsoft.com/office/officeart/2016/7/layout/BasicLinearProcessNumbered"/>
    <dgm:cxn modelId="{9FAD8966-5E60-1C4E-B513-DB8FC383E768}" type="presParOf" srcId="{2B99F742-729A-B44A-B5DB-5ADDE2BA1EDC}" destId="{D4D1FB3D-AFE7-B64F-A3FC-F68818758584}" srcOrd="0" destOrd="0" presId="urn:microsoft.com/office/officeart/2016/7/layout/BasicLinearProcessNumbered"/>
    <dgm:cxn modelId="{E6A0830A-B786-084A-B5D2-E1AEB17DCAFB}" type="presParOf" srcId="{2B99F742-729A-B44A-B5DB-5ADDE2BA1EDC}" destId="{C3A6EFAB-C2D6-C64D-BFF7-43AB88831BF4}" srcOrd="1" destOrd="0" presId="urn:microsoft.com/office/officeart/2016/7/layout/BasicLinearProcessNumbered"/>
    <dgm:cxn modelId="{8073ED68-817D-0343-8989-726D67C44D89}" type="presParOf" srcId="{2B99F742-729A-B44A-B5DB-5ADDE2BA1EDC}" destId="{EDC53C65-3FF0-B045-974F-2956855E33C1}" srcOrd="2" destOrd="0" presId="urn:microsoft.com/office/officeart/2016/7/layout/BasicLinearProcessNumbered"/>
    <dgm:cxn modelId="{2AC13325-05E8-4843-A989-2CCF98574D25}" type="presParOf" srcId="{2B99F742-729A-B44A-B5DB-5ADDE2BA1EDC}" destId="{861260A4-00B8-1E44-87E9-BEABDD5E4E5E}" srcOrd="3" destOrd="0" presId="urn:microsoft.com/office/officeart/2016/7/layout/BasicLinearProcessNumbered"/>
    <dgm:cxn modelId="{4D97D8AD-9DF4-944E-B612-9EC18A785237}" type="presParOf" srcId="{4C99C2E1-1BD3-5548-A3DC-2A36858C9F59}" destId="{5E102293-1507-1A4D-959F-002A20731A04}" srcOrd="5" destOrd="0" presId="urn:microsoft.com/office/officeart/2016/7/layout/BasicLinearProcessNumbered"/>
    <dgm:cxn modelId="{5C83664D-00F8-F54D-8837-27A9B0B8AB20}" type="presParOf" srcId="{4C99C2E1-1BD3-5548-A3DC-2A36858C9F59}" destId="{CB2AB583-73EB-7A4F-9A53-3EACED643E77}" srcOrd="6" destOrd="0" presId="urn:microsoft.com/office/officeart/2016/7/layout/BasicLinearProcessNumbered"/>
    <dgm:cxn modelId="{B724140A-22EF-444D-A2FA-950A85993F71}" type="presParOf" srcId="{CB2AB583-73EB-7A4F-9A53-3EACED643E77}" destId="{3932A7CD-3A2D-1E45-8450-A12A3F7E8567}" srcOrd="0" destOrd="0" presId="urn:microsoft.com/office/officeart/2016/7/layout/BasicLinearProcessNumbered"/>
    <dgm:cxn modelId="{FEC20B0B-108B-0A4A-951D-8F8356DED459}" type="presParOf" srcId="{CB2AB583-73EB-7A4F-9A53-3EACED643E77}" destId="{7B235832-AFC9-4C47-83A7-E912721E7726}" srcOrd="1" destOrd="0" presId="urn:microsoft.com/office/officeart/2016/7/layout/BasicLinearProcessNumbered"/>
    <dgm:cxn modelId="{4A0B1733-5F6D-7447-BF58-F2B64D673751}" type="presParOf" srcId="{CB2AB583-73EB-7A4F-9A53-3EACED643E77}" destId="{1167BB53-3701-524D-87E3-9D435ECCD92E}" srcOrd="2" destOrd="0" presId="urn:microsoft.com/office/officeart/2016/7/layout/BasicLinearProcessNumbered"/>
    <dgm:cxn modelId="{98726499-599B-8545-9DD7-1A1A7CD5A6FB}" type="presParOf" srcId="{CB2AB583-73EB-7A4F-9A53-3EACED643E77}" destId="{E1B77FFB-E66E-0945-AD8E-7C4A4A5F70D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776D31-8979-4D1B-9A86-256B0049D94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960042-AD0E-4704-A2BB-70A961BD7CC7}">
      <dgm:prSet/>
      <dgm:spPr/>
      <dgm:t>
        <a:bodyPr/>
        <a:lstStyle/>
        <a:p>
          <a:r>
            <a:rPr lang="en-GB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Laboratory Notebooks</a:t>
          </a:r>
          <a:endParaRPr lang="en-GB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0F15865-5AEE-43BF-9F7B-821792197047}" type="parTrans" cxnId="{E2E25292-CF9C-4579-BCBC-8A6814DEDF4E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04892CD-7C5F-431A-9502-D964724B4725}" type="sibTrans" cxnId="{E2E25292-CF9C-4579-BCBC-8A6814DEDF4E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8CF6B61-7B16-4248-8C1C-701C233556E7}">
      <dgm:prSet/>
      <dgm:spPr/>
      <dgm:t>
        <a:bodyPr/>
        <a:lstStyle/>
        <a:p>
          <a:r>
            <a:rPr lang="en-GB">
              <a:latin typeface="Tahoma"/>
              <a:ea typeface="Tahoma"/>
              <a:cs typeface="Tahoma"/>
            </a:rPr>
            <a:t>Contain all relevant details (what, who, when, why and how)</a:t>
          </a:r>
        </a:p>
      </dgm:t>
    </dgm:pt>
    <dgm:pt modelId="{05F84D56-BE3A-4F2D-BD69-72BD6BEA8098}" type="parTrans" cxnId="{7B020EA7-AB23-4CA1-93A6-C52F6EB89978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6E241E5-E7B1-464F-A418-B689521019F7}" type="sibTrans" cxnId="{7B020EA7-AB23-4CA1-93A6-C52F6EB89978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4F220FE-3B2C-472F-A708-0DA2CBC064B8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Which project(s) is the record part of</a:t>
          </a:r>
        </a:p>
      </dgm:t>
    </dgm:pt>
    <dgm:pt modelId="{E991D956-9B9F-4AB1-BE18-8CFDF71B45E0}" type="parTrans" cxnId="{8463FD42-830F-4F7F-BAFB-434E6F4270BD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721FA9C-DB37-460F-A4DD-CE649F7CD05E}" type="sibTrans" cxnId="{8463FD42-830F-4F7F-BAFB-434E6F4270BD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35D8302-AAD1-4CDF-AF47-A12A2184EF6C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Information on lot/batch numbers</a:t>
          </a:r>
        </a:p>
      </dgm:t>
    </dgm:pt>
    <dgm:pt modelId="{79AE807B-F851-4507-A928-ADA5977EBBE3}" type="parTrans" cxnId="{46BED0B9-3905-4056-99AB-4FB482CA9B4F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48EBA72-1064-4D21-86E4-A17224E4018A}" type="sibTrans" cxnId="{46BED0B9-3905-4056-99AB-4FB482CA9B4F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775CD44-E871-4C49-8CAF-63EBEB95B4C4}">
      <dgm:prSet/>
      <dgm:spPr/>
      <dgm:t>
        <a:bodyPr/>
        <a:lstStyle/>
        <a:p>
          <a:r>
            <a:rPr lang="en-GB">
              <a:latin typeface="Tahoma"/>
              <a:ea typeface="Tahoma"/>
              <a:cs typeface="Tahoma"/>
            </a:rPr>
            <a:t>What happened and what did </a:t>
          </a:r>
          <a:r>
            <a:rPr lang="en-GB" b="1">
              <a:latin typeface="Tahoma"/>
              <a:ea typeface="Tahoma"/>
              <a:cs typeface="Tahoma"/>
            </a:rPr>
            <a:t>not</a:t>
          </a:r>
          <a:r>
            <a:rPr lang="en-GB">
              <a:latin typeface="Tahoma"/>
              <a:ea typeface="Tahoma"/>
              <a:cs typeface="Tahoma"/>
            </a:rPr>
            <a:t> happen (data, including images)</a:t>
          </a:r>
        </a:p>
      </dgm:t>
    </dgm:pt>
    <dgm:pt modelId="{DA954559-FD13-4FB1-BC3C-F4FA05E0BD26}" type="parTrans" cxnId="{A2D149D5-CAE6-442A-B958-27DD289B4B3B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D0745C9-0192-4E3C-8B72-7F299457D6EC}" type="sibTrans" cxnId="{A2D149D5-CAE6-442A-B958-27DD289B4B3B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8E382C1-3AFE-4777-948F-8A34C1E24249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How you processed and analysed the data</a:t>
          </a:r>
        </a:p>
      </dgm:t>
    </dgm:pt>
    <dgm:pt modelId="{46D2B654-191B-4AF2-B6FD-3AE8FB52B65F}" type="parTrans" cxnId="{FDFDF2E7-9DDD-45A0-B165-7987572E4287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21E36DC-5E71-4B41-8716-2433D74AD5E9}" type="sibTrans" cxnId="{FDFDF2E7-9DDD-45A0-B165-7987572E4287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C9E6C98-986F-4B58-BA40-461D1207A2C7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Your interpretation (and the interpretations of others if important) and next steps in the project based on these results</a:t>
          </a:r>
        </a:p>
      </dgm:t>
    </dgm:pt>
    <dgm:pt modelId="{C78CF930-9FDD-42E2-ABAB-C13E9621EFFF}" type="parTrans" cxnId="{1F8993BF-4E12-40BA-9960-8E262FA19C9A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1517998-F3FB-42DF-AF12-BD9FD9F7E1CE}" type="sibTrans" cxnId="{1F8993BF-4E12-40BA-9960-8E262FA19C9A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B8707E9-2A3E-4A86-8E9D-AF8A75B5C4CC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Should be well organised for ease of navigation (indexed, labelled, catalogued)</a:t>
          </a:r>
        </a:p>
      </dgm:t>
    </dgm:pt>
    <dgm:pt modelId="{465E66CC-75BF-4B54-9CE5-257E7D7E318E}" type="parTrans" cxnId="{6DFA2C62-923F-4650-8323-887DE726DD38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8DF97FD-24E4-463D-B8F5-A93812EFB903}" type="sibTrans" cxnId="{6DFA2C62-923F-4650-8323-887DE726DD38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29F825E-E83B-4B04-8D33-FD3A114577F2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Accurate and complete: include all original data and important study details (metadata).</a:t>
          </a:r>
        </a:p>
      </dgm:t>
    </dgm:pt>
    <dgm:pt modelId="{08094FD0-65C1-4A2E-8BBA-37ECCBFBCBA1}" type="parTrans" cxnId="{1C245AA4-7E78-4391-BB4D-E9BBC9131279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0E3F4F7-139E-422B-AC06-521257DDC439}" type="sibTrans" cxnId="{1C245AA4-7E78-4391-BB4D-E9BBC9131279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D943F78-24BC-C943-91ED-07791997E7AB}" type="pres">
      <dgm:prSet presAssocID="{58776D31-8979-4D1B-9A86-256B0049D94B}" presName="vert0" presStyleCnt="0">
        <dgm:presLayoutVars>
          <dgm:dir/>
          <dgm:animOne val="branch"/>
          <dgm:animLvl val="lvl"/>
        </dgm:presLayoutVars>
      </dgm:prSet>
      <dgm:spPr/>
    </dgm:pt>
    <dgm:pt modelId="{33B2E41D-7DF9-7749-B420-CCDE8388369E}" type="pres">
      <dgm:prSet presAssocID="{DB960042-AD0E-4704-A2BB-70A961BD7CC7}" presName="thickLine" presStyleLbl="alignNode1" presStyleIdx="0" presStyleCnt="1"/>
      <dgm:spPr/>
    </dgm:pt>
    <dgm:pt modelId="{87124BE4-A2A6-4140-9176-A0B4E9CC94F2}" type="pres">
      <dgm:prSet presAssocID="{DB960042-AD0E-4704-A2BB-70A961BD7CC7}" presName="horz1" presStyleCnt="0"/>
      <dgm:spPr/>
    </dgm:pt>
    <dgm:pt modelId="{1F4FDFD0-809A-E544-8C9C-2580290868D7}" type="pres">
      <dgm:prSet presAssocID="{DB960042-AD0E-4704-A2BB-70A961BD7CC7}" presName="tx1" presStyleLbl="revTx" presStyleIdx="0" presStyleCnt="9"/>
      <dgm:spPr/>
    </dgm:pt>
    <dgm:pt modelId="{6687508B-C846-614F-90AB-A6DDC4E85C01}" type="pres">
      <dgm:prSet presAssocID="{DB960042-AD0E-4704-A2BB-70A961BD7CC7}" presName="vert1" presStyleCnt="0"/>
      <dgm:spPr/>
    </dgm:pt>
    <dgm:pt modelId="{2C969BC4-3B3D-424F-ABA3-35EF0F504031}" type="pres">
      <dgm:prSet presAssocID="{F8CF6B61-7B16-4248-8C1C-701C233556E7}" presName="vertSpace2a" presStyleCnt="0"/>
      <dgm:spPr/>
    </dgm:pt>
    <dgm:pt modelId="{EFBCD1E3-ACF6-074C-A630-F5183828B521}" type="pres">
      <dgm:prSet presAssocID="{F8CF6B61-7B16-4248-8C1C-701C233556E7}" presName="horz2" presStyleCnt="0"/>
      <dgm:spPr/>
    </dgm:pt>
    <dgm:pt modelId="{26982B8D-CC55-0344-9062-35384F67BC30}" type="pres">
      <dgm:prSet presAssocID="{F8CF6B61-7B16-4248-8C1C-701C233556E7}" presName="horzSpace2" presStyleCnt="0"/>
      <dgm:spPr/>
    </dgm:pt>
    <dgm:pt modelId="{A0302D7D-67BD-9A46-9DCD-07FE4F25E48B}" type="pres">
      <dgm:prSet presAssocID="{F8CF6B61-7B16-4248-8C1C-701C233556E7}" presName="tx2" presStyleLbl="revTx" presStyleIdx="1" presStyleCnt="9"/>
      <dgm:spPr/>
    </dgm:pt>
    <dgm:pt modelId="{211070E3-A510-E14D-A6CB-1A4F24693DD0}" type="pres">
      <dgm:prSet presAssocID="{F8CF6B61-7B16-4248-8C1C-701C233556E7}" presName="vert2" presStyleCnt="0"/>
      <dgm:spPr/>
    </dgm:pt>
    <dgm:pt modelId="{6390FB93-4937-624F-B3EA-79C999349F1B}" type="pres">
      <dgm:prSet presAssocID="{F8CF6B61-7B16-4248-8C1C-701C233556E7}" presName="thinLine2b" presStyleLbl="callout" presStyleIdx="0" presStyleCnt="8"/>
      <dgm:spPr/>
    </dgm:pt>
    <dgm:pt modelId="{82D2A67E-1AE8-D443-8230-A5D2579EB784}" type="pres">
      <dgm:prSet presAssocID="{F8CF6B61-7B16-4248-8C1C-701C233556E7}" presName="vertSpace2b" presStyleCnt="0"/>
      <dgm:spPr/>
    </dgm:pt>
    <dgm:pt modelId="{FEEA8553-5FFC-714F-9CD7-85CA05DC2F52}" type="pres">
      <dgm:prSet presAssocID="{34F220FE-3B2C-472F-A708-0DA2CBC064B8}" presName="horz2" presStyleCnt="0"/>
      <dgm:spPr/>
    </dgm:pt>
    <dgm:pt modelId="{25E13D1C-AD70-974F-BCD5-C4B2A2CC5A4A}" type="pres">
      <dgm:prSet presAssocID="{34F220FE-3B2C-472F-A708-0DA2CBC064B8}" presName="horzSpace2" presStyleCnt="0"/>
      <dgm:spPr/>
    </dgm:pt>
    <dgm:pt modelId="{1D53FFF5-7D98-7B48-BBEC-B051D7A637DF}" type="pres">
      <dgm:prSet presAssocID="{34F220FE-3B2C-472F-A708-0DA2CBC064B8}" presName="tx2" presStyleLbl="revTx" presStyleIdx="2" presStyleCnt="9"/>
      <dgm:spPr/>
    </dgm:pt>
    <dgm:pt modelId="{5669A582-5B4E-E840-8C6C-8A038C320069}" type="pres">
      <dgm:prSet presAssocID="{34F220FE-3B2C-472F-A708-0DA2CBC064B8}" presName="vert2" presStyleCnt="0"/>
      <dgm:spPr/>
    </dgm:pt>
    <dgm:pt modelId="{CD8CF8E1-9317-E241-B510-9E4DE363BCB2}" type="pres">
      <dgm:prSet presAssocID="{34F220FE-3B2C-472F-A708-0DA2CBC064B8}" presName="thinLine2b" presStyleLbl="callout" presStyleIdx="1" presStyleCnt="8"/>
      <dgm:spPr/>
    </dgm:pt>
    <dgm:pt modelId="{46EE70D1-45F4-984A-878E-A3D52DEF3FFC}" type="pres">
      <dgm:prSet presAssocID="{34F220FE-3B2C-472F-A708-0DA2CBC064B8}" presName="vertSpace2b" presStyleCnt="0"/>
      <dgm:spPr/>
    </dgm:pt>
    <dgm:pt modelId="{741657FC-F251-7643-9B6A-EBB33687E3B7}" type="pres">
      <dgm:prSet presAssocID="{E35D8302-AAD1-4CDF-AF47-A12A2184EF6C}" presName="horz2" presStyleCnt="0"/>
      <dgm:spPr/>
    </dgm:pt>
    <dgm:pt modelId="{0781B8D9-0E50-7141-93F2-58EED7BF0199}" type="pres">
      <dgm:prSet presAssocID="{E35D8302-AAD1-4CDF-AF47-A12A2184EF6C}" presName="horzSpace2" presStyleCnt="0"/>
      <dgm:spPr/>
    </dgm:pt>
    <dgm:pt modelId="{AC3463AD-57F0-7447-8622-7E0D07E37E99}" type="pres">
      <dgm:prSet presAssocID="{E35D8302-AAD1-4CDF-AF47-A12A2184EF6C}" presName="tx2" presStyleLbl="revTx" presStyleIdx="3" presStyleCnt="9"/>
      <dgm:spPr/>
    </dgm:pt>
    <dgm:pt modelId="{F8251F89-D177-CE42-9F9A-532715A10C30}" type="pres">
      <dgm:prSet presAssocID="{E35D8302-AAD1-4CDF-AF47-A12A2184EF6C}" presName="vert2" presStyleCnt="0"/>
      <dgm:spPr/>
    </dgm:pt>
    <dgm:pt modelId="{C07CC96C-B4A5-0D4B-AA58-2C806CCA9DAD}" type="pres">
      <dgm:prSet presAssocID="{E35D8302-AAD1-4CDF-AF47-A12A2184EF6C}" presName="thinLine2b" presStyleLbl="callout" presStyleIdx="2" presStyleCnt="8"/>
      <dgm:spPr/>
    </dgm:pt>
    <dgm:pt modelId="{4F317341-1A61-B148-B6E2-A53010E921D3}" type="pres">
      <dgm:prSet presAssocID="{E35D8302-AAD1-4CDF-AF47-A12A2184EF6C}" presName="vertSpace2b" presStyleCnt="0"/>
      <dgm:spPr/>
    </dgm:pt>
    <dgm:pt modelId="{D4F918AC-C6EE-7949-8E27-A8F4B92CA4BD}" type="pres">
      <dgm:prSet presAssocID="{A775CD44-E871-4C49-8CAF-63EBEB95B4C4}" presName="horz2" presStyleCnt="0"/>
      <dgm:spPr/>
    </dgm:pt>
    <dgm:pt modelId="{6C4CF6DE-8B74-264D-991B-0D9E8AC0C553}" type="pres">
      <dgm:prSet presAssocID="{A775CD44-E871-4C49-8CAF-63EBEB95B4C4}" presName="horzSpace2" presStyleCnt="0"/>
      <dgm:spPr/>
    </dgm:pt>
    <dgm:pt modelId="{BA682FD4-4C7E-7645-934E-6B270DC62CD9}" type="pres">
      <dgm:prSet presAssocID="{A775CD44-E871-4C49-8CAF-63EBEB95B4C4}" presName="tx2" presStyleLbl="revTx" presStyleIdx="4" presStyleCnt="9"/>
      <dgm:spPr/>
    </dgm:pt>
    <dgm:pt modelId="{21F67E6D-64AD-0047-869E-5D719470C11E}" type="pres">
      <dgm:prSet presAssocID="{A775CD44-E871-4C49-8CAF-63EBEB95B4C4}" presName="vert2" presStyleCnt="0"/>
      <dgm:spPr/>
    </dgm:pt>
    <dgm:pt modelId="{515ED7CA-EE46-BF4C-BBB5-D93B74E7F2C3}" type="pres">
      <dgm:prSet presAssocID="{A775CD44-E871-4C49-8CAF-63EBEB95B4C4}" presName="thinLine2b" presStyleLbl="callout" presStyleIdx="3" presStyleCnt="8"/>
      <dgm:spPr/>
    </dgm:pt>
    <dgm:pt modelId="{B276C374-9A5B-E844-A9E4-D28EB1389735}" type="pres">
      <dgm:prSet presAssocID="{A775CD44-E871-4C49-8CAF-63EBEB95B4C4}" presName="vertSpace2b" presStyleCnt="0"/>
      <dgm:spPr/>
    </dgm:pt>
    <dgm:pt modelId="{E9587E18-4EC7-E04F-99E4-06F91D7AE31D}" type="pres">
      <dgm:prSet presAssocID="{B8E382C1-3AFE-4777-948F-8A34C1E24249}" presName="horz2" presStyleCnt="0"/>
      <dgm:spPr/>
    </dgm:pt>
    <dgm:pt modelId="{0CE009B9-CF38-8445-8857-E35D0B9BA39B}" type="pres">
      <dgm:prSet presAssocID="{B8E382C1-3AFE-4777-948F-8A34C1E24249}" presName="horzSpace2" presStyleCnt="0"/>
      <dgm:spPr/>
    </dgm:pt>
    <dgm:pt modelId="{8C033FC6-8806-354E-9B49-ABCF2B24E6CC}" type="pres">
      <dgm:prSet presAssocID="{B8E382C1-3AFE-4777-948F-8A34C1E24249}" presName="tx2" presStyleLbl="revTx" presStyleIdx="5" presStyleCnt="9"/>
      <dgm:spPr/>
    </dgm:pt>
    <dgm:pt modelId="{42E5DFCE-32C3-734B-A787-2D9B449844C6}" type="pres">
      <dgm:prSet presAssocID="{B8E382C1-3AFE-4777-948F-8A34C1E24249}" presName="vert2" presStyleCnt="0"/>
      <dgm:spPr/>
    </dgm:pt>
    <dgm:pt modelId="{39078533-B26C-B146-9CBA-56380DB8EE0F}" type="pres">
      <dgm:prSet presAssocID="{B8E382C1-3AFE-4777-948F-8A34C1E24249}" presName="thinLine2b" presStyleLbl="callout" presStyleIdx="4" presStyleCnt="8"/>
      <dgm:spPr/>
    </dgm:pt>
    <dgm:pt modelId="{0546AC70-48A4-6F4C-8A06-654005373741}" type="pres">
      <dgm:prSet presAssocID="{B8E382C1-3AFE-4777-948F-8A34C1E24249}" presName="vertSpace2b" presStyleCnt="0"/>
      <dgm:spPr/>
    </dgm:pt>
    <dgm:pt modelId="{71E91C71-8388-7442-AE38-F9755F80AB2F}" type="pres">
      <dgm:prSet presAssocID="{6C9E6C98-986F-4B58-BA40-461D1207A2C7}" presName="horz2" presStyleCnt="0"/>
      <dgm:spPr/>
    </dgm:pt>
    <dgm:pt modelId="{8A07DDD0-DC26-5C41-9F19-2137462335D1}" type="pres">
      <dgm:prSet presAssocID="{6C9E6C98-986F-4B58-BA40-461D1207A2C7}" presName="horzSpace2" presStyleCnt="0"/>
      <dgm:spPr/>
    </dgm:pt>
    <dgm:pt modelId="{E4FC91F1-CFA9-0E4A-8848-1705253FEC2A}" type="pres">
      <dgm:prSet presAssocID="{6C9E6C98-986F-4B58-BA40-461D1207A2C7}" presName="tx2" presStyleLbl="revTx" presStyleIdx="6" presStyleCnt="9"/>
      <dgm:spPr/>
    </dgm:pt>
    <dgm:pt modelId="{8C3474EB-4377-2E4E-8938-483064FA6716}" type="pres">
      <dgm:prSet presAssocID="{6C9E6C98-986F-4B58-BA40-461D1207A2C7}" presName="vert2" presStyleCnt="0"/>
      <dgm:spPr/>
    </dgm:pt>
    <dgm:pt modelId="{A2A01930-6BC9-8940-9690-BB432DDE15AF}" type="pres">
      <dgm:prSet presAssocID="{6C9E6C98-986F-4B58-BA40-461D1207A2C7}" presName="thinLine2b" presStyleLbl="callout" presStyleIdx="5" presStyleCnt="8"/>
      <dgm:spPr/>
    </dgm:pt>
    <dgm:pt modelId="{EEE92A84-3EA9-774F-8240-156D9D3A0E15}" type="pres">
      <dgm:prSet presAssocID="{6C9E6C98-986F-4B58-BA40-461D1207A2C7}" presName="vertSpace2b" presStyleCnt="0"/>
      <dgm:spPr/>
    </dgm:pt>
    <dgm:pt modelId="{53F37DEC-786F-6041-A8B9-4506E66DDD75}" type="pres">
      <dgm:prSet presAssocID="{9B8707E9-2A3E-4A86-8E9D-AF8A75B5C4CC}" presName="horz2" presStyleCnt="0"/>
      <dgm:spPr/>
    </dgm:pt>
    <dgm:pt modelId="{394EDCE8-7AF2-094D-95DA-A91451B99C23}" type="pres">
      <dgm:prSet presAssocID="{9B8707E9-2A3E-4A86-8E9D-AF8A75B5C4CC}" presName="horzSpace2" presStyleCnt="0"/>
      <dgm:spPr/>
    </dgm:pt>
    <dgm:pt modelId="{CABC014E-5534-1E4C-99F9-4B6041B8002A}" type="pres">
      <dgm:prSet presAssocID="{9B8707E9-2A3E-4A86-8E9D-AF8A75B5C4CC}" presName="tx2" presStyleLbl="revTx" presStyleIdx="7" presStyleCnt="9"/>
      <dgm:spPr/>
    </dgm:pt>
    <dgm:pt modelId="{92F01327-2BB5-3A4F-AC52-C339674907F7}" type="pres">
      <dgm:prSet presAssocID="{9B8707E9-2A3E-4A86-8E9D-AF8A75B5C4CC}" presName="vert2" presStyleCnt="0"/>
      <dgm:spPr/>
    </dgm:pt>
    <dgm:pt modelId="{E66B8745-6806-8046-96CD-5182E809E21A}" type="pres">
      <dgm:prSet presAssocID="{9B8707E9-2A3E-4A86-8E9D-AF8A75B5C4CC}" presName="thinLine2b" presStyleLbl="callout" presStyleIdx="6" presStyleCnt="8"/>
      <dgm:spPr/>
    </dgm:pt>
    <dgm:pt modelId="{54CE409A-AE52-C147-AA6D-E2F2E42E87F6}" type="pres">
      <dgm:prSet presAssocID="{9B8707E9-2A3E-4A86-8E9D-AF8A75B5C4CC}" presName="vertSpace2b" presStyleCnt="0"/>
      <dgm:spPr/>
    </dgm:pt>
    <dgm:pt modelId="{E5DCA154-8802-DC40-BB53-DD362517EACB}" type="pres">
      <dgm:prSet presAssocID="{229F825E-E83B-4B04-8D33-FD3A114577F2}" presName="horz2" presStyleCnt="0"/>
      <dgm:spPr/>
    </dgm:pt>
    <dgm:pt modelId="{94FC8E5E-44BE-4247-B6B2-CCF2A89F8AD5}" type="pres">
      <dgm:prSet presAssocID="{229F825E-E83B-4B04-8D33-FD3A114577F2}" presName="horzSpace2" presStyleCnt="0"/>
      <dgm:spPr/>
    </dgm:pt>
    <dgm:pt modelId="{05C1F8D2-0D8E-924B-A5A0-5635CAB51985}" type="pres">
      <dgm:prSet presAssocID="{229F825E-E83B-4B04-8D33-FD3A114577F2}" presName="tx2" presStyleLbl="revTx" presStyleIdx="8" presStyleCnt="9"/>
      <dgm:spPr/>
    </dgm:pt>
    <dgm:pt modelId="{812CABDA-E4B7-C84E-9CA3-546F905671CF}" type="pres">
      <dgm:prSet presAssocID="{229F825E-E83B-4B04-8D33-FD3A114577F2}" presName="vert2" presStyleCnt="0"/>
      <dgm:spPr/>
    </dgm:pt>
    <dgm:pt modelId="{E326E215-0584-F441-AAF9-D654D3A48E08}" type="pres">
      <dgm:prSet presAssocID="{229F825E-E83B-4B04-8D33-FD3A114577F2}" presName="thinLine2b" presStyleLbl="callout" presStyleIdx="7" presStyleCnt="8"/>
      <dgm:spPr/>
    </dgm:pt>
    <dgm:pt modelId="{1E7F286E-089C-7540-BA3E-87B9E7182B85}" type="pres">
      <dgm:prSet presAssocID="{229F825E-E83B-4B04-8D33-FD3A114577F2}" presName="vertSpace2b" presStyleCnt="0"/>
      <dgm:spPr/>
    </dgm:pt>
  </dgm:ptLst>
  <dgm:cxnLst>
    <dgm:cxn modelId="{6AEAA501-5841-6D4D-AC0E-5CD12C3BD671}" type="presOf" srcId="{6C9E6C98-986F-4B58-BA40-461D1207A2C7}" destId="{E4FC91F1-CFA9-0E4A-8848-1705253FEC2A}" srcOrd="0" destOrd="0" presId="urn:microsoft.com/office/officeart/2008/layout/LinedList"/>
    <dgm:cxn modelId="{55488425-5F0E-5A4C-8A14-6719379FF300}" type="presOf" srcId="{E35D8302-AAD1-4CDF-AF47-A12A2184EF6C}" destId="{AC3463AD-57F0-7447-8622-7E0D07E37E99}" srcOrd="0" destOrd="0" presId="urn:microsoft.com/office/officeart/2008/layout/LinedList"/>
    <dgm:cxn modelId="{D8C5AE38-0635-4E47-8518-1822E37DE738}" type="presOf" srcId="{F8CF6B61-7B16-4248-8C1C-701C233556E7}" destId="{A0302D7D-67BD-9A46-9DCD-07FE4F25E48B}" srcOrd="0" destOrd="0" presId="urn:microsoft.com/office/officeart/2008/layout/LinedList"/>
    <dgm:cxn modelId="{6DFA2C62-923F-4650-8323-887DE726DD38}" srcId="{DB960042-AD0E-4704-A2BB-70A961BD7CC7}" destId="{9B8707E9-2A3E-4A86-8E9D-AF8A75B5C4CC}" srcOrd="6" destOrd="0" parTransId="{465E66CC-75BF-4B54-9CE5-257E7D7E318E}" sibTransId="{08DF97FD-24E4-463D-B8F5-A93812EFB903}"/>
    <dgm:cxn modelId="{8463FD42-830F-4F7F-BAFB-434E6F4270BD}" srcId="{DB960042-AD0E-4704-A2BB-70A961BD7CC7}" destId="{34F220FE-3B2C-472F-A708-0DA2CBC064B8}" srcOrd="1" destOrd="0" parTransId="{E991D956-9B9F-4AB1-BE18-8CFDF71B45E0}" sibTransId="{C721FA9C-DB37-460F-A4DD-CE649F7CD05E}"/>
    <dgm:cxn modelId="{F9588378-B9C8-3045-B446-0EF96DE0AB69}" type="presOf" srcId="{9B8707E9-2A3E-4A86-8E9D-AF8A75B5C4CC}" destId="{CABC014E-5534-1E4C-99F9-4B6041B8002A}" srcOrd="0" destOrd="0" presId="urn:microsoft.com/office/officeart/2008/layout/LinedList"/>
    <dgm:cxn modelId="{5AA9DC78-CFA8-B643-98D6-DE6B637581E0}" type="presOf" srcId="{A775CD44-E871-4C49-8CAF-63EBEB95B4C4}" destId="{BA682FD4-4C7E-7645-934E-6B270DC62CD9}" srcOrd="0" destOrd="0" presId="urn:microsoft.com/office/officeart/2008/layout/LinedList"/>
    <dgm:cxn modelId="{EDFC1A7C-FF15-F348-A872-CF81429B4ADE}" type="presOf" srcId="{B8E382C1-3AFE-4777-948F-8A34C1E24249}" destId="{8C033FC6-8806-354E-9B49-ABCF2B24E6CC}" srcOrd="0" destOrd="0" presId="urn:microsoft.com/office/officeart/2008/layout/LinedList"/>
    <dgm:cxn modelId="{E84BBD88-ADF5-B447-8CCF-7DEB0B2626FE}" type="presOf" srcId="{DB960042-AD0E-4704-A2BB-70A961BD7CC7}" destId="{1F4FDFD0-809A-E544-8C9C-2580290868D7}" srcOrd="0" destOrd="0" presId="urn:microsoft.com/office/officeart/2008/layout/LinedList"/>
    <dgm:cxn modelId="{9960428E-0E9B-9E45-AFE6-F04805F39C74}" type="presOf" srcId="{229F825E-E83B-4B04-8D33-FD3A114577F2}" destId="{05C1F8D2-0D8E-924B-A5A0-5635CAB51985}" srcOrd="0" destOrd="0" presId="urn:microsoft.com/office/officeart/2008/layout/LinedList"/>
    <dgm:cxn modelId="{E2E25292-CF9C-4579-BCBC-8A6814DEDF4E}" srcId="{58776D31-8979-4D1B-9A86-256B0049D94B}" destId="{DB960042-AD0E-4704-A2BB-70A961BD7CC7}" srcOrd="0" destOrd="0" parTransId="{10F15865-5AEE-43BF-9F7B-821792197047}" sibTransId="{204892CD-7C5F-431A-9502-D964724B4725}"/>
    <dgm:cxn modelId="{1C245AA4-7E78-4391-BB4D-E9BBC9131279}" srcId="{DB960042-AD0E-4704-A2BB-70A961BD7CC7}" destId="{229F825E-E83B-4B04-8D33-FD3A114577F2}" srcOrd="7" destOrd="0" parTransId="{08094FD0-65C1-4A2E-8BBA-37ECCBFBCBA1}" sibTransId="{F0E3F4F7-139E-422B-AC06-521257DDC439}"/>
    <dgm:cxn modelId="{7B020EA7-AB23-4CA1-93A6-C52F6EB89978}" srcId="{DB960042-AD0E-4704-A2BB-70A961BD7CC7}" destId="{F8CF6B61-7B16-4248-8C1C-701C233556E7}" srcOrd="0" destOrd="0" parTransId="{05F84D56-BE3A-4F2D-BD69-72BD6BEA8098}" sibTransId="{06E241E5-E7B1-464F-A418-B689521019F7}"/>
    <dgm:cxn modelId="{46BED0B9-3905-4056-99AB-4FB482CA9B4F}" srcId="{DB960042-AD0E-4704-A2BB-70A961BD7CC7}" destId="{E35D8302-AAD1-4CDF-AF47-A12A2184EF6C}" srcOrd="2" destOrd="0" parTransId="{79AE807B-F851-4507-A928-ADA5977EBBE3}" sibTransId="{448EBA72-1064-4D21-86E4-A17224E4018A}"/>
    <dgm:cxn modelId="{1F8993BF-4E12-40BA-9960-8E262FA19C9A}" srcId="{DB960042-AD0E-4704-A2BB-70A961BD7CC7}" destId="{6C9E6C98-986F-4B58-BA40-461D1207A2C7}" srcOrd="5" destOrd="0" parTransId="{C78CF930-9FDD-42E2-ABAB-C13E9621EFFF}" sibTransId="{31517998-F3FB-42DF-AF12-BD9FD9F7E1CE}"/>
    <dgm:cxn modelId="{58E81CCE-0860-6A4A-9A9C-A5BF393959F0}" type="presOf" srcId="{58776D31-8979-4D1B-9A86-256B0049D94B}" destId="{2D943F78-24BC-C943-91ED-07791997E7AB}" srcOrd="0" destOrd="0" presId="urn:microsoft.com/office/officeart/2008/layout/LinedList"/>
    <dgm:cxn modelId="{06A745CF-F118-B445-8248-AFC963B20301}" type="presOf" srcId="{34F220FE-3B2C-472F-A708-0DA2CBC064B8}" destId="{1D53FFF5-7D98-7B48-BBEC-B051D7A637DF}" srcOrd="0" destOrd="0" presId="urn:microsoft.com/office/officeart/2008/layout/LinedList"/>
    <dgm:cxn modelId="{A2D149D5-CAE6-442A-B958-27DD289B4B3B}" srcId="{DB960042-AD0E-4704-A2BB-70A961BD7CC7}" destId="{A775CD44-E871-4C49-8CAF-63EBEB95B4C4}" srcOrd="3" destOrd="0" parTransId="{DA954559-FD13-4FB1-BC3C-F4FA05E0BD26}" sibTransId="{8D0745C9-0192-4E3C-8B72-7F299457D6EC}"/>
    <dgm:cxn modelId="{FDFDF2E7-9DDD-45A0-B165-7987572E4287}" srcId="{DB960042-AD0E-4704-A2BB-70A961BD7CC7}" destId="{B8E382C1-3AFE-4777-948F-8A34C1E24249}" srcOrd="4" destOrd="0" parTransId="{46D2B654-191B-4AF2-B6FD-3AE8FB52B65F}" sibTransId="{921E36DC-5E71-4B41-8716-2433D74AD5E9}"/>
    <dgm:cxn modelId="{4A167692-D699-8048-9A1A-9D1D7C77746D}" type="presParOf" srcId="{2D943F78-24BC-C943-91ED-07791997E7AB}" destId="{33B2E41D-7DF9-7749-B420-CCDE8388369E}" srcOrd="0" destOrd="0" presId="urn:microsoft.com/office/officeart/2008/layout/LinedList"/>
    <dgm:cxn modelId="{B23E9359-5221-9047-B8BF-A3EA313D4F49}" type="presParOf" srcId="{2D943F78-24BC-C943-91ED-07791997E7AB}" destId="{87124BE4-A2A6-4140-9176-A0B4E9CC94F2}" srcOrd="1" destOrd="0" presId="urn:microsoft.com/office/officeart/2008/layout/LinedList"/>
    <dgm:cxn modelId="{3973AC39-AE09-664A-9EDB-8F6FC212C003}" type="presParOf" srcId="{87124BE4-A2A6-4140-9176-A0B4E9CC94F2}" destId="{1F4FDFD0-809A-E544-8C9C-2580290868D7}" srcOrd="0" destOrd="0" presId="urn:microsoft.com/office/officeart/2008/layout/LinedList"/>
    <dgm:cxn modelId="{2BFEB8AB-0A55-5944-9007-83D189392791}" type="presParOf" srcId="{87124BE4-A2A6-4140-9176-A0B4E9CC94F2}" destId="{6687508B-C846-614F-90AB-A6DDC4E85C01}" srcOrd="1" destOrd="0" presId="urn:microsoft.com/office/officeart/2008/layout/LinedList"/>
    <dgm:cxn modelId="{0156AAB2-8827-F64C-8A1B-828E4EF9BF40}" type="presParOf" srcId="{6687508B-C846-614F-90AB-A6DDC4E85C01}" destId="{2C969BC4-3B3D-424F-ABA3-35EF0F504031}" srcOrd="0" destOrd="0" presId="urn:microsoft.com/office/officeart/2008/layout/LinedList"/>
    <dgm:cxn modelId="{D32118BA-7612-A64B-8B34-8793C861C10D}" type="presParOf" srcId="{6687508B-C846-614F-90AB-A6DDC4E85C01}" destId="{EFBCD1E3-ACF6-074C-A630-F5183828B521}" srcOrd="1" destOrd="0" presId="urn:microsoft.com/office/officeart/2008/layout/LinedList"/>
    <dgm:cxn modelId="{4CE376AD-989C-6047-9E74-309213DCA09D}" type="presParOf" srcId="{EFBCD1E3-ACF6-074C-A630-F5183828B521}" destId="{26982B8D-CC55-0344-9062-35384F67BC30}" srcOrd="0" destOrd="0" presId="urn:microsoft.com/office/officeart/2008/layout/LinedList"/>
    <dgm:cxn modelId="{98403FED-C577-AB42-A4EE-2B89D121D740}" type="presParOf" srcId="{EFBCD1E3-ACF6-074C-A630-F5183828B521}" destId="{A0302D7D-67BD-9A46-9DCD-07FE4F25E48B}" srcOrd="1" destOrd="0" presId="urn:microsoft.com/office/officeart/2008/layout/LinedList"/>
    <dgm:cxn modelId="{6621B343-40AB-3745-98D3-50206B410679}" type="presParOf" srcId="{EFBCD1E3-ACF6-074C-A630-F5183828B521}" destId="{211070E3-A510-E14D-A6CB-1A4F24693DD0}" srcOrd="2" destOrd="0" presId="urn:microsoft.com/office/officeart/2008/layout/LinedList"/>
    <dgm:cxn modelId="{00738D37-9C15-8744-947C-B24CEFF2C317}" type="presParOf" srcId="{6687508B-C846-614F-90AB-A6DDC4E85C01}" destId="{6390FB93-4937-624F-B3EA-79C999349F1B}" srcOrd="2" destOrd="0" presId="urn:microsoft.com/office/officeart/2008/layout/LinedList"/>
    <dgm:cxn modelId="{EED50C10-F5F6-0046-B750-BA310479B0AA}" type="presParOf" srcId="{6687508B-C846-614F-90AB-A6DDC4E85C01}" destId="{82D2A67E-1AE8-D443-8230-A5D2579EB784}" srcOrd="3" destOrd="0" presId="urn:microsoft.com/office/officeart/2008/layout/LinedList"/>
    <dgm:cxn modelId="{AA87AA1A-0446-D642-B74B-F923A88B1F7D}" type="presParOf" srcId="{6687508B-C846-614F-90AB-A6DDC4E85C01}" destId="{FEEA8553-5FFC-714F-9CD7-85CA05DC2F52}" srcOrd="4" destOrd="0" presId="urn:microsoft.com/office/officeart/2008/layout/LinedList"/>
    <dgm:cxn modelId="{34F9BBE4-96B2-AB49-A400-05D29FF9E216}" type="presParOf" srcId="{FEEA8553-5FFC-714F-9CD7-85CA05DC2F52}" destId="{25E13D1C-AD70-974F-BCD5-C4B2A2CC5A4A}" srcOrd="0" destOrd="0" presId="urn:microsoft.com/office/officeart/2008/layout/LinedList"/>
    <dgm:cxn modelId="{8BC538BA-5C3E-654F-84B3-90711D99D59E}" type="presParOf" srcId="{FEEA8553-5FFC-714F-9CD7-85CA05DC2F52}" destId="{1D53FFF5-7D98-7B48-BBEC-B051D7A637DF}" srcOrd="1" destOrd="0" presId="urn:microsoft.com/office/officeart/2008/layout/LinedList"/>
    <dgm:cxn modelId="{344E806A-AE39-B841-B177-D42582E7C3F3}" type="presParOf" srcId="{FEEA8553-5FFC-714F-9CD7-85CA05DC2F52}" destId="{5669A582-5B4E-E840-8C6C-8A038C320069}" srcOrd="2" destOrd="0" presId="urn:microsoft.com/office/officeart/2008/layout/LinedList"/>
    <dgm:cxn modelId="{E029AF89-F2E6-AB4E-A59C-6F46C38326D3}" type="presParOf" srcId="{6687508B-C846-614F-90AB-A6DDC4E85C01}" destId="{CD8CF8E1-9317-E241-B510-9E4DE363BCB2}" srcOrd="5" destOrd="0" presId="urn:microsoft.com/office/officeart/2008/layout/LinedList"/>
    <dgm:cxn modelId="{C9E7C55F-0A51-174C-ABDB-0DD996358148}" type="presParOf" srcId="{6687508B-C846-614F-90AB-A6DDC4E85C01}" destId="{46EE70D1-45F4-984A-878E-A3D52DEF3FFC}" srcOrd="6" destOrd="0" presId="urn:microsoft.com/office/officeart/2008/layout/LinedList"/>
    <dgm:cxn modelId="{4EE4A53D-49A1-734E-BB9A-F88273ECD7FF}" type="presParOf" srcId="{6687508B-C846-614F-90AB-A6DDC4E85C01}" destId="{741657FC-F251-7643-9B6A-EBB33687E3B7}" srcOrd="7" destOrd="0" presId="urn:microsoft.com/office/officeart/2008/layout/LinedList"/>
    <dgm:cxn modelId="{5CF34964-369B-4E45-9376-EB4F12FFDF27}" type="presParOf" srcId="{741657FC-F251-7643-9B6A-EBB33687E3B7}" destId="{0781B8D9-0E50-7141-93F2-58EED7BF0199}" srcOrd="0" destOrd="0" presId="urn:microsoft.com/office/officeart/2008/layout/LinedList"/>
    <dgm:cxn modelId="{A87F7540-12A7-5F47-BC4E-DBC95B69AE3D}" type="presParOf" srcId="{741657FC-F251-7643-9B6A-EBB33687E3B7}" destId="{AC3463AD-57F0-7447-8622-7E0D07E37E99}" srcOrd="1" destOrd="0" presId="urn:microsoft.com/office/officeart/2008/layout/LinedList"/>
    <dgm:cxn modelId="{1B9CCDE0-B3E4-6842-BB11-87D163E0B852}" type="presParOf" srcId="{741657FC-F251-7643-9B6A-EBB33687E3B7}" destId="{F8251F89-D177-CE42-9F9A-532715A10C30}" srcOrd="2" destOrd="0" presId="urn:microsoft.com/office/officeart/2008/layout/LinedList"/>
    <dgm:cxn modelId="{50F4BD1B-3D26-0C4D-964D-98D758F52622}" type="presParOf" srcId="{6687508B-C846-614F-90AB-A6DDC4E85C01}" destId="{C07CC96C-B4A5-0D4B-AA58-2C806CCA9DAD}" srcOrd="8" destOrd="0" presId="urn:microsoft.com/office/officeart/2008/layout/LinedList"/>
    <dgm:cxn modelId="{2539B0DF-45BE-0042-8DD8-DB4A93FE9DB7}" type="presParOf" srcId="{6687508B-C846-614F-90AB-A6DDC4E85C01}" destId="{4F317341-1A61-B148-B6E2-A53010E921D3}" srcOrd="9" destOrd="0" presId="urn:microsoft.com/office/officeart/2008/layout/LinedList"/>
    <dgm:cxn modelId="{B89B01ED-B304-D34E-8526-5E6679EA0E4F}" type="presParOf" srcId="{6687508B-C846-614F-90AB-A6DDC4E85C01}" destId="{D4F918AC-C6EE-7949-8E27-A8F4B92CA4BD}" srcOrd="10" destOrd="0" presId="urn:microsoft.com/office/officeart/2008/layout/LinedList"/>
    <dgm:cxn modelId="{5A2AFDC4-B77D-F849-B10F-7E8E4D95ED64}" type="presParOf" srcId="{D4F918AC-C6EE-7949-8E27-A8F4B92CA4BD}" destId="{6C4CF6DE-8B74-264D-991B-0D9E8AC0C553}" srcOrd="0" destOrd="0" presId="urn:microsoft.com/office/officeart/2008/layout/LinedList"/>
    <dgm:cxn modelId="{E3950C97-7AE9-7741-955B-DEE75C6173A8}" type="presParOf" srcId="{D4F918AC-C6EE-7949-8E27-A8F4B92CA4BD}" destId="{BA682FD4-4C7E-7645-934E-6B270DC62CD9}" srcOrd="1" destOrd="0" presId="urn:microsoft.com/office/officeart/2008/layout/LinedList"/>
    <dgm:cxn modelId="{500AB25D-E433-AF4C-AB82-4A631C2C2C7B}" type="presParOf" srcId="{D4F918AC-C6EE-7949-8E27-A8F4B92CA4BD}" destId="{21F67E6D-64AD-0047-869E-5D719470C11E}" srcOrd="2" destOrd="0" presId="urn:microsoft.com/office/officeart/2008/layout/LinedList"/>
    <dgm:cxn modelId="{12D06E78-FA4B-3247-9D4A-D3546CECB93A}" type="presParOf" srcId="{6687508B-C846-614F-90AB-A6DDC4E85C01}" destId="{515ED7CA-EE46-BF4C-BBB5-D93B74E7F2C3}" srcOrd="11" destOrd="0" presId="urn:microsoft.com/office/officeart/2008/layout/LinedList"/>
    <dgm:cxn modelId="{CB8BD23F-F2AE-DB46-8EFC-88CEC100D267}" type="presParOf" srcId="{6687508B-C846-614F-90AB-A6DDC4E85C01}" destId="{B276C374-9A5B-E844-A9E4-D28EB1389735}" srcOrd="12" destOrd="0" presId="urn:microsoft.com/office/officeart/2008/layout/LinedList"/>
    <dgm:cxn modelId="{987CE1BE-6117-5B4E-8EBC-05C2F828AA50}" type="presParOf" srcId="{6687508B-C846-614F-90AB-A6DDC4E85C01}" destId="{E9587E18-4EC7-E04F-99E4-06F91D7AE31D}" srcOrd="13" destOrd="0" presId="urn:microsoft.com/office/officeart/2008/layout/LinedList"/>
    <dgm:cxn modelId="{71951AF2-90D4-A54C-BC32-2CFA4C833843}" type="presParOf" srcId="{E9587E18-4EC7-E04F-99E4-06F91D7AE31D}" destId="{0CE009B9-CF38-8445-8857-E35D0B9BA39B}" srcOrd="0" destOrd="0" presId="urn:microsoft.com/office/officeart/2008/layout/LinedList"/>
    <dgm:cxn modelId="{F2E1027F-E038-0C4E-AE69-CD0ACA441F1A}" type="presParOf" srcId="{E9587E18-4EC7-E04F-99E4-06F91D7AE31D}" destId="{8C033FC6-8806-354E-9B49-ABCF2B24E6CC}" srcOrd="1" destOrd="0" presId="urn:microsoft.com/office/officeart/2008/layout/LinedList"/>
    <dgm:cxn modelId="{C20F9FA9-DDE1-6B45-8641-435B837C7AFA}" type="presParOf" srcId="{E9587E18-4EC7-E04F-99E4-06F91D7AE31D}" destId="{42E5DFCE-32C3-734B-A787-2D9B449844C6}" srcOrd="2" destOrd="0" presId="urn:microsoft.com/office/officeart/2008/layout/LinedList"/>
    <dgm:cxn modelId="{D2736A75-C9CE-7D4F-898D-A42922217952}" type="presParOf" srcId="{6687508B-C846-614F-90AB-A6DDC4E85C01}" destId="{39078533-B26C-B146-9CBA-56380DB8EE0F}" srcOrd="14" destOrd="0" presId="urn:microsoft.com/office/officeart/2008/layout/LinedList"/>
    <dgm:cxn modelId="{634F952D-EA9C-9543-9DF9-386CF30D78A3}" type="presParOf" srcId="{6687508B-C846-614F-90AB-A6DDC4E85C01}" destId="{0546AC70-48A4-6F4C-8A06-654005373741}" srcOrd="15" destOrd="0" presId="urn:microsoft.com/office/officeart/2008/layout/LinedList"/>
    <dgm:cxn modelId="{AB990DC6-51BB-B542-963B-7C8C90EF4AA2}" type="presParOf" srcId="{6687508B-C846-614F-90AB-A6DDC4E85C01}" destId="{71E91C71-8388-7442-AE38-F9755F80AB2F}" srcOrd="16" destOrd="0" presId="urn:microsoft.com/office/officeart/2008/layout/LinedList"/>
    <dgm:cxn modelId="{EEEB8D6E-A5FB-5A45-8BEC-0FD530D37297}" type="presParOf" srcId="{71E91C71-8388-7442-AE38-F9755F80AB2F}" destId="{8A07DDD0-DC26-5C41-9F19-2137462335D1}" srcOrd="0" destOrd="0" presId="urn:microsoft.com/office/officeart/2008/layout/LinedList"/>
    <dgm:cxn modelId="{4DFBA0C2-E6CA-BE40-AE1E-5E333FCABD15}" type="presParOf" srcId="{71E91C71-8388-7442-AE38-F9755F80AB2F}" destId="{E4FC91F1-CFA9-0E4A-8848-1705253FEC2A}" srcOrd="1" destOrd="0" presId="urn:microsoft.com/office/officeart/2008/layout/LinedList"/>
    <dgm:cxn modelId="{B3DE5163-AD81-ED4A-AE81-491059D6D589}" type="presParOf" srcId="{71E91C71-8388-7442-AE38-F9755F80AB2F}" destId="{8C3474EB-4377-2E4E-8938-483064FA6716}" srcOrd="2" destOrd="0" presId="urn:microsoft.com/office/officeart/2008/layout/LinedList"/>
    <dgm:cxn modelId="{D8DEBA4E-EF12-2948-AAB0-F138F73C3B2A}" type="presParOf" srcId="{6687508B-C846-614F-90AB-A6DDC4E85C01}" destId="{A2A01930-6BC9-8940-9690-BB432DDE15AF}" srcOrd="17" destOrd="0" presId="urn:microsoft.com/office/officeart/2008/layout/LinedList"/>
    <dgm:cxn modelId="{C70742F6-9343-1C46-AB25-996C12A81F2E}" type="presParOf" srcId="{6687508B-C846-614F-90AB-A6DDC4E85C01}" destId="{EEE92A84-3EA9-774F-8240-156D9D3A0E15}" srcOrd="18" destOrd="0" presId="urn:microsoft.com/office/officeart/2008/layout/LinedList"/>
    <dgm:cxn modelId="{B98DBCE4-3DE6-8646-9338-FD29C03C2923}" type="presParOf" srcId="{6687508B-C846-614F-90AB-A6DDC4E85C01}" destId="{53F37DEC-786F-6041-A8B9-4506E66DDD75}" srcOrd="19" destOrd="0" presId="urn:microsoft.com/office/officeart/2008/layout/LinedList"/>
    <dgm:cxn modelId="{DC8EF717-33B0-4A4F-83B6-E2D3EFE84467}" type="presParOf" srcId="{53F37DEC-786F-6041-A8B9-4506E66DDD75}" destId="{394EDCE8-7AF2-094D-95DA-A91451B99C23}" srcOrd="0" destOrd="0" presId="urn:microsoft.com/office/officeart/2008/layout/LinedList"/>
    <dgm:cxn modelId="{ADEB5208-692D-5747-9E5E-17AD24AF01E0}" type="presParOf" srcId="{53F37DEC-786F-6041-A8B9-4506E66DDD75}" destId="{CABC014E-5534-1E4C-99F9-4B6041B8002A}" srcOrd="1" destOrd="0" presId="urn:microsoft.com/office/officeart/2008/layout/LinedList"/>
    <dgm:cxn modelId="{DD522E53-CCA7-8A48-B99D-1030F36CECFB}" type="presParOf" srcId="{53F37DEC-786F-6041-A8B9-4506E66DDD75}" destId="{92F01327-2BB5-3A4F-AC52-C339674907F7}" srcOrd="2" destOrd="0" presId="urn:microsoft.com/office/officeart/2008/layout/LinedList"/>
    <dgm:cxn modelId="{12B37578-3CE4-254E-9ABB-2D51B6542427}" type="presParOf" srcId="{6687508B-C846-614F-90AB-A6DDC4E85C01}" destId="{E66B8745-6806-8046-96CD-5182E809E21A}" srcOrd="20" destOrd="0" presId="urn:microsoft.com/office/officeart/2008/layout/LinedList"/>
    <dgm:cxn modelId="{94DB2F3E-E965-6D4C-9C63-FAEBD4B26B51}" type="presParOf" srcId="{6687508B-C846-614F-90AB-A6DDC4E85C01}" destId="{54CE409A-AE52-C147-AA6D-E2F2E42E87F6}" srcOrd="21" destOrd="0" presId="urn:microsoft.com/office/officeart/2008/layout/LinedList"/>
    <dgm:cxn modelId="{A171C57B-C004-BA43-AE2C-40FAFECD601E}" type="presParOf" srcId="{6687508B-C846-614F-90AB-A6DDC4E85C01}" destId="{E5DCA154-8802-DC40-BB53-DD362517EACB}" srcOrd="22" destOrd="0" presId="urn:microsoft.com/office/officeart/2008/layout/LinedList"/>
    <dgm:cxn modelId="{A2C2E5B9-7D35-8948-AEC7-43FB180C9063}" type="presParOf" srcId="{E5DCA154-8802-DC40-BB53-DD362517EACB}" destId="{94FC8E5E-44BE-4247-B6B2-CCF2A89F8AD5}" srcOrd="0" destOrd="0" presId="urn:microsoft.com/office/officeart/2008/layout/LinedList"/>
    <dgm:cxn modelId="{3E9B0298-C290-B04B-B1C5-37DAC9F471AC}" type="presParOf" srcId="{E5DCA154-8802-DC40-BB53-DD362517EACB}" destId="{05C1F8D2-0D8E-924B-A5A0-5635CAB51985}" srcOrd="1" destOrd="0" presId="urn:microsoft.com/office/officeart/2008/layout/LinedList"/>
    <dgm:cxn modelId="{15388E43-7984-9044-82DA-00A53E9B3368}" type="presParOf" srcId="{E5DCA154-8802-DC40-BB53-DD362517EACB}" destId="{812CABDA-E4B7-C84E-9CA3-546F905671CF}" srcOrd="2" destOrd="0" presId="urn:microsoft.com/office/officeart/2008/layout/LinedList"/>
    <dgm:cxn modelId="{66B219CF-0E7D-6E4E-BEF2-5DDB2CC166F8}" type="presParOf" srcId="{6687508B-C846-614F-90AB-A6DDC4E85C01}" destId="{E326E215-0584-F441-AAF9-D654D3A48E08}" srcOrd="23" destOrd="0" presId="urn:microsoft.com/office/officeart/2008/layout/LinedList"/>
    <dgm:cxn modelId="{6EEC6D4D-8E0D-154A-8AA3-0DEB682994B3}" type="presParOf" srcId="{6687508B-C846-614F-90AB-A6DDC4E85C01}" destId="{1E7F286E-089C-7540-BA3E-87B9E7182B85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8C6F2E-7A54-4608-9DBB-F00C50C4C240}" type="doc">
      <dgm:prSet loTypeId="urn:microsoft.com/office/officeart/2008/layout/Line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E87378-E2DA-43C0-A31C-EA92DA9BC07D}">
      <dgm:prSet/>
      <dgm:spPr/>
      <dgm:t>
        <a:bodyPr/>
        <a:lstStyle/>
        <a:p>
          <a:r>
            <a:rPr lang="en-GB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Protocols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D2AAE13-37D1-4F5B-8C4B-F2B7EFDFC1DD}" type="parTrans" cxnId="{D6FE3FE7-667F-4737-93AE-FB13B2038628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CFE3542-8052-4121-BC0B-771C3A36B527}" type="sibTrans" cxnId="{D6FE3FE7-667F-4737-93AE-FB13B2038628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2C5C578-CD4A-4695-B73C-0D628D0994FF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Give credit to the person who created the protocol, if it was not you.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8E52069-AE17-49CE-9998-E97ABC3EAFB5}" type="parTrans" cxnId="{6BFD7E7C-F051-4C82-A0CC-77F9DFB853CC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EDF3D58-97F2-4ED0-97A9-9B9E1F2C965E}" type="sibTrans" cxnId="{6BFD7E7C-F051-4C82-A0CC-77F9DFB853CC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440CA31-3D04-419B-8BFD-732E6F8DDD59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Complete and detailed instructions describing why and how to do an experiment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4D04BFA-ED3C-450D-BA52-7163C1E480E2}" type="parTrans" cxnId="{CEA95877-C5FF-4859-B6F7-4760B8ED1E29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49FDAAD-DCED-490D-B417-E6BE9B2CF334}" type="sibTrans" cxnId="{CEA95877-C5FF-4859-B6F7-4760B8ED1E29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F644EE1-226D-4A20-A032-0758DDC42368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What special materials and instruments are being used and where they were obtained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E48B41D-194F-4624-945B-2A14B8A15BBD}" type="parTrans" cxnId="{77C95AE1-575B-4123-820E-69B41643A87A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7DA8315-AF4B-4D93-90E3-B3C665C7B284}" type="sibTrans" cxnId="{77C95AE1-575B-4123-820E-69B41643A87A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7BC6B3B-CDF3-4D10-B624-8A3C377BE181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Health and safety advice and how to dispose of waste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68B951C-F15F-4AA3-B956-78F0FC8B1BA3}" type="parTrans" cxnId="{41C15811-E632-4119-85AF-049DB4DDD027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2FC2E58-39F8-4C3E-8348-49AF83413FAA}" type="sibTrans" cxnId="{41C15811-E632-4119-85AF-049DB4DDD027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49C9A44-259C-4A96-AF1E-14E60D1D5F6A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Allow repetition of your procedures and studies by yourself and others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9BA3A7B-69B2-4647-8215-7D8BC0546BEA}" type="parTrans" cxnId="{7A051971-D198-4085-A2DF-8B6A75C38D61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B08787A-AEFA-4C31-920B-FCBA9D761A9F}" type="sibTrans" cxnId="{7A051971-D198-4085-A2DF-8B6A75C38D61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DB00123-E6C3-2B41-94FA-49CDD48C186C}" type="pres">
      <dgm:prSet presAssocID="{878C6F2E-7A54-4608-9DBB-F00C50C4C240}" presName="vert0" presStyleCnt="0">
        <dgm:presLayoutVars>
          <dgm:dir/>
          <dgm:animOne val="branch"/>
          <dgm:animLvl val="lvl"/>
        </dgm:presLayoutVars>
      </dgm:prSet>
      <dgm:spPr/>
    </dgm:pt>
    <dgm:pt modelId="{1FBE599D-9CC1-DB4A-911B-AF296C9AD64B}" type="pres">
      <dgm:prSet presAssocID="{6DE87378-E2DA-43C0-A31C-EA92DA9BC07D}" presName="thickLine" presStyleLbl="alignNode1" presStyleIdx="0" presStyleCnt="1"/>
      <dgm:spPr/>
    </dgm:pt>
    <dgm:pt modelId="{E58B7175-D6FA-4445-8565-3768DA338B78}" type="pres">
      <dgm:prSet presAssocID="{6DE87378-E2DA-43C0-A31C-EA92DA9BC07D}" presName="horz1" presStyleCnt="0"/>
      <dgm:spPr/>
    </dgm:pt>
    <dgm:pt modelId="{160B91B8-1B80-5C43-8D8A-BFDCAACB7187}" type="pres">
      <dgm:prSet presAssocID="{6DE87378-E2DA-43C0-A31C-EA92DA9BC07D}" presName="tx1" presStyleLbl="revTx" presStyleIdx="0" presStyleCnt="6"/>
      <dgm:spPr/>
    </dgm:pt>
    <dgm:pt modelId="{97FD714D-9915-7F4F-88F8-F273725BD416}" type="pres">
      <dgm:prSet presAssocID="{6DE87378-E2DA-43C0-A31C-EA92DA9BC07D}" presName="vert1" presStyleCnt="0"/>
      <dgm:spPr/>
    </dgm:pt>
    <dgm:pt modelId="{62DA8237-BB03-6D48-A999-6B3B71DD29A2}" type="pres">
      <dgm:prSet presAssocID="{82C5C578-CD4A-4695-B73C-0D628D0994FF}" presName="vertSpace2a" presStyleCnt="0"/>
      <dgm:spPr/>
    </dgm:pt>
    <dgm:pt modelId="{842422B5-2866-334A-B7F2-352D56F27254}" type="pres">
      <dgm:prSet presAssocID="{82C5C578-CD4A-4695-B73C-0D628D0994FF}" presName="horz2" presStyleCnt="0"/>
      <dgm:spPr/>
    </dgm:pt>
    <dgm:pt modelId="{FCD1E95F-DDF6-A744-8EDA-453E2EE5EFC0}" type="pres">
      <dgm:prSet presAssocID="{82C5C578-CD4A-4695-B73C-0D628D0994FF}" presName="horzSpace2" presStyleCnt="0"/>
      <dgm:spPr/>
    </dgm:pt>
    <dgm:pt modelId="{B53C1DD5-BEC5-0F4A-8BDB-C10B324534FE}" type="pres">
      <dgm:prSet presAssocID="{82C5C578-CD4A-4695-B73C-0D628D0994FF}" presName="tx2" presStyleLbl="revTx" presStyleIdx="1" presStyleCnt="6"/>
      <dgm:spPr/>
    </dgm:pt>
    <dgm:pt modelId="{5C3A2AEE-4F9A-D049-B563-ABD6F89D4362}" type="pres">
      <dgm:prSet presAssocID="{82C5C578-CD4A-4695-B73C-0D628D0994FF}" presName="vert2" presStyleCnt="0"/>
      <dgm:spPr/>
    </dgm:pt>
    <dgm:pt modelId="{38C65255-2901-0D41-8297-F188DEAC12E5}" type="pres">
      <dgm:prSet presAssocID="{82C5C578-CD4A-4695-B73C-0D628D0994FF}" presName="thinLine2b" presStyleLbl="callout" presStyleIdx="0" presStyleCnt="5"/>
      <dgm:spPr/>
    </dgm:pt>
    <dgm:pt modelId="{84C9B197-3B11-9341-BD8C-0E13664B3A88}" type="pres">
      <dgm:prSet presAssocID="{82C5C578-CD4A-4695-B73C-0D628D0994FF}" presName="vertSpace2b" presStyleCnt="0"/>
      <dgm:spPr/>
    </dgm:pt>
    <dgm:pt modelId="{4444FA9D-1EA0-5247-BC39-7E91476EC1B2}" type="pres">
      <dgm:prSet presAssocID="{B440CA31-3D04-419B-8BFD-732E6F8DDD59}" presName="horz2" presStyleCnt="0"/>
      <dgm:spPr/>
    </dgm:pt>
    <dgm:pt modelId="{1CC7409F-A1CA-A941-9B6D-897C9803A94C}" type="pres">
      <dgm:prSet presAssocID="{B440CA31-3D04-419B-8BFD-732E6F8DDD59}" presName="horzSpace2" presStyleCnt="0"/>
      <dgm:spPr/>
    </dgm:pt>
    <dgm:pt modelId="{599D97E3-AFA2-E747-8481-DF63C31A4247}" type="pres">
      <dgm:prSet presAssocID="{B440CA31-3D04-419B-8BFD-732E6F8DDD59}" presName="tx2" presStyleLbl="revTx" presStyleIdx="2" presStyleCnt="6"/>
      <dgm:spPr/>
    </dgm:pt>
    <dgm:pt modelId="{5187E53F-A1E9-4947-B20E-FA2594E94F71}" type="pres">
      <dgm:prSet presAssocID="{B440CA31-3D04-419B-8BFD-732E6F8DDD59}" presName="vert2" presStyleCnt="0"/>
      <dgm:spPr/>
    </dgm:pt>
    <dgm:pt modelId="{09C2D483-9AC4-7549-B05F-79A1F15B7055}" type="pres">
      <dgm:prSet presAssocID="{B440CA31-3D04-419B-8BFD-732E6F8DDD59}" presName="thinLine2b" presStyleLbl="callout" presStyleIdx="1" presStyleCnt="5"/>
      <dgm:spPr/>
    </dgm:pt>
    <dgm:pt modelId="{6EF80329-4F24-D94B-8306-A009176972D0}" type="pres">
      <dgm:prSet presAssocID="{B440CA31-3D04-419B-8BFD-732E6F8DDD59}" presName="vertSpace2b" presStyleCnt="0"/>
      <dgm:spPr/>
    </dgm:pt>
    <dgm:pt modelId="{E693D999-1F3E-AE4F-9120-37F6965296CB}" type="pres">
      <dgm:prSet presAssocID="{3F644EE1-226D-4A20-A032-0758DDC42368}" presName="horz2" presStyleCnt="0"/>
      <dgm:spPr/>
    </dgm:pt>
    <dgm:pt modelId="{14F6139D-85C8-9149-88C8-A9E1AC98BE4A}" type="pres">
      <dgm:prSet presAssocID="{3F644EE1-226D-4A20-A032-0758DDC42368}" presName="horzSpace2" presStyleCnt="0"/>
      <dgm:spPr/>
    </dgm:pt>
    <dgm:pt modelId="{64818E1D-80C0-8642-9615-CDC8128737A3}" type="pres">
      <dgm:prSet presAssocID="{3F644EE1-226D-4A20-A032-0758DDC42368}" presName="tx2" presStyleLbl="revTx" presStyleIdx="3" presStyleCnt="6"/>
      <dgm:spPr/>
    </dgm:pt>
    <dgm:pt modelId="{F9C08AF2-80D5-5448-BC12-B077E6D358EE}" type="pres">
      <dgm:prSet presAssocID="{3F644EE1-226D-4A20-A032-0758DDC42368}" presName="vert2" presStyleCnt="0"/>
      <dgm:spPr/>
    </dgm:pt>
    <dgm:pt modelId="{A84F19C0-B43C-C840-A927-06CC515CA8A9}" type="pres">
      <dgm:prSet presAssocID="{3F644EE1-226D-4A20-A032-0758DDC42368}" presName="thinLine2b" presStyleLbl="callout" presStyleIdx="2" presStyleCnt="5"/>
      <dgm:spPr/>
    </dgm:pt>
    <dgm:pt modelId="{4DDC5CE4-57E6-7A49-BB3B-3FA913AB2114}" type="pres">
      <dgm:prSet presAssocID="{3F644EE1-226D-4A20-A032-0758DDC42368}" presName="vertSpace2b" presStyleCnt="0"/>
      <dgm:spPr/>
    </dgm:pt>
    <dgm:pt modelId="{352736D0-ECBA-284B-B0BF-9324B9568171}" type="pres">
      <dgm:prSet presAssocID="{27BC6B3B-CDF3-4D10-B624-8A3C377BE181}" presName="horz2" presStyleCnt="0"/>
      <dgm:spPr/>
    </dgm:pt>
    <dgm:pt modelId="{E43D935A-D186-7147-9DC8-541522B5B219}" type="pres">
      <dgm:prSet presAssocID="{27BC6B3B-CDF3-4D10-B624-8A3C377BE181}" presName="horzSpace2" presStyleCnt="0"/>
      <dgm:spPr/>
    </dgm:pt>
    <dgm:pt modelId="{8D28621A-B44A-5444-ADD4-7715CCDC14D1}" type="pres">
      <dgm:prSet presAssocID="{27BC6B3B-CDF3-4D10-B624-8A3C377BE181}" presName="tx2" presStyleLbl="revTx" presStyleIdx="4" presStyleCnt="6"/>
      <dgm:spPr/>
    </dgm:pt>
    <dgm:pt modelId="{5E358218-60A9-494F-A41B-0552AA6A39DC}" type="pres">
      <dgm:prSet presAssocID="{27BC6B3B-CDF3-4D10-B624-8A3C377BE181}" presName="vert2" presStyleCnt="0"/>
      <dgm:spPr/>
    </dgm:pt>
    <dgm:pt modelId="{CF9A65D9-D8EB-F640-AB8E-E383CADAB721}" type="pres">
      <dgm:prSet presAssocID="{27BC6B3B-CDF3-4D10-B624-8A3C377BE181}" presName="thinLine2b" presStyleLbl="callout" presStyleIdx="3" presStyleCnt="5"/>
      <dgm:spPr/>
    </dgm:pt>
    <dgm:pt modelId="{6DBC6E95-80FD-8947-AC38-6DB314F7F296}" type="pres">
      <dgm:prSet presAssocID="{27BC6B3B-CDF3-4D10-B624-8A3C377BE181}" presName="vertSpace2b" presStyleCnt="0"/>
      <dgm:spPr/>
    </dgm:pt>
    <dgm:pt modelId="{B4DF78EB-2CF3-F944-8FFC-6F918974019D}" type="pres">
      <dgm:prSet presAssocID="{F49C9A44-259C-4A96-AF1E-14E60D1D5F6A}" presName="horz2" presStyleCnt="0"/>
      <dgm:spPr/>
    </dgm:pt>
    <dgm:pt modelId="{DA5A6661-B82C-BA4F-AC81-F95592C09C7A}" type="pres">
      <dgm:prSet presAssocID="{F49C9A44-259C-4A96-AF1E-14E60D1D5F6A}" presName="horzSpace2" presStyleCnt="0"/>
      <dgm:spPr/>
    </dgm:pt>
    <dgm:pt modelId="{58C4BCFF-8BA1-9F48-AC6B-EDB608B50DB3}" type="pres">
      <dgm:prSet presAssocID="{F49C9A44-259C-4A96-AF1E-14E60D1D5F6A}" presName="tx2" presStyleLbl="revTx" presStyleIdx="5" presStyleCnt="6"/>
      <dgm:spPr/>
    </dgm:pt>
    <dgm:pt modelId="{8CB8E1CB-3760-2042-BE4E-068BC9073156}" type="pres">
      <dgm:prSet presAssocID="{F49C9A44-259C-4A96-AF1E-14E60D1D5F6A}" presName="vert2" presStyleCnt="0"/>
      <dgm:spPr/>
    </dgm:pt>
    <dgm:pt modelId="{48BF1B1C-0C83-3248-8178-51F7B3DB8660}" type="pres">
      <dgm:prSet presAssocID="{F49C9A44-259C-4A96-AF1E-14E60D1D5F6A}" presName="thinLine2b" presStyleLbl="callout" presStyleIdx="4" presStyleCnt="5"/>
      <dgm:spPr/>
    </dgm:pt>
    <dgm:pt modelId="{BC553952-AF11-304D-AC94-000DBE3D39DA}" type="pres">
      <dgm:prSet presAssocID="{F49C9A44-259C-4A96-AF1E-14E60D1D5F6A}" presName="vertSpace2b" presStyleCnt="0"/>
      <dgm:spPr/>
    </dgm:pt>
  </dgm:ptLst>
  <dgm:cxnLst>
    <dgm:cxn modelId="{41C15811-E632-4119-85AF-049DB4DDD027}" srcId="{6DE87378-E2DA-43C0-A31C-EA92DA9BC07D}" destId="{27BC6B3B-CDF3-4D10-B624-8A3C377BE181}" srcOrd="3" destOrd="0" parTransId="{D68B951C-F15F-4AA3-B956-78F0FC8B1BA3}" sibTransId="{F2FC2E58-39F8-4C3E-8348-49AF83413FAA}"/>
    <dgm:cxn modelId="{1E6CFD1A-5E59-E541-BE84-E7F879686DB3}" type="presOf" srcId="{3F644EE1-226D-4A20-A032-0758DDC42368}" destId="{64818E1D-80C0-8642-9615-CDC8128737A3}" srcOrd="0" destOrd="0" presId="urn:microsoft.com/office/officeart/2008/layout/LinedList"/>
    <dgm:cxn modelId="{50E3C527-1A3F-794A-BD0D-64E06F456832}" type="presOf" srcId="{27BC6B3B-CDF3-4D10-B624-8A3C377BE181}" destId="{8D28621A-B44A-5444-ADD4-7715CCDC14D1}" srcOrd="0" destOrd="0" presId="urn:microsoft.com/office/officeart/2008/layout/LinedList"/>
    <dgm:cxn modelId="{153EDF36-40A4-FD48-80B4-3198C469CEDA}" type="presOf" srcId="{6DE87378-E2DA-43C0-A31C-EA92DA9BC07D}" destId="{160B91B8-1B80-5C43-8D8A-BFDCAACB7187}" srcOrd="0" destOrd="0" presId="urn:microsoft.com/office/officeart/2008/layout/LinedList"/>
    <dgm:cxn modelId="{72969146-BACF-344E-A781-F16B9C7159AD}" type="presOf" srcId="{F49C9A44-259C-4A96-AF1E-14E60D1D5F6A}" destId="{58C4BCFF-8BA1-9F48-AC6B-EDB608B50DB3}" srcOrd="0" destOrd="0" presId="urn:microsoft.com/office/officeart/2008/layout/LinedList"/>
    <dgm:cxn modelId="{7A051971-D198-4085-A2DF-8B6A75C38D61}" srcId="{6DE87378-E2DA-43C0-A31C-EA92DA9BC07D}" destId="{F49C9A44-259C-4A96-AF1E-14E60D1D5F6A}" srcOrd="4" destOrd="0" parTransId="{C9BA3A7B-69B2-4647-8215-7D8BC0546BEA}" sibTransId="{6B08787A-AEFA-4C31-920B-FCBA9D761A9F}"/>
    <dgm:cxn modelId="{19779353-F24E-E44C-9C35-77DAED758F16}" type="presOf" srcId="{878C6F2E-7A54-4608-9DBB-F00C50C4C240}" destId="{7DB00123-E6C3-2B41-94FA-49CDD48C186C}" srcOrd="0" destOrd="0" presId="urn:microsoft.com/office/officeart/2008/layout/LinedList"/>
    <dgm:cxn modelId="{CEA95877-C5FF-4859-B6F7-4760B8ED1E29}" srcId="{6DE87378-E2DA-43C0-A31C-EA92DA9BC07D}" destId="{B440CA31-3D04-419B-8BFD-732E6F8DDD59}" srcOrd="1" destOrd="0" parTransId="{34D04BFA-ED3C-450D-BA52-7163C1E480E2}" sibTransId="{049FDAAD-DCED-490D-B417-E6BE9B2CF334}"/>
    <dgm:cxn modelId="{6BFD7E7C-F051-4C82-A0CC-77F9DFB853CC}" srcId="{6DE87378-E2DA-43C0-A31C-EA92DA9BC07D}" destId="{82C5C578-CD4A-4695-B73C-0D628D0994FF}" srcOrd="0" destOrd="0" parTransId="{D8E52069-AE17-49CE-9998-E97ABC3EAFB5}" sibTransId="{EEDF3D58-97F2-4ED0-97A9-9B9E1F2C965E}"/>
    <dgm:cxn modelId="{F9574EC0-2B27-5940-8585-D7E3DB6AACF4}" type="presOf" srcId="{82C5C578-CD4A-4695-B73C-0D628D0994FF}" destId="{B53C1DD5-BEC5-0F4A-8BDB-C10B324534FE}" srcOrd="0" destOrd="0" presId="urn:microsoft.com/office/officeart/2008/layout/LinedList"/>
    <dgm:cxn modelId="{77C95AE1-575B-4123-820E-69B41643A87A}" srcId="{6DE87378-E2DA-43C0-A31C-EA92DA9BC07D}" destId="{3F644EE1-226D-4A20-A032-0758DDC42368}" srcOrd="2" destOrd="0" parTransId="{0E48B41D-194F-4624-945B-2A14B8A15BBD}" sibTransId="{37DA8315-AF4B-4D93-90E3-B3C665C7B284}"/>
    <dgm:cxn modelId="{D6FE3FE7-667F-4737-93AE-FB13B2038628}" srcId="{878C6F2E-7A54-4608-9DBB-F00C50C4C240}" destId="{6DE87378-E2DA-43C0-A31C-EA92DA9BC07D}" srcOrd="0" destOrd="0" parTransId="{7D2AAE13-37D1-4F5B-8C4B-F2B7EFDFC1DD}" sibTransId="{7CFE3542-8052-4121-BC0B-771C3A36B527}"/>
    <dgm:cxn modelId="{2A8171FB-9090-C54D-8D11-42E198296394}" type="presOf" srcId="{B440CA31-3D04-419B-8BFD-732E6F8DDD59}" destId="{599D97E3-AFA2-E747-8481-DF63C31A4247}" srcOrd="0" destOrd="0" presId="urn:microsoft.com/office/officeart/2008/layout/LinedList"/>
    <dgm:cxn modelId="{DB61BF2B-9308-4D4B-A3F6-BDFD6848223B}" type="presParOf" srcId="{7DB00123-E6C3-2B41-94FA-49CDD48C186C}" destId="{1FBE599D-9CC1-DB4A-911B-AF296C9AD64B}" srcOrd="0" destOrd="0" presId="urn:microsoft.com/office/officeart/2008/layout/LinedList"/>
    <dgm:cxn modelId="{A8558BAC-28D3-6942-8276-94FDD272BB43}" type="presParOf" srcId="{7DB00123-E6C3-2B41-94FA-49CDD48C186C}" destId="{E58B7175-D6FA-4445-8565-3768DA338B78}" srcOrd="1" destOrd="0" presId="urn:microsoft.com/office/officeart/2008/layout/LinedList"/>
    <dgm:cxn modelId="{CEDDAB07-144C-2147-AF77-C3FD14E9AF43}" type="presParOf" srcId="{E58B7175-D6FA-4445-8565-3768DA338B78}" destId="{160B91B8-1B80-5C43-8D8A-BFDCAACB7187}" srcOrd="0" destOrd="0" presId="urn:microsoft.com/office/officeart/2008/layout/LinedList"/>
    <dgm:cxn modelId="{9FCE7175-881A-7A49-BEBB-B37073AC3D22}" type="presParOf" srcId="{E58B7175-D6FA-4445-8565-3768DA338B78}" destId="{97FD714D-9915-7F4F-88F8-F273725BD416}" srcOrd="1" destOrd="0" presId="urn:microsoft.com/office/officeart/2008/layout/LinedList"/>
    <dgm:cxn modelId="{5E1435C6-4F1D-BB44-ABEE-7451FBF96FB1}" type="presParOf" srcId="{97FD714D-9915-7F4F-88F8-F273725BD416}" destId="{62DA8237-BB03-6D48-A999-6B3B71DD29A2}" srcOrd="0" destOrd="0" presId="urn:microsoft.com/office/officeart/2008/layout/LinedList"/>
    <dgm:cxn modelId="{1B0A4C32-66A3-924F-8E16-04FD39A62EC3}" type="presParOf" srcId="{97FD714D-9915-7F4F-88F8-F273725BD416}" destId="{842422B5-2866-334A-B7F2-352D56F27254}" srcOrd="1" destOrd="0" presId="urn:microsoft.com/office/officeart/2008/layout/LinedList"/>
    <dgm:cxn modelId="{C643839C-EA75-044A-979D-FE97FB23772D}" type="presParOf" srcId="{842422B5-2866-334A-B7F2-352D56F27254}" destId="{FCD1E95F-DDF6-A744-8EDA-453E2EE5EFC0}" srcOrd="0" destOrd="0" presId="urn:microsoft.com/office/officeart/2008/layout/LinedList"/>
    <dgm:cxn modelId="{F8AC127A-102C-0A4C-B725-97096E2EF9D1}" type="presParOf" srcId="{842422B5-2866-334A-B7F2-352D56F27254}" destId="{B53C1DD5-BEC5-0F4A-8BDB-C10B324534FE}" srcOrd="1" destOrd="0" presId="urn:microsoft.com/office/officeart/2008/layout/LinedList"/>
    <dgm:cxn modelId="{1FEF8A77-AE1C-DF40-A95D-34AAE7E7EE55}" type="presParOf" srcId="{842422B5-2866-334A-B7F2-352D56F27254}" destId="{5C3A2AEE-4F9A-D049-B563-ABD6F89D4362}" srcOrd="2" destOrd="0" presId="urn:microsoft.com/office/officeart/2008/layout/LinedList"/>
    <dgm:cxn modelId="{9BC48725-AB56-6046-99A6-2A193CFE0D7D}" type="presParOf" srcId="{97FD714D-9915-7F4F-88F8-F273725BD416}" destId="{38C65255-2901-0D41-8297-F188DEAC12E5}" srcOrd="2" destOrd="0" presId="urn:microsoft.com/office/officeart/2008/layout/LinedList"/>
    <dgm:cxn modelId="{7CD3FA6F-D136-9445-8093-CDD466152B69}" type="presParOf" srcId="{97FD714D-9915-7F4F-88F8-F273725BD416}" destId="{84C9B197-3B11-9341-BD8C-0E13664B3A88}" srcOrd="3" destOrd="0" presId="urn:microsoft.com/office/officeart/2008/layout/LinedList"/>
    <dgm:cxn modelId="{182349E1-5F61-C645-BFBD-93E9841D2864}" type="presParOf" srcId="{97FD714D-9915-7F4F-88F8-F273725BD416}" destId="{4444FA9D-1EA0-5247-BC39-7E91476EC1B2}" srcOrd="4" destOrd="0" presId="urn:microsoft.com/office/officeart/2008/layout/LinedList"/>
    <dgm:cxn modelId="{FEB65882-FD32-1D45-AA43-4E4BC59A1155}" type="presParOf" srcId="{4444FA9D-1EA0-5247-BC39-7E91476EC1B2}" destId="{1CC7409F-A1CA-A941-9B6D-897C9803A94C}" srcOrd="0" destOrd="0" presId="urn:microsoft.com/office/officeart/2008/layout/LinedList"/>
    <dgm:cxn modelId="{C33186B2-5FB2-9640-8A30-963A5955A896}" type="presParOf" srcId="{4444FA9D-1EA0-5247-BC39-7E91476EC1B2}" destId="{599D97E3-AFA2-E747-8481-DF63C31A4247}" srcOrd="1" destOrd="0" presId="urn:microsoft.com/office/officeart/2008/layout/LinedList"/>
    <dgm:cxn modelId="{C482A51D-FEAA-7E48-9112-A74E9E480702}" type="presParOf" srcId="{4444FA9D-1EA0-5247-BC39-7E91476EC1B2}" destId="{5187E53F-A1E9-4947-B20E-FA2594E94F71}" srcOrd="2" destOrd="0" presId="urn:microsoft.com/office/officeart/2008/layout/LinedList"/>
    <dgm:cxn modelId="{5EFB07B2-8C83-6A40-8C9D-F4629B41D2E4}" type="presParOf" srcId="{97FD714D-9915-7F4F-88F8-F273725BD416}" destId="{09C2D483-9AC4-7549-B05F-79A1F15B7055}" srcOrd="5" destOrd="0" presId="urn:microsoft.com/office/officeart/2008/layout/LinedList"/>
    <dgm:cxn modelId="{F501B066-A777-AB43-AE95-1BA5020F96A8}" type="presParOf" srcId="{97FD714D-9915-7F4F-88F8-F273725BD416}" destId="{6EF80329-4F24-D94B-8306-A009176972D0}" srcOrd="6" destOrd="0" presId="urn:microsoft.com/office/officeart/2008/layout/LinedList"/>
    <dgm:cxn modelId="{88E4A87C-C5C6-EA42-97CA-617D10FB32D4}" type="presParOf" srcId="{97FD714D-9915-7F4F-88F8-F273725BD416}" destId="{E693D999-1F3E-AE4F-9120-37F6965296CB}" srcOrd="7" destOrd="0" presId="urn:microsoft.com/office/officeart/2008/layout/LinedList"/>
    <dgm:cxn modelId="{01768A64-648C-4244-B6DA-24EA537B494E}" type="presParOf" srcId="{E693D999-1F3E-AE4F-9120-37F6965296CB}" destId="{14F6139D-85C8-9149-88C8-A9E1AC98BE4A}" srcOrd="0" destOrd="0" presId="urn:microsoft.com/office/officeart/2008/layout/LinedList"/>
    <dgm:cxn modelId="{8BF02FFD-69F1-DD43-A387-E6271F27B0AC}" type="presParOf" srcId="{E693D999-1F3E-AE4F-9120-37F6965296CB}" destId="{64818E1D-80C0-8642-9615-CDC8128737A3}" srcOrd="1" destOrd="0" presId="urn:microsoft.com/office/officeart/2008/layout/LinedList"/>
    <dgm:cxn modelId="{29241152-8D5F-F34F-AE71-B3A5A7663E42}" type="presParOf" srcId="{E693D999-1F3E-AE4F-9120-37F6965296CB}" destId="{F9C08AF2-80D5-5448-BC12-B077E6D358EE}" srcOrd="2" destOrd="0" presId="urn:microsoft.com/office/officeart/2008/layout/LinedList"/>
    <dgm:cxn modelId="{5D2A193D-2248-2F4D-8EF1-0EE57063CB78}" type="presParOf" srcId="{97FD714D-9915-7F4F-88F8-F273725BD416}" destId="{A84F19C0-B43C-C840-A927-06CC515CA8A9}" srcOrd="8" destOrd="0" presId="urn:microsoft.com/office/officeart/2008/layout/LinedList"/>
    <dgm:cxn modelId="{7EEF4836-3844-474C-BB90-D31B591DCC12}" type="presParOf" srcId="{97FD714D-9915-7F4F-88F8-F273725BD416}" destId="{4DDC5CE4-57E6-7A49-BB3B-3FA913AB2114}" srcOrd="9" destOrd="0" presId="urn:microsoft.com/office/officeart/2008/layout/LinedList"/>
    <dgm:cxn modelId="{C1776282-B436-5142-8351-7290160748E9}" type="presParOf" srcId="{97FD714D-9915-7F4F-88F8-F273725BD416}" destId="{352736D0-ECBA-284B-B0BF-9324B9568171}" srcOrd="10" destOrd="0" presId="urn:microsoft.com/office/officeart/2008/layout/LinedList"/>
    <dgm:cxn modelId="{1F90780C-604A-254F-A958-D56481423028}" type="presParOf" srcId="{352736D0-ECBA-284B-B0BF-9324B9568171}" destId="{E43D935A-D186-7147-9DC8-541522B5B219}" srcOrd="0" destOrd="0" presId="urn:microsoft.com/office/officeart/2008/layout/LinedList"/>
    <dgm:cxn modelId="{E0E684E7-5488-6540-8593-02B64A0E6CFC}" type="presParOf" srcId="{352736D0-ECBA-284B-B0BF-9324B9568171}" destId="{8D28621A-B44A-5444-ADD4-7715CCDC14D1}" srcOrd="1" destOrd="0" presId="urn:microsoft.com/office/officeart/2008/layout/LinedList"/>
    <dgm:cxn modelId="{92DB2CF6-22B5-B747-AA82-8A07243398E9}" type="presParOf" srcId="{352736D0-ECBA-284B-B0BF-9324B9568171}" destId="{5E358218-60A9-494F-A41B-0552AA6A39DC}" srcOrd="2" destOrd="0" presId="urn:microsoft.com/office/officeart/2008/layout/LinedList"/>
    <dgm:cxn modelId="{D4C39F78-18CD-EC49-BB62-918A0CEBCF93}" type="presParOf" srcId="{97FD714D-9915-7F4F-88F8-F273725BD416}" destId="{CF9A65D9-D8EB-F640-AB8E-E383CADAB721}" srcOrd="11" destOrd="0" presId="urn:microsoft.com/office/officeart/2008/layout/LinedList"/>
    <dgm:cxn modelId="{968D2B4A-C211-D74D-BCC9-9E5C0D80E7CC}" type="presParOf" srcId="{97FD714D-9915-7F4F-88F8-F273725BD416}" destId="{6DBC6E95-80FD-8947-AC38-6DB314F7F296}" srcOrd="12" destOrd="0" presId="urn:microsoft.com/office/officeart/2008/layout/LinedList"/>
    <dgm:cxn modelId="{DB49C9BD-DB90-0244-907E-3BA0EC6F06AE}" type="presParOf" srcId="{97FD714D-9915-7F4F-88F8-F273725BD416}" destId="{B4DF78EB-2CF3-F944-8FFC-6F918974019D}" srcOrd="13" destOrd="0" presId="urn:microsoft.com/office/officeart/2008/layout/LinedList"/>
    <dgm:cxn modelId="{C09102CD-F41A-AA40-AE03-B1E90FBF1D60}" type="presParOf" srcId="{B4DF78EB-2CF3-F944-8FFC-6F918974019D}" destId="{DA5A6661-B82C-BA4F-AC81-F95592C09C7A}" srcOrd="0" destOrd="0" presId="urn:microsoft.com/office/officeart/2008/layout/LinedList"/>
    <dgm:cxn modelId="{CEA7A560-CC68-304F-B2B0-0878B7886BEA}" type="presParOf" srcId="{B4DF78EB-2CF3-F944-8FFC-6F918974019D}" destId="{58C4BCFF-8BA1-9F48-AC6B-EDB608B50DB3}" srcOrd="1" destOrd="0" presId="urn:microsoft.com/office/officeart/2008/layout/LinedList"/>
    <dgm:cxn modelId="{E943D845-84B9-DA44-ABEB-332538D34BA0}" type="presParOf" srcId="{B4DF78EB-2CF3-F944-8FFC-6F918974019D}" destId="{8CB8E1CB-3760-2042-BE4E-068BC9073156}" srcOrd="2" destOrd="0" presId="urn:microsoft.com/office/officeart/2008/layout/LinedList"/>
    <dgm:cxn modelId="{CF147160-6A7C-4845-8103-201E67F5056B}" type="presParOf" srcId="{97FD714D-9915-7F4F-88F8-F273725BD416}" destId="{48BF1B1C-0C83-3248-8178-51F7B3DB8660}" srcOrd="14" destOrd="0" presId="urn:microsoft.com/office/officeart/2008/layout/LinedList"/>
    <dgm:cxn modelId="{6A8E76A5-CECE-6043-9A73-5E03FC1FE338}" type="presParOf" srcId="{97FD714D-9915-7F4F-88F8-F273725BD416}" destId="{BC553952-AF11-304D-AC94-000DBE3D39DA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53CB76-EC04-43FB-8151-860D6B8CF99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A37325-641F-4FC1-B4A6-CB433D99C80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Aims of the experiment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3377878-F0D6-47C3-A105-85219575FA32}" type="parTrans" cxnId="{37135DBF-6E96-4E9F-8909-A9A9830E52E0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E9F48A8-ACBE-45D3-80C6-5E54C47DFAFA}" type="sibTrans" cxnId="{37135DBF-6E96-4E9F-8909-A9A9830E52E0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63FB2CE-8485-4E6F-A6F6-D002B384C21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Samples are described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F385358-7468-4E3C-A55A-77C25E578942}" type="parTrans" cxnId="{905A7C90-F4BE-4661-8621-61AD5B3EEEB2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D9ADB76-30DE-4FEF-BCF5-65F86114A194}" type="sibTrans" cxnId="{905A7C90-F4BE-4661-8621-61AD5B3EEEB2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EACFF4A-4B8E-45EE-83D9-33A67914EE7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Protocols are written down and referenced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4185A6C-4343-4789-9D69-7D684F7777C9}" type="parTrans" cxnId="{3B42E534-DC0B-43B8-9CBC-8AE633312356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2FCE198-432F-4229-A475-E49469CB82CA}" type="sibTrans" cxnId="{3B42E534-DC0B-43B8-9CBC-8AE633312356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0D477D0-5CB0-4F08-BB6A-EA1E00A2AF5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Result figures and description 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71AA43D-A796-42D3-BE55-D21AA11DB6B3}" type="parTrans" cxnId="{C3045D49-5B6D-4688-A0C9-382BBEA7EF99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07E7142-AD73-4D71-B840-BB1BC996B8BC}" type="sibTrans" cxnId="{C3045D49-5B6D-4688-A0C9-382BBEA7EF99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DDF6DB8-9871-4328-B682-8C3BF83FDA4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What worked and what did not; potential solutions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4A8630D-9532-4AD4-9A40-596B59FC325C}" type="parTrans" cxnId="{8CF4C29D-9BED-4013-BB7F-E585F77ED987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F214D37-9FA7-4692-8A47-A5C650EB7BC7}" type="sibTrans" cxnId="{8CF4C29D-9BED-4013-BB7F-E585F77ED987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CE1F566-561D-4D86-A020-37C69BCC3E6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Final conclusions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6178AB8-075D-487C-AFD0-894B64A5F88F}" type="parTrans" cxnId="{ED5583B9-B3A5-41AD-8C64-E7C56D401D3F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85B9DC5-868B-4F84-BC27-43AED6DFF003}" type="sibTrans" cxnId="{ED5583B9-B3A5-41AD-8C64-E7C56D401D3F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D584630-6B89-4498-9B42-24577DCA966F}" type="pres">
      <dgm:prSet presAssocID="{0D53CB76-EC04-43FB-8151-860D6B8CF997}" presName="root" presStyleCnt="0">
        <dgm:presLayoutVars>
          <dgm:dir/>
          <dgm:resizeHandles val="exact"/>
        </dgm:presLayoutVars>
      </dgm:prSet>
      <dgm:spPr/>
    </dgm:pt>
    <dgm:pt modelId="{D83DEC3E-3443-493E-8543-50F431B80232}" type="pres">
      <dgm:prSet presAssocID="{36A37325-641F-4FC1-B4A6-CB433D99C802}" presName="compNode" presStyleCnt="0"/>
      <dgm:spPr/>
    </dgm:pt>
    <dgm:pt modelId="{713462B0-D97C-44D7-BABB-3E6ABE50E476}" type="pres">
      <dgm:prSet presAssocID="{36A37325-641F-4FC1-B4A6-CB433D99C802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FD8270CE-3845-4A88-AD5D-23D9433390F8}" type="pres">
      <dgm:prSet presAssocID="{36A37325-641F-4FC1-B4A6-CB433D99C802}" presName="spaceRect" presStyleCnt="0"/>
      <dgm:spPr/>
    </dgm:pt>
    <dgm:pt modelId="{42C5D8C1-3B8C-4C58-91D4-E98AC485ADB4}" type="pres">
      <dgm:prSet presAssocID="{36A37325-641F-4FC1-B4A6-CB433D99C802}" presName="textRect" presStyleLbl="revTx" presStyleIdx="0" presStyleCnt="6">
        <dgm:presLayoutVars>
          <dgm:chMax val="1"/>
          <dgm:chPref val="1"/>
        </dgm:presLayoutVars>
      </dgm:prSet>
      <dgm:spPr/>
    </dgm:pt>
    <dgm:pt modelId="{F7EB20AB-EE60-4045-962F-5AB1A54E4145}" type="pres">
      <dgm:prSet presAssocID="{8E9F48A8-ACBE-45D3-80C6-5E54C47DFAFA}" presName="sibTrans" presStyleCnt="0"/>
      <dgm:spPr/>
    </dgm:pt>
    <dgm:pt modelId="{837E2AFE-66C0-423E-8BB0-D586E11E89C8}" type="pres">
      <dgm:prSet presAssocID="{263FB2CE-8485-4E6F-A6F6-D002B384C21F}" presName="compNode" presStyleCnt="0"/>
      <dgm:spPr/>
    </dgm:pt>
    <dgm:pt modelId="{EE6A95E2-D5D1-4D73-899A-A6F853793092}" type="pres">
      <dgm:prSet presAssocID="{263FB2CE-8485-4E6F-A6F6-D002B384C21F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0D1CBBDB-EACF-40C8-9190-7D62A733A0CF}" type="pres">
      <dgm:prSet presAssocID="{263FB2CE-8485-4E6F-A6F6-D002B384C21F}" presName="spaceRect" presStyleCnt="0"/>
      <dgm:spPr/>
    </dgm:pt>
    <dgm:pt modelId="{BF40461D-2327-4EFC-979B-B996B773AA8E}" type="pres">
      <dgm:prSet presAssocID="{263FB2CE-8485-4E6F-A6F6-D002B384C21F}" presName="textRect" presStyleLbl="revTx" presStyleIdx="1" presStyleCnt="6">
        <dgm:presLayoutVars>
          <dgm:chMax val="1"/>
          <dgm:chPref val="1"/>
        </dgm:presLayoutVars>
      </dgm:prSet>
      <dgm:spPr/>
    </dgm:pt>
    <dgm:pt modelId="{9ABB437D-5040-4F61-8048-70BF45F49B12}" type="pres">
      <dgm:prSet presAssocID="{8D9ADB76-30DE-4FEF-BCF5-65F86114A194}" presName="sibTrans" presStyleCnt="0"/>
      <dgm:spPr/>
    </dgm:pt>
    <dgm:pt modelId="{2F71DBBE-1214-4406-84D8-E8248E87A31F}" type="pres">
      <dgm:prSet presAssocID="{8EACFF4A-4B8E-45EE-83D9-33A67914EE74}" presName="compNode" presStyleCnt="0"/>
      <dgm:spPr/>
    </dgm:pt>
    <dgm:pt modelId="{6BD72474-41F6-4C4C-9170-6B0415330812}" type="pres">
      <dgm:prSet presAssocID="{8EACFF4A-4B8E-45EE-83D9-33A67914EE74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528DBAA2-2CEB-4BE5-B572-89580620941F}" type="pres">
      <dgm:prSet presAssocID="{8EACFF4A-4B8E-45EE-83D9-33A67914EE74}" presName="spaceRect" presStyleCnt="0"/>
      <dgm:spPr/>
    </dgm:pt>
    <dgm:pt modelId="{09B15C51-416F-4031-9249-6F3ECF8311F6}" type="pres">
      <dgm:prSet presAssocID="{8EACFF4A-4B8E-45EE-83D9-33A67914EE74}" presName="textRect" presStyleLbl="revTx" presStyleIdx="2" presStyleCnt="6">
        <dgm:presLayoutVars>
          <dgm:chMax val="1"/>
          <dgm:chPref val="1"/>
        </dgm:presLayoutVars>
      </dgm:prSet>
      <dgm:spPr/>
    </dgm:pt>
    <dgm:pt modelId="{9ADE9C47-0FD1-4652-A905-16D93B0D9433}" type="pres">
      <dgm:prSet presAssocID="{22FCE198-432F-4229-A475-E49469CB82CA}" presName="sibTrans" presStyleCnt="0"/>
      <dgm:spPr/>
    </dgm:pt>
    <dgm:pt modelId="{5810F019-44DF-4594-B2A5-A3D4BA1033C7}" type="pres">
      <dgm:prSet presAssocID="{B0D477D0-5CB0-4F08-BB6A-EA1E00A2AF52}" presName="compNode" presStyleCnt="0"/>
      <dgm:spPr/>
    </dgm:pt>
    <dgm:pt modelId="{D47676C4-6D26-43DB-81FD-048E8A6121F8}" type="pres">
      <dgm:prSet presAssocID="{B0D477D0-5CB0-4F08-BB6A-EA1E00A2AF5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7BCA615-8CBB-45CB-9A17-C3E9EF6B56BE}" type="pres">
      <dgm:prSet presAssocID="{B0D477D0-5CB0-4F08-BB6A-EA1E00A2AF52}" presName="spaceRect" presStyleCnt="0"/>
      <dgm:spPr/>
    </dgm:pt>
    <dgm:pt modelId="{22BBD96A-A22B-4D50-8370-B6C6788161C5}" type="pres">
      <dgm:prSet presAssocID="{B0D477D0-5CB0-4F08-BB6A-EA1E00A2AF52}" presName="textRect" presStyleLbl="revTx" presStyleIdx="3" presStyleCnt="6">
        <dgm:presLayoutVars>
          <dgm:chMax val="1"/>
          <dgm:chPref val="1"/>
        </dgm:presLayoutVars>
      </dgm:prSet>
      <dgm:spPr/>
    </dgm:pt>
    <dgm:pt modelId="{F0660B8A-6742-4C93-9ABB-D1A86D20DDE6}" type="pres">
      <dgm:prSet presAssocID="{B07E7142-AD73-4D71-B840-BB1BC996B8BC}" presName="sibTrans" presStyleCnt="0"/>
      <dgm:spPr/>
    </dgm:pt>
    <dgm:pt modelId="{931EDD3B-BF4B-4953-9FD0-AD23FEF293C7}" type="pres">
      <dgm:prSet presAssocID="{0DDF6DB8-9871-4328-B682-8C3BF83FDA46}" presName="compNode" presStyleCnt="0"/>
      <dgm:spPr/>
    </dgm:pt>
    <dgm:pt modelId="{04B91098-7985-4631-9B65-3991A69014EF}" type="pres">
      <dgm:prSet presAssocID="{0DDF6DB8-9871-4328-B682-8C3BF83FDA4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C6995CB4-C8EE-44D7-8CF8-FB75D1B94722}" type="pres">
      <dgm:prSet presAssocID="{0DDF6DB8-9871-4328-B682-8C3BF83FDA46}" presName="spaceRect" presStyleCnt="0"/>
      <dgm:spPr/>
    </dgm:pt>
    <dgm:pt modelId="{BC550AB3-FD33-489E-84E9-C2F0D0F1531A}" type="pres">
      <dgm:prSet presAssocID="{0DDF6DB8-9871-4328-B682-8C3BF83FDA46}" presName="textRect" presStyleLbl="revTx" presStyleIdx="4" presStyleCnt="6">
        <dgm:presLayoutVars>
          <dgm:chMax val="1"/>
          <dgm:chPref val="1"/>
        </dgm:presLayoutVars>
      </dgm:prSet>
      <dgm:spPr/>
    </dgm:pt>
    <dgm:pt modelId="{8E6BD814-1CA8-43C3-A61B-3B15FB0BAB2C}" type="pres">
      <dgm:prSet presAssocID="{5F214D37-9FA7-4692-8A47-A5C650EB7BC7}" presName="sibTrans" presStyleCnt="0"/>
      <dgm:spPr/>
    </dgm:pt>
    <dgm:pt modelId="{4DFAC4AA-DE12-47E4-9D56-CC1900DE6BAF}" type="pres">
      <dgm:prSet presAssocID="{8CE1F566-561D-4D86-A020-37C69BCC3E6D}" presName="compNode" presStyleCnt="0"/>
      <dgm:spPr/>
    </dgm:pt>
    <dgm:pt modelId="{EC20610D-5ED4-45A7-8418-4BE44EBE8A92}" type="pres">
      <dgm:prSet presAssocID="{8CE1F566-561D-4D86-A020-37C69BCC3E6D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383A239-F378-416C-A11C-2F0E5389D29E}" type="pres">
      <dgm:prSet presAssocID="{8CE1F566-561D-4D86-A020-37C69BCC3E6D}" presName="spaceRect" presStyleCnt="0"/>
      <dgm:spPr/>
    </dgm:pt>
    <dgm:pt modelId="{8BB48423-0BC6-47E0-9634-FD40D4EA6B0E}" type="pres">
      <dgm:prSet presAssocID="{8CE1F566-561D-4D86-A020-37C69BCC3E6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8C99D07-4CD0-488B-B0AF-963988A65C77}" type="presOf" srcId="{8CE1F566-561D-4D86-A020-37C69BCC3E6D}" destId="{8BB48423-0BC6-47E0-9634-FD40D4EA6B0E}" srcOrd="0" destOrd="0" presId="urn:microsoft.com/office/officeart/2018/2/layout/IconLabelList"/>
    <dgm:cxn modelId="{3B42E534-DC0B-43B8-9CBC-8AE633312356}" srcId="{0D53CB76-EC04-43FB-8151-860D6B8CF997}" destId="{8EACFF4A-4B8E-45EE-83D9-33A67914EE74}" srcOrd="2" destOrd="0" parTransId="{A4185A6C-4343-4789-9D69-7D684F7777C9}" sibTransId="{22FCE198-432F-4229-A475-E49469CB82CA}"/>
    <dgm:cxn modelId="{C3045D49-5B6D-4688-A0C9-382BBEA7EF99}" srcId="{0D53CB76-EC04-43FB-8151-860D6B8CF997}" destId="{B0D477D0-5CB0-4F08-BB6A-EA1E00A2AF52}" srcOrd="3" destOrd="0" parTransId="{871AA43D-A796-42D3-BE55-D21AA11DB6B3}" sibTransId="{B07E7142-AD73-4D71-B840-BB1BC996B8BC}"/>
    <dgm:cxn modelId="{EF04BD52-35F4-4CDF-823D-A8C781DBD34D}" type="presOf" srcId="{36A37325-641F-4FC1-B4A6-CB433D99C802}" destId="{42C5D8C1-3B8C-4C58-91D4-E98AC485ADB4}" srcOrd="0" destOrd="0" presId="urn:microsoft.com/office/officeart/2018/2/layout/IconLabelList"/>
    <dgm:cxn modelId="{2FA0FA83-6076-4AC3-A39C-B70D554F23FC}" type="presOf" srcId="{0DDF6DB8-9871-4328-B682-8C3BF83FDA46}" destId="{BC550AB3-FD33-489E-84E9-C2F0D0F1531A}" srcOrd="0" destOrd="0" presId="urn:microsoft.com/office/officeart/2018/2/layout/IconLabelList"/>
    <dgm:cxn modelId="{905A7C90-F4BE-4661-8621-61AD5B3EEEB2}" srcId="{0D53CB76-EC04-43FB-8151-860D6B8CF997}" destId="{263FB2CE-8485-4E6F-A6F6-D002B384C21F}" srcOrd="1" destOrd="0" parTransId="{CF385358-7468-4E3C-A55A-77C25E578942}" sibTransId="{8D9ADB76-30DE-4FEF-BCF5-65F86114A194}"/>
    <dgm:cxn modelId="{1D748C93-86B9-406F-B4A3-162BA840219A}" type="presOf" srcId="{8EACFF4A-4B8E-45EE-83D9-33A67914EE74}" destId="{09B15C51-416F-4031-9249-6F3ECF8311F6}" srcOrd="0" destOrd="0" presId="urn:microsoft.com/office/officeart/2018/2/layout/IconLabelList"/>
    <dgm:cxn modelId="{F0012D94-EADB-4F7F-AC7C-C4D44FEFB8E9}" type="presOf" srcId="{263FB2CE-8485-4E6F-A6F6-D002B384C21F}" destId="{BF40461D-2327-4EFC-979B-B996B773AA8E}" srcOrd="0" destOrd="0" presId="urn:microsoft.com/office/officeart/2018/2/layout/IconLabelList"/>
    <dgm:cxn modelId="{8CF4C29D-9BED-4013-BB7F-E585F77ED987}" srcId="{0D53CB76-EC04-43FB-8151-860D6B8CF997}" destId="{0DDF6DB8-9871-4328-B682-8C3BF83FDA46}" srcOrd="4" destOrd="0" parTransId="{24A8630D-9532-4AD4-9A40-596B59FC325C}" sibTransId="{5F214D37-9FA7-4692-8A47-A5C650EB7BC7}"/>
    <dgm:cxn modelId="{ED5583B9-B3A5-41AD-8C64-E7C56D401D3F}" srcId="{0D53CB76-EC04-43FB-8151-860D6B8CF997}" destId="{8CE1F566-561D-4D86-A020-37C69BCC3E6D}" srcOrd="5" destOrd="0" parTransId="{26178AB8-075D-487C-AFD0-894B64A5F88F}" sibTransId="{085B9DC5-868B-4F84-BC27-43AED6DFF003}"/>
    <dgm:cxn modelId="{37135DBF-6E96-4E9F-8909-A9A9830E52E0}" srcId="{0D53CB76-EC04-43FB-8151-860D6B8CF997}" destId="{36A37325-641F-4FC1-B4A6-CB433D99C802}" srcOrd="0" destOrd="0" parTransId="{83377878-F0D6-47C3-A105-85219575FA32}" sibTransId="{8E9F48A8-ACBE-45D3-80C6-5E54C47DFAFA}"/>
    <dgm:cxn modelId="{681209C0-332A-44FE-93F3-B3B911C6B721}" type="presOf" srcId="{0D53CB76-EC04-43FB-8151-860D6B8CF997}" destId="{0D584630-6B89-4498-9B42-24577DCA966F}" srcOrd="0" destOrd="0" presId="urn:microsoft.com/office/officeart/2018/2/layout/IconLabelList"/>
    <dgm:cxn modelId="{7C2421C3-3386-4E40-BE9C-45E29D4E5529}" type="presOf" srcId="{B0D477D0-5CB0-4F08-BB6A-EA1E00A2AF52}" destId="{22BBD96A-A22B-4D50-8370-B6C6788161C5}" srcOrd="0" destOrd="0" presId="urn:microsoft.com/office/officeart/2018/2/layout/IconLabelList"/>
    <dgm:cxn modelId="{0DFE9647-73EB-4FA5-925B-D465D0ABD337}" type="presParOf" srcId="{0D584630-6B89-4498-9B42-24577DCA966F}" destId="{D83DEC3E-3443-493E-8543-50F431B80232}" srcOrd="0" destOrd="0" presId="urn:microsoft.com/office/officeart/2018/2/layout/IconLabelList"/>
    <dgm:cxn modelId="{F29AAAC2-B895-4B1A-B1C4-B6D6624211CB}" type="presParOf" srcId="{D83DEC3E-3443-493E-8543-50F431B80232}" destId="{713462B0-D97C-44D7-BABB-3E6ABE50E476}" srcOrd="0" destOrd="0" presId="urn:microsoft.com/office/officeart/2018/2/layout/IconLabelList"/>
    <dgm:cxn modelId="{E6ACDCF6-2F4D-4777-8A48-5617405E9218}" type="presParOf" srcId="{D83DEC3E-3443-493E-8543-50F431B80232}" destId="{FD8270CE-3845-4A88-AD5D-23D9433390F8}" srcOrd="1" destOrd="0" presId="urn:microsoft.com/office/officeart/2018/2/layout/IconLabelList"/>
    <dgm:cxn modelId="{49DBD2DC-DA38-4C13-8537-B7269A8E49D0}" type="presParOf" srcId="{D83DEC3E-3443-493E-8543-50F431B80232}" destId="{42C5D8C1-3B8C-4C58-91D4-E98AC485ADB4}" srcOrd="2" destOrd="0" presId="urn:microsoft.com/office/officeart/2018/2/layout/IconLabelList"/>
    <dgm:cxn modelId="{08CA3360-A54E-4389-8EA0-888AA316AEF4}" type="presParOf" srcId="{0D584630-6B89-4498-9B42-24577DCA966F}" destId="{F7EB20AB-EE60-4045-962F-5AB1A54E4145}" srcOrd="1" destOrd="0" presId="urn:microsoft.com/office/officeart/2018/2/layout/IconLabelList"/>
    <dgm:cxn modelId="{91E78392-EA5A-42ED-92EC-99686C3E7CA5}" type="presParOf" srcId="{0D584630-6B89-4498-9B42-24577DCA966F}" destId="{837E2AFE-66C0-423E-8BB0-D586E11E89C8}" srcOrd="2" destOrd="0" presId="urn:microsoft.com/office/officeart/2018/2/layout/IconLabelList"/>
    <dgm:cxn modelId="{49B3BF1C-F44F-4839-8B9B-5C6D2ED90613}" type="presParOf" srcId="{837E2AFE-66C0-423E-8BB0-D586E11E89C8}" destId="{EE6A95E2-D5D1-4D73-899A-A6F853793092}" srcOrd="0" destOrd="0" presId="urn:microsoft.com/office/officeart/2018/2/layout/IconLabelList"/>
    <dgm:cxn modelId="{5FED81B4-B1F1-48A7-998D-767F77968B67}" type="presParOf" srcId="{837E2AFE-66C0-423E-8BB0-D586E11E89C8}" destId="{0D1CBBDB-EACF-40C8-9190-7D62A733A0CF}" srcOrd="1" destOrd="0" presId="urn:microsoft.com/office/officeart/2018/2/layout/IconLabelList"/>
    <dgm:cxn modelId="{5186F45F-679D-40C2-B49A-80DAB776EE2E}" type="presParOf" srcId="{837E2AFE-66C0-423E-8BB0-D586E11E89C8}" destId="{BF40461D-2327-4EFC-979B-B996B773AA8E}" srcOrd="2" destOrd="0" presId="urn:microsoft.com/office/officeart/2018/2/layout/IconLabelList"/>
    <dgm:cxn modelId="{FDEB2569-9C24-4E9D-8E43-5CCF573FD318}" type="presParOf" srcId="{0D584630-6B89-4498-9B42-24577DCA966F}" destId="{9ABB437D-5040-4F61-8048-70BF45F49B12}" srcOrd="3" destOrd="0" presId="urn:microsoft.com/office/officeart/2018/2/layout/IconLabelList"/>
    <dgm:cxn modelId="{3B0FEA58-7886-47EB-BC53-066D37B81FD2}" type="presParOf" srcId="{0D584630-6B89-4498-9B42-24577DCA966F}" destId="{2F71DBBE-1214-4406-84D8-E8248E87A31F}" srcOrd="4" destOrd="0" presId="urn:microsoft.com/office/officeart/2018/2/layout/IconLabelList"/>
    <dgm:cxn modelId="{5FDA01C7-FD07-4466-983A-DB1D365091D0}" type="presParOf" srcId="{2F71DBBE-1214-4406-84D8-E8248E87A31F}" destId="{6BD72474-41F6-4C4C-9170-6B0415330812}" srcOrd="0" destOrd="0" presId="urn:microsoft.com/office/officeart/2018/2/layout/IconLabelList"/>
    <dgm:cxn modelId="{B525B8C1-2028-4BE1-B134-A86FC7DE765C}" type="presParOf" srcId="{2F71DBBE-1214-4406-84D8-E8248E87A31F}" destId="{528DBAA2-2CEB-4BE5-B572-89580620941F}" srcOrd="1" destOrd="0" presId="urn:microsoft.com/office/officeart/2018/2/layout/IconLabelList"/>
    <dgm:cxn modelId="{A4EC38CA-700A-478F-AEF9-93962D830F6B}" type="presParOf" srcId="{2F71DBBE-1214-4406-84D8-E8248E87A31F}" destId="{09B15C51-416F-4031-9249-6F3ECF8311F6}" srcOrd="2" destOrd="0" presId="urn:microsoft.com/office/officeart/2018/2/layout/IconLabelList"/>
    <dgm:cxn modelId="{5E1EDAB9-E178-43E9-974B-4C4544AB4ED7}" type="presParOf" srcId="{0D584630-6B89-4498-9B42-24577DCA966F}" destId="{9ADE9C47-0FD1-4652-A905-16D93B0D9433}" srcOrd="5" destOrd="0" presId="urn:microsoft.com/office/officeart/2018/2/layout/IconLabelList"/>
    <dgm:cxn modelId="{0F7E2C51-7EED-4525-AB86-6A52C75DA7F0}" type="presParOf" srcId="{0D584630-6B89-4498-9B42-24577DCA966F}" destId="{5810F019-44DF-4594-B2A5-A3D4BA1033C7}" srcOrd="6" destOrd="0" presId="urn:microsoft.com/office/officeart/2018/2/layout/IconLabelList"/>
    <dgm:cxn modelId="{244BE106-9BCB-41B4-9F7A-7BD2E1274206}" type="presParOf" srcId="{5810F019-44DF-4594-B2A5-A3D4BA1033C7}" destId="{D47676C4-6D26-43DB-81FD-048E8A6121F8}" srcOrd="0" destOrd="0" presId="urn:microsoft.com/office/officeart/2018/2/layout/IconLabelList"/>
    <dgm:cxn modelId="{0F3D7DEB-971C-41F2-9380-236EBF02E1E7}" type="presParOf" srcId="{5810F019-44DF-4594-B2A5-A3D4BA1033C7}" destId="{27BCA615-8CBB-45CB-9A17-C3E9EF6B56BE}" srcOrd="1" destOrd="0" presId="urn:microsoft.com/office/officeart/2018/2/layout/IconLabelList"/>
    <dgm:cxn modelId="{5F610BA0-6CA5-41DC-B3A5-498C1B08244B}" type="presParOf" srcId="{5810F019-44DF-4594-B2A5-A3D4BA1033C7}" destId="{22BBD96A-A22B-4D50-8370-B6C6788161C5}" srcOrd="2" destOrd="0" presId="urn:microsoft.com/office/officeart/2018/2/layout/IconLabelList"/>
    <dgm:cxn modelId="{C461C32A-994B-435F-9A0D-8948BD4B39BE}" type="presParOf" srcId="{0D584630-6B89-4498-9B42-24577DCA966F}" destId="{F0660B8A-6742-4C93-9ABB-D1A86D20DDE6}" srcOrd="7" destOrd="0" presId="urn:microsoft.com/office/officeart/2018/2/layout/IconLabelList"/>
    <dgm:cxn modelId="{33CEF38E-25C2-4568-9E3C-2F3149FC618C}" type="presParOf" srcId="{0D584630-6B89-4498-9B42-24577DCA966F}" destId="{931EDD3B-BF4B-4953-9FD0-AD23FEF293C7}" srcOrd="8" destOrd="0" presId="urn:microsoft.com/office/officeart/2018/2/layout/IconLabelList"/>
    <dgm:cxn modelId="{0D1CB3B7-D998-4226-B656-B06CCBF39EDC}" type="presParOf" srcId="{931EDD3B-BF4B-4953-9FD0-AD23FEF293C7}" destId="{04B91098-7985-4631-9B65-3991A69014EF}" srcOrd="0" destOrd="0" presId="urn:microsoft.com/office/officeart/2018/2/layout/IconLabelList"/>
    <dgm:cxn modelId="{505EFC98-1F50-40A2-B247-A4F447D5E19F}" type="presParOf" srcId="{931EDD3B-BF4B-4953-9FD0-AD23FEF293C7}" destId="{C6995CB4-C8EE-44D7-8CF8-FB75D1B94722}" srcOrd="1" destOrd="0" presId="urn:microsoft.com/office/officeart/2018/2/layout/IconLabelList"/>
    <dgm:cxn modelId="{5F5B26A6-CBCC-4798-8337-DE5369B9C1EB}" type="presParOf" srcId="{931EDD3B-BF4B-4953-9FD0-AD23FEF293C7}" destId="{BC550AB3-FD33-489E-84E9-C2F0D0F1531A}" srcOrd="2" destOrd="0" presId="urn:microsoft.com/office/officeart/2018/2/layout/IconLabelList"/>
    <dgm:cxn modelId="{6673BF5B-20CE-4128-8E8C-17982A0E4485}" type="presParOf" srcId="{0D584630-6B89-4498-9B42-24577DCA966F}" destId="{8E6BD814-1CA8-43C3-A61B-3B15FB0BAB2C}" srcOrd="9" destOrd="0" presId="urn:microsoft.com/office/officeart/2018/2/layout/IconLabelList"/>
    <dgm:cxn modelId="{872D4F71-F7AD-4144-BD13-D11EA5CDC51F}" type="presParOf" srcId="{0D584630-6B89-4498-9B42-24577DCA966F}" destId="{4DFAC4AA-DE12-47E4-9D56-CC1900DE6BAF}" srcOrd="10" destOrd="0" presId="urn:microsoft.com/office/officeart/2018/2/layout/IconLabelList"/>
    <dgm:cxn modelId="{1847F937-6F6C-45BF-86E0-1E1A639FE8F9}" type="presParOf" srcId="{4DFAC4AA-DE12-47E4-9D56-CC1900DE6BAF}" destId="{EC20610D-5ED4-45A7-8418-4BE44EBE8A92}" srcOrd="0" destOrd="0" presId="urn:microsoft.com/office/officeart/2018/2/layout/IconLabelList"/>
    <dgm:cxn modelId="{0BCE852F-2348-43B1-AA11-D5084706A1B7}" type="presParOf" srcId="{4DFAC4AA-DE12-47E4-9D56-CC1900DE6BAF}" destId="{A383A239-F378-416C-A11C-2F0E5389D29E}" srcOrd="1" destOrd="0" presId="urn:microsoft.com/office/officeart/2018/2/layout/IconLabelList"/>
    <dgm:cxn modelId="{38DDC9F2-1BCC-49C2-9DE1-B16F38CF5D28}" type="presParOf" srcId="{4DFAC4AA-DE12-47E4-9D56-CC1900DE6BAF}" destId="{8BB48423-0BC6-47E0-9634-FD40D4EA6B0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3BDC0F9-D3EF-4EC4-AD04-A6B4756AA3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D505E82-593F-4783-AC5B-535196F64BE7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Some repositories can also host private data or provide embargo periods, meaning access to all data can be delayed.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022DAD9-C1AB-437C-A5D4-89795842B21A}" type="parTrans" cxnId="{B4DC2EBB-8BE3-4ECF-979A-30675C39AD40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26B3994-FD72-4578-96AF-88BEA281FCE4}" type="sibTrans" cxnId="{B4DC2EBB-8BE3-4ECF-979A-30675C39AD40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E2BE16A-281C-42DD-9923-5D55D8E073CB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There are general “data agnostic” repositories, for example: 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Dryad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, 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Zenodo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, </a:t>
          </a:r>
          <a:r>
            <a:rPr lang="en-GB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FigShare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and </a:t>
          </a:r>
          <a:r>
            <a:rPr lang="en-GB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UoE’s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own </a:t>
          </a:r>
          <a:r>
            <a: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DataShare</a:t>
          </a:r>
          <a:r>
            <a: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. 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F44D78B-FE88-46BE-BA53-3865DF1FBB75}" type="parTrans" cxnId="{B8A28D6C-4B40-4869-BF5A-530F36F07289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8431683-9FEA-4F38-8DFA-530CC10C6A88}" type="sibTrans" cxnId="{B8A28D6C-4B40-4869-BF5A-530F36F07289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B27A4E4-DF77-4D2B-AA7B-71DDF47CD39B}">
      <dgm:prSet/>
      <dgm:spPr/>
      <dgm:t>
        <a:bodyPr/>
        <a:lstStyle/>
        <a:p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Or domain specific, for example: 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UniProt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– protein data, 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GenBank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– sequence data, 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MetaboLights</a:t>
          </a:r>
          <a:r>
            <a: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– metabolomics data.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922FD66-30AB-4F18-B620-2F9895DBDD01}" type="parTrans" cxnId="{0396F62C-7E52-4403-BCD3-1D2004330A94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AFA6E1D-5611-44E6-B7A4-D38148C82675}" type="sibTrans" cxnId="{0396F62C-7E52-4403-BCD3-1D2004330A94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2192F24-F799-4D65-99AB-240924B4EFAF}" type="pres">
      <dgm:prSet presAssocID="{83BDC0F9-D3EF-4EC4-AD04-A6B4756AA3CB}" presName="root" presStyleCnt="0">
        <dgm:presLayoutVars>
          <dgm:dir/>
          <dgm:resizeHandles val="exact"/>
        </dgm:presLayoutVars>
      </dgm:prSet>
      <dgm:spPr/>
    </dgm:pt>
    <dgm:pt modelId="{C1354154-A01B-4144-950F-1506AFD61FBF}" type="pres">
      <dgm:prSet presAssocID="{DD505E82-593F-4783-AC5B-535196F64BE7}" presName="compNode" presStyleCnt="0"/>
      <dgm:spPr/>
    </dgm:pt>
    <dgm:pt modelId="{C71183D0-9E29-4458-8C56-E0FC1649D26B}" type="pres">
      <dgm:prSet presAssocID="{DD505E82-593F-4783-AC5B-535196F64BE7}" presName="bgRect" presStyleLbl="bgShp" presStyleIdx="0" presStyleCnt="3"/>
      <dgm:spPr/>
    </dgm:pt>
    <dgm:pt modelId="{82871D9E-651E-44B0-B33C-E59DB92FCD11}" type="pres">
      <dgm:prSet presAssocID="{DD505E82-593F-4783-AC5B-535196F64BE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B3E7D43-5CC6-485C-A0ED-8E43FAC20BA6}" type="pres">
      <dgm:prSet presAssocID="{DD505E82-593F-4783-AC5B-535196F64BE7}" presName="spaceRect" presStyleCnt="0"/>
      <dgm:spPr/>
    </dgm:pt>
    <dgm:pt modelId="{60409DD5-1491-4BF9-938A-F4D675E1572E}" type="pres">
      <dgm:prSet presAssocID="{DD505E82-593F-4783-AC5B-535196F64BE7}" presName="parTx" presStyleLbl="revTx" presStyleIdx="0" presStyleCnt="3">
        <dgm:presLayoutVars>
          <dgm:chMax val="0"/>
          <dgm:chPref val="0"/>
        </dgm:presLayoutVars>
      </dgm:prSet>
      <dgm:spPr/>
    </dgm:pt>
    <dgm:pt modelId="{B9F6E7C1-3783-40A6-855D-316967B57DB3}" type="pres">
      <dgm:prSet presAssocID="{226B3994-FD72-4578-96AF-88BEA281FCE4}" presName="sibTrans" presStyleCnt="0"/>
      <dgm:spPr/>
    </dgm:pt>
    <dgm:pt modelId="{792ED34C-1774-4305-BADA-54A90C8512D1}" type="pres">
      <dgm:prSet presAssocID="{6E2BE16A-281C-42DD-9923-5D55D8E073CB}" presName="compNode" presStyleCnt="0"/>
      <dgm:spPr/>
    </dgm:pt>
    <dgm:pt modelId="{5C370C91-A327-408C-A8CB-4D78FC1ABF35}" type="pres">
      <dgm:prSet presAssocID="{6E2BE16A-281C-42DD-9923-5D55D8E073CB}" presName="bgRect" presStyleLbl="bgShp" presStyleIdx="1" presStyleCnt="3"/>
      <dgm:spPr/>
    </dgm:pt>
    <dgm:pt modelId="{082166D9-3E99-4A6D-A21C-C11512655AF8}" type="pres">
      <dgm:prSet presAssocID="{6E2BE16A-281C-42DD-9923-5D55D8E073C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3051BFB-183F-4709-8CC1-DFD9DCB57DE3}" type="pres">
      <dgm:prSet presAssocID="{6E2BE16A-281C-42DD-9923-5D55D8E073CB}" presName="spaceRect" presStyleCnt="0"/>
      <dgm:spPr/>
    </dgm:pt>
    <dgm:pt modelId="{14E80ACA-7F14-4FBC-8AA1-7C6DB3D98964}" type="pres">
      <dgm:prSet presAssocID="{6E2BE16A-281C-42DD-9923-5D55D8E073CB}" presName="parTx" presStyleLbl="revTx" presStyleIdx="1" presStyleCnt="3">
        <dgm:presLayoutVars>
          <dgm:chMax val="0"/>
          <dgm:chPref val="0"/>
        </dgm:presLayoutVars>
      </dgm:prSet>
      <dgm:spPr/>
    </dgm:pt>
    <dgm:pt modelId="{C291889B-843B-4A1A-A110-02E7F99F8F81}" type="pres">
      <dgm:prSet presAssocID="{E8431683-9FEA-4F38-8DFA-530CC10C6A88}" presName="sibTrans" presStyleCnt="0"/>
      <dgm:spPr/>
    </dgm:pt>
    <dgm:pt modelId="{585639E0-4BA3-45C4-8AD6-1AC4D5794B9F}" type="pres">
      <dgm:prSet presAssocID="{1B27A4E4-DF77-4D2B-AA7B-71DDF47CD39B}" presName="compNode" presStyleCnt="0"/>
      <dgm:spPr/>
    </dgm:pt>
    <dgm:pt modelId="{EF8292F1-ACAD-49BA-87C2-5904A6EA486E}" type="pres">
      <dgm:prSet presAssocID="{1B27A4E4-DF77-4D2B-AA7B-71DDF47CD39B}" presName="bgRect" presStyleLbl="bgShp" presStyleIdx="2" presStyleCnt="3"/>
      <dgm:spPr/>
    </dgm:pt>
    <dgm:pt modelId="{5E29F6CE-6296-4D9E-BFA4-D6DD6C7565F9}" type="pres">
      <dgm:prSet presAssocID="{1B27A4E4-DF77-4D2B-AA7B-71DDF47CD39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3803997-1B55-49EB-B2DC-0F8AB636CE9C}" type="pres">
      <dgm:prSet presAssocID="{1B27A4E4-DF77-4D2B-AA7B-71DDF47CD39B}" presName="spaceRect" presStyleCnt="0"/>
      <dgm:spPr/>
    </dgm:pt>
    <dgm:pt modelId="{3CC360AB-116D-4AFD-9AD4-F407AC35522A}" type="pres">
      <dgm:prSet presAssocID="{1B27A4E4-DF77-4D2B-AA7B-71DDF47CD39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3D8DC27-1E76-44E8-B506-6DBA11951FDF}" type="presOf" srcId="{1B27A4E4-DF77-4D2B-AA7B-71DDF47CD39B}" destId="{3CC360AB-116D-4AFD-9AD4-F407AC35522A}" srcOrd="0" destOrd="0" presId="urn:microsoft.com/office/officeart/2018/2/layout/IconVerticalSolidList"/>
    <dgm:cxn modelId="{0396F62C-7E52-4403-BCD3-1D2004330A94}" srcId="{83BDC0F9-D3EF-4EC4-AD04-A6B4756AA3CB}" destId="{1B27A4E4-DF77-4D2B-AA7B-71DDF47CD39B}" srcOrd="2" destOrd="0" parTransId="{4922FD66-30AB-4F18-B620-2F9895DBDD01}" sibTransId="{2AFA6E1D-5611-44E6-B7A4-D38148C82675}"/>
    <dgm:cxn modelId="{B8A28D6C-4B40-4869-BF5A-530F36F07289}" srcId="{83BDC0F9-D3EF-4EC4-AD04-A6B4756AA3CB}" destId="{6E2BE16A-281C-42DD-9923-5D55D8E073CB}" srcOrd="1" destOrd="0" parTransId="{CF44D78B-FE88-46BE-BA53-3865DF1FBB75}" sibTransId="{E8431683-9FEA-4F38-8DFA-530CC10C6A88}"/>
    <dgm:cxn modelId="{02BF5E77-EEE4-49CF-9D03-574E56E7667C}" type="presOf" srcId="{6E2BE16A-281C-42DD-9923-5D55D8E073CB}" destId="{14E80ACA-7F14-4FBC-8AA1-7C6DB3D98964}" srcOrd="0" destOrd="0" presId="urn:microsoft.com/office/officeart/2018/2/layout/IconVerticalSolidList"/>
    <dgm:cxn modelId="{B4DC2EBB-8BE3-4ECF-979A-30675C39AD40}" srcId="{83BDC0F9-D3EF-4EC4-AD04-A6B4756AA3CB}" destId="{DD505E82-593F-4783-AC5B-535196F64BE7}" srcOrd="0" destOrd="0" parTransId="{1022DAD9-C1AB-437C-A5D4-89795842B21A}" sibTransId="{226B3994-FD72-4578-96AF-88BEA281FCE4}"/>
    <dgm:cxn modelId="{7B0BF8F7-D847-434B-BD51-583710DEC5E7}" type="presOf" srcId="{83BDC0F9-D3EF-4EC4-AD04-A6B4756AA3CB}" destId="{42192F24-F799-4D65-99AB-240924B4EFAF}" srcOrd="0" destOrd="0" presId="urn:microsoft.com/office/officeart/2018/2/layout/IconVerticalSolidList"/>
    <dgm:cxn modelId="{E2C896FD-BD6F-483B-8297-55051A8CF5AE}" type="presOf" srcId="{DD505E82-593F-4783-AC5B-535196F64BE7}" destId="{60409DD5-1491-4BF9-938A-F4D675E1572E}" srcOrd="0" destOrd="0" presId="urn:microsoft.com/office/officeart/2018/2/layout/IconVerticalSolidList"/>
    <dgm:cxn modelId="{F8E078AC-B540-4FEF-9ED1-B11264DF4F97}" type="presParOf" srcId="{42192F24-F799-4D65-99AB-240924B4EFAF}" destId="{C1354154-A01B-4144-950F-1506AFD61FBF}" srcOrd="0" destOrd="0" presId="urn:microsoft.com/office/officeart/2018/2/layout/IconVerticalSolidList"/>
    <dgm:cxn modelId="{79129B6C-ACFD-46DA-8B80-80FC2F2BBB97}" type="presParOf" srcId="{C1354154-A01B-4144-950F-1506AFD61FBF}" destId="{C71183D0-9E29-4458-8C56-E0FC1649D26B}" srcOrd="0" destOrd="0" presId="urn:microsoft.com/office/officeart/2018/2/layout/IconVerticalSolidList"/>
    <dgm:cxn modelId="{B35E3A7F-4F27-4CA6-B796-EFAAF10F9932}" type="presParOf" srcId="{C1354154-A01B-4144-950F-1506AFD61FBF}" destId="{82871D9E-651E-44B0-B33C-E59DB92FCD11}" srcOrd="1" destOrd="0" presId="urn:microsoft.com/office/officeart/2018/2/layout/IconVerticalSolidList"/>
    <dgm:cxn modelId="{24FCF9C8-8A7A-4E89-A99D-32C45BBC0D52}" type="presParOf" srcId="{C1354154-A01B-4144-950F-1506AFD61FBF}" destId="{1B3E7D43-5CC6-485C-A0ED-8E43FAC20BA6}" srcOrd="2" destOrd="0" presId="urn:microsoft.com/office/officeart/2018/2/layout/IconVerticalSolidList"/>
    <dgm:cxn modelId="{F71FD589-0DC0-4535-9892-6C4778EE3330}" type="presParOf" srcId="{C1354154-A01B-4144-950F-1506AFD61FBF}" destId="{60409DD5-1491-4BF9-938A-F4D675E1572E}" srcOrd="3" destOrd="0" presId="urn:microsoft.com/office/officeart/2018/2/layout/IconVerticalSolidList"/>
    <dgm:cxn modelId="{E5FCF911-150D-4C31-A1BC-BE669C5CBDBC}" type="presParOf" srcId="{42192F24-F799-4D65-99AB-240924B4EFAF}" destId="{B9F6E7C1-3783-40A6-855D-316967B57DB3}" srcOrd="1" destOrd="0" presId="urn:microsoft.com/office/officeart/2018/2/layout/IconVerticalSolidList"/>
    <dgm:cxn modelId="{D6866D66-530C-43D1-B9F7-3B79EDF691A9}" type="presParOf" srcId="{42192F24-F799-4D65-99AB-240924B4EFAF}" destId="{792ED34C-1774-4305-BADA-54A90C8512D1}" srcOrd="2" destOrd="0" presId="urn:microsoft.com/office/officeart/2018/2/layout/IconVerticalSolidList"/>
    <dgm:cxn modelId="{36B1EA82-A7CE-4355-9F34-7072996FF4A9}" type="presParOf" srcId="{792ED34C-1774-4305-BADA-54A90C8512D1}" destId="{5C370C91-A327-408C-A8CB-4D78FC1ABF35}" srcOrd="0" destOrd="0" presId="urn:microsoft.com/office/officeart/2018/2/layout/IconVerticalSolidList"/>
    <dgm:cxn modelId="{CE317878-F32B-4616-B97A-08DCAE7EA1A5}" type="presParOf" srcId="{792ED34C-1774-4305-BADA-54A90C8512D1}" destId="{082166D9-3E99-4A6D-A21C-C11512655AF8}" srcOrd="1" destOrd="0" presId="urn:microsoft.com/office/officeart/2018/2/layout/IconVerticalSolidList"/>
    <dgm:cxn modelId="{799E13CE-F97E-4219-B04C-1A153731941A}" type="presParOf" srcId="{792ED34C-1774-4305-BADA-54A90C8512D1}" destId="{13051BFB-183F-4709-8CC1-DFD9DCB57DE3}" srcOrd="2" destOrd="0" presId="urn:microsoft.com/office/officeart/2018/2/layout/IconVerticalSolidList"/>
    <dgm:cxn modelId="{D7C60F5B-882A-49B4-B584-0B7292EEDDCF}" type="presParOf" srcId="{792ED34C-1774-4305-BADA-54A90C8512D1}" destId="{14E80ACA-7F14-4FBC-8AA1-7C6DB3D98964}" srcOrd="3" destOrd="0" presId="urn:microsoft.com/office/officeart/2018/2/layout/IconVerticalSolidList"/>
    <dgm:cxn modelId="{A5443C50-41D2-423E-899A-2B08A47A598D}" type="presParOf" srcId="{42192F24-F799-4D65-99AB-240924B4EFAF}" destId="{C291889B-843B-4A1A-A110-02E7F99F8F81}" srcOrd="3" destOrd="0" presId="urn:microsoft.com/office/officeart/2018/2/layout/IconVerticalSolidList"/>
    <dgm:cxn modelId="{E2DC1440-24B9-4082-BDEC-D6F29EEA920E}" type="presParOf" srcId="{42192F24-F799-4D65-99AB-240924B4EFAF}" destId="{585639E0-4BA3-45C4-8AD6-1AC4D5794B9F}" srcOrd="4" destOrd="0" presId="urn:microsoft.com/office/officeart/2018/2/layout/IconVerticalSolidList"/>
    <dgm:cxn modelId="{44A2B9C5-7F85-405B-AA86-51C79C459E1A}" type="presParOf" srcId="{585639E0-4BA3-45C4-8AD6-1AC4D5794B9F}" destId="{EF8292F1-ACAD-49BA-87C2-5904A6EA486E}" srcOrd="0" destOrd="0" presId="urn:microsoft.com/office/officeart/2018/2/layout/IconVerticalSolidList"/>
    <dgm:cxn modelId="{7A7D905A-0532-4CED-B468-B0A718F87AF2}" type="presParOf" srcId="{585639E0-4BA3-45C4-8AD6-1AC4D5794B9F}" destId="{5E29F6CE-6296-4D9E-BFA4-D6DD6C7565F9}" srcOrd="1" destOrd="0" presId="urn:microsoft.com/office/officeart/2018/2/layout/IconVerticalSolidList"/>
    <dgm:cxn modelId="{F6C01135-8F2A-4C45-8A94-6CC9494C097F}" type="presParOf" srcId="{585639E0-4BA3-45C4-8AD6-1AC4D5794B9F}" destId="{13803997-1B55-49EB-B2DC-0F8AB636CE9C}" srcOrd="2" destOrd="0" presId="urn:microsoft.com/office/officeart/2018/2/layout/IconVerticalSolidList"/>
    <dgm:cxn modelId="{7A44918E-44CD-434A-AD7C-8742534D5F4F}" type="presParOf" srcId="{585639E0-4BA3-45C4-8AD6-1AC4D5794B9F}" destId="{3CC360AB-116D-4AFD-9AD4-F407AC3552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3E2F4-2A15-421B-8681-770B43235805}">
      <dsp:nvSpPr>
        <dsp:cNvPr id="0" name=""/>
        <dsp:cNvSpPr/>
      </dsp:nvSpPr>
      <dsp:spPr>
        <a:xfrm>
          <a:off x="668289" y="796148"/>
          <a:ext cx="1058062" cy="1058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6AF6E-3FB2-4374-BED6-80C6540D21E3}">
      <dsp:nvSpPr>
        <dsp:cNvPr id="0" name=""/>
        <dsp:cNvSpPr/>
      </dsp:nvSpPr>
      <dsp:spPr>
        <a:xfrm>
          <a:off x="21695" y="2168091"/>
          <a:ext cx="235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Find files quickly</a:t>
          </a:r>
        </a:p>
      </dsp:txBody>
      <dsp:txXfrm>
        <a:off x="21695" y="2168091"/>
        <a:ext cx="2351250" cy="720000"/>
      </dsp:txXfrm>
    </dsp:sp>
    <dsp:sp modelId="{B28132A7-6EF7-4DC4-9127-89229CE74DA7}">
      <dsp:nvSpPr>
        <dsp:cNvPr id="0" name=""/>
        <dsp:cNvSpPr/>
      </dsp:nvSpPr>
      <dsp:spPr>
        <a:xfrm>
          <a:off x="3431008" y="796148"/>
          <a:ext cx="1058062" cy="1058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0A6F5-EF3E-4F57-8EBF-AAFE13381C35}">
      <dsp:nvSpPr>
        <dsp:cNvPr id="0" name=""/>
        <dsp:cNvSpPr/>
      </dsp:nvSpPr>
      <dsp:spPr>
        <a:xfrm>
          <a:off x="2784414" y="2168091"/>
          <a:ext cx="235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Ability to tell the file content without opening it</a:t>
          </a:r>
        </a:p>
      </dsp:txBody>
      <dsp:txXfrm>
        <a:off x="2784414" y="2168091"/>
        <a:ext cx="235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D82DFB-458A-B648-81B4-57E4C33A7C72}">
      <dsp:nvSpPr>
        <dsp:cNvPr id="0" name=""/>
        <dsp:cNvSpPr/>
      </dsp:nvSpPr>
      <dsp:spPr>
        <a:xfrm>
          <a:off x="3080" y="263459"/>
          <a:ext cx="2443971" cy="342156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2" tIns="330200" rIns="190542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U</a:t>
          </a:r>
          <a:r>
            <a:rPr lang="en-GB" sz="1400" kern="1200"/>
            <a:t>se .csv or .xls files for numerical data. </a:t>
          </a:r>
          <a:r>
            <a:rPr lang="en-GB" sz="1400" b="1" kern="1200"/>
            <a:t>Never</a:t>
          </a:r>
          <a:r>
            <a:rPr lang="en-GB" sz="1400" kern="1200"/>
            <a:t> share data tables as word or pdf</a:t>
          </a:r>
          <a:endParaRPr lang="en-US" sz="1400" kern="1200"/>
        </a:p>
      </dsp:txBody>
      <dsp:txXfrm>
        <a:off x="3080" y="1563652"/>
        <a:ext cx="2443971" cy="2052936"/>
      </dsp:txXfrm>
    </dsp:sp>
    <dsp:sp modelId="{2C2EBDED-DC96-2D4A-AAAC-604FBFC69189}">
      <dsp:nvSpPr>
        <dsp:cNvPr id="0" name=""/>
        <dsp:cNvSpPr/>
      </dsp:nvSpPr>
      <dsp:spPr>
        <a:xfrm>
          <a:off x="711832" y="605615"/>
          <a:ext cx="1026468" cy="102646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27" tIns="12700" rIns="8002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55" y="755938"/>
        <a:ext cx="725822" cy="725822"/>
      </dsp:txXfrm>
    </dsp:sp>
    <dsp:sp modelId="{FE230727-86E5-5648-A06D-0220150B2EAE}">
      <dsp:nvSpPr>
        <dsp:cNvPr id="0" name=""/>
        <dsp:cNvSpPr/>
      </dsp:nvSpPr>
      <dsp:spPr>
        <a:xfrm>
          <a:off x="3080" y="3684948"/>
          <a:ext cx="2443971" cy="72"/>
        </a:xfrm>
        <a:prstGeom prst="rect">
          <a:avLst/>
        </a:prstGeom>
        <a:solidFill>
          <a:schemeClr val="accent5">
            <a:hueOff val="-965506"/>
            <a:satOff val="-2488"/>
            <a:lumOff val="-1681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6F2EF-667D-8046-9191-C73BE7FFD277}">
      <dsp:nvSpPr>
        <dsp:cNvPr id="0" name=""/>
        <dsp:cNvSpPr/>
      </dsp:nvSpPr>
      <dsp:spPr>
        <a:xfrm>
          <a:off x="2691449" y="263459"/>
          <a:ext cx="2443971" cy="3421560"/>
        </a:xfrm>
        <a:prstGeom prst="rect">
          <a:avLst/>
        </a:prstGeom>
        <a:solidFill>
          <a:schemeClr val="accent5">
            <a:tint val="40000"/>
            <a:alpha val="90000"/>
            <a:hueOff val="-2246587"/>
            <a:satOff val="-7611"/>
            <a:lumOff val="-976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2" tIns="330200" rIns="190542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Provide underlying numerical data for all plots and graphs</a:t>
          </a:r>
          <a:endParaRPr lang="en-US" sz="1400" kern="1200"/>
        </a:p>
      </dsp:txBody>
      <dsp:txXfrm>
        <a:off x="2691449" y="1563652"/>
        <a:ext cx="2443971" cy="2052936"/>
      </dsp:txXfrm>
    </dsp:sp>
    <dsp:sp modelId="{D173AA4B-B2E5-9D4F-8A58-78966321D553}">
      <dsp:nvSpPr>
        <dsp:cNvPr id="0" name=""/>
        <dsp:cNvSpPr/>
      </dsp:nvSpPr>
      <dsp:spPr>
        <a:xfrm>
          <a:off x="3400201" y="605615"/>
          <a:ext cx="1026468" cy="1026468"/>
        </a:xfrm>
        <a:prstGeom prst="ellipse">
          <a:avLst/>
        </a:prstGeom>
        <a:solidFill>
          <a:schemeClr val="accent5">
            <a:hueOff val="-1931012"/>
            <a:satOff val="-4977"/>
            <a:lumOff val="-3361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27" tIns="12700" rIns="8002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524" y="755938"/>
        <a:ext cx="725822" cy="725822"/>
      </dsp:txXfrm>
    </dsp:sp>
    <dsp:sp modelId="{195838E1-B823-8A4E-8A4D-6BBE808E0DB0}">
      <dsp:nvSpPr>
        <dsp:cNvPr id="0" name=""/>
        <dsp:cNvSpPr/>
      </dsp:nvSpPr>
      <dsp:spPr>
        <a:xfrm>
          <a:off x="2691449" y="3684948"/>
          <a:ext cx="2443971" cy="72"/>
        </a:xfrm>
        <a:prstGeom prst="rect">
          <a:avLst/>
        </a:prstGeom>
        <a:solidFill>
          <a:schemeClr val="accent5">
            <a:hueOff val="-2896518"/>
            <a:satOff val="-7465"/>
            <a:lumOff val="-5042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1FB3D-AFE7-B64F-A3FC-F68818758584}">
      <dsp:nvSpPr>
        <dsp:cNvPr id="0" name=""/>
        <dsp:cNvSpPr/>
      </dsp:nvSpPr>
      <dsp:spPr>
        <a:xfrm>
          <a:off x="5379818" y="263459"/>
          <a:ext cx="2443971" cy="3421560"/>
        </a:xfrm>
        <a:prstGeom prst="rect">
          <a:avLst/>
        </a:prstGeom>
        <a:solidFill>
          <a:schemeClr val="accent5">
            <a:tint val="40000"/>
            <a:alpha val="90000"/>
            <a:hueOff val="-4493175"/>
            <a:satOff val="-15221"/>
            <a:lumOff val="-1952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2" tIns="330200" rIns="190542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Use common file formats (domain specific)</a:t>
          </a:r>
          <a:endParaRPr lang="en-US" sz="1400" kern="1200"/>
        </a:p>
      </dsp:txBody>
      <dsp:txXfrm>
        <a:off x="5379818" y="1563652"/>
        <a:ext cx="2443971" cy="2052936"/>
      </dsp:txXfrm>
    </dsp:sp>
    <dsp:sp modelId="{C3A6EFAB-C2D6-C64D-BFF7-43AB88831BF4}">
      <dsp:nvSpPr>
        <dsp:cNvPr id="0" name=""/>
        <dsp:cNvSpPr/>
      </dsp:nvSpPr>
      <dsp:spPr>
        <a:xfrm>
          <a:off x="6088570" y="605615"/>
          <a:ext cx="1026468" cy="1026468"/>
        </a:xfrm>
        <a:prstGeom prst="ellipse">
          <a:avLst/>
        </a:prstGeom>
        <a:solidFill>
          <a:schemeClr val="accent5">
            <a:hueOff val="-3862025"/>
            <a:satOff val="-9954"/>
            <a:lumOff val="-6723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27" tIns="12700" rIns="8002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8893" y="755938"/>
        <a:ext cx="725822" cy="725822"/>
      </dsp:txXfrm>
    </dsp:sp>
    <dsp:sp modelId="{EDC53C65-3FF0-B045-974F-2956855E33C1}">
      <dsp:nvSpPr>
        <dsp:cNvPr id="0" name=""/>
        <dsp:cNvSpPr/>
      </dsp:nvSpPr>
      <dsp:spPr>
        <a:xfrm>
          <a:off x="5379818" y="3684948"/>
          <a:ext cx="2443971" cy="72"/>
        </a:xfrm>
        <a:prstGeom prst="rect">
          <a:avLst/>
        </a:prstGeom>
        <a:solidFill>
          <a:schemeClr val="accent5">
            <a:hueOff val="-4827531"/>
            <a:satOff val="-12442"/>
            <a:lumOff val="-8404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2A7CD-3A2D-1E45-8450-A12A3F7E8567}">
      <dsp:nvSpPr>
        <dsp:cNvPr id="0" name=""/>
        <dsp:cNvSpPr/>
      </dsp:nvSpPr>
      <dsp:spPr>
        <a:xfrm>
          <a:off x="8068187" y="263459"/>
          <a:ext cx="2443971" cy="3421560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2" tIns="330200" rIns="190542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Convert proprietary binary formats to open ones. For example convert Snapgene to Genbank/SBOL, microscopy multistack images to OME-TIFF</a:t>
          </a:r>
          <a:endParaRPr lang="en-US" sz="1400" kern="1200"/>
        </a:p>
      </dsp:txBody>
      <dsp:txXfrm>
        <a:off x="8068187" y="1563652"/>
        <a:ext cx="2443971" cy="2052936"/>
      </dsp:txXfrm>
    </dsp:sp>
    <dsp:sp modelId="{7B235832-AFC9-4C47-83A7-E912721E7726}">
      <dsp:nvSpPr>
        <dsp:cNvPr id="0" name=""/>
        <dsp:cNvSpPr/>
      </dsp:nvSpPr>
      <dsp:spPr>
        <a:xfrm>
          <a:off x="8776939" y="605615"/>
          <a:ext cx="1026468" cy="1026468"/>
        </a:xfrm>
        <a:prstGeom prst="ellipse">
          <a:avLst/>
        </a:prstGeom>
        <a:solidFill>
          <a:schemeClr val="accent5">
            <a:hueOff val="-5793037"/>
            <a:satOff val="-14931"/>
            <a:lumOff val="-10084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27" tIns="12700" rIns="8002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262" y="755938"/>
        <a:ext cx="725822" cy="725822"/>
      </dsp:txXfrm>
    </dsp:sp>
    <dsp:sp modelId="{1167BB53-3701-524D-87E3-9D435ECCD92E}">
      <dsp:nvSpPr>
        <dsp:cNvPr id="0" name=""/>
        <dsp:cNvSpPr/>
      </dsp:nvSpPr>
      <dsp:spPr>
        <a:xfrm>
          <a:off x="8068187" y="3684948"/>
          <a:ext cx="2443971" cy="72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2E41D-7DF9-7749-B420-CCDE8388369E}">
      <dsp:nvSpPr>
        <dsp:cNvPr id="0" name=""/>
        <dsp:cNvSpPr/>
      </dsp:nvSpPr>
      <dsp:spPr>
        <a:xfrm>
          <a:off x="0" y="0"/>
          <a:ext cx="6877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FDFD0-809A-E544-8C9C-2580290868D7}">
      <dsp:nvSpPr>
        <dsp:cNvPr id="0" name=""/>
        <dsp:cNvSpPr/>
      </dsp:nvSpPr>
      <dsp:spPr>
        <a:xfrm>
          <a:off x="0" y="0"/>
          <a:ext cx="1375560" cy="51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Laboratory Notebooks</a:t>
          </a:r>
          <a:endParaRPr lang="en-GB" sz="17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0"/>
        <a:ext cx="1375560" cy="5163480"/>
      </dsp:txXfrm>
    </dsp:sp>
    <dsp:sp modelId="{A0302D7D-67BD-9A46-9DCD-07FE4F25E48B}">
      <dsp:nvSpPr>
        <dsp:cNvPr id="0" name=""/>
        <dsp:cNvSpPr/>
      </dsp:nvSpPr>
      <dsp:spPr>
        <a:xfrm>
          <a:off x="1478727" y="30538"/>
          <a:ext cx="5399073" cy="61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/>
              <a:ea typeface="Tahoma"/>
              <a:cs typeface="Tahoma"/>
            </a:rPr>
            <a:t>Contain all relevant details (what, who, when, why and how)</a:t>
          </a:r>
        </a:p>
      </dsp:txBody>
      <dsp:txXfrm>
        <a:off x="1478727" y="30538"/>
        <a:ext cx="5399073" cy="610768"/>
      </dsp:txXfrm>
    </dsp:sp>
    <dsp:sp modelId="{6390FB93-4937-624F-B3EA-79C999349F1B}">
      <dsp:nvSpPr>
        <dsp:cNvPr id="0" name=""/>
        <dsp:cNvSpPr/>
      </dsp:nvSpPr>
      <dsp:spPr>
        <a:xfrm>
          <a:off x="1375560" y="641306"/>
          <a:ext cx="5502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3FFF5-7D98-7B48-BBEC-B051D7A637DF}">
      <dsp:nvSpPr>
        <dsp:cNvPr id="0" name=""/>
        <dsp:cNvSpPr/>
      </dsp:nvSpPr>
      <dsp:spPr>
        <a:xfrm>
          <a:off x="1478727" y="671844"/>
          <a:ext cx="5399073" cy="61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Which project(s) is the record part of</a:t>
          </a:r>
        </a:p>
      </dsp:txBody>
      <dsp:txXfrm>
        <a:off x="1478727" y="671844"/>
        <a:ext cx="5399073" cy="610768"/>
      </dsp:txXfrm>
    </dsp:sp>
    <dsp:sp modelId="{CD8CF8E1-9317-E241-B510-9E4DE363BCB2}">
      <dsp:nvSpPr>
        <dsp:cNvPr id="0" name=""/>
        <dsp:cNvSpPr/>
      </dsp:nvSpPr>
      <dsp:spPr>
        <a:xfrm>
          <a:off x="1375560" y="1282612"/>
          <a:ext cx="5502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3463AD-57F0-7447-8622-7E0D07E37E99}">
      <dsp:nvSpPr>
        <dsp:cNvPr id="0" name=""/>
        <dsp:cNvSpPr/>
      </dsp:nvSpPr>
      <dsp:spPr>
        <a:xfrm>
          <a:off x="1478727" y="1313151"/>
          <a:ext cx="5399073" cy="61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Information on lot/batch numbers</a:t>
          </a:r>
        </a:p>
      </dsp:txBody>
      <dsp:txXfrm>
        <a:off x="1478727" y="1313151"/>
        <a:ext cx="5399073" cy="610768"/>
      </dsp:txXfrm>
    </dsp:sp>
    <dsp:sp modelId="{C07CC96C-B4A5-0D4B-AA58-2C806CCA9DAD}">
      <dsp:nvSpPr>
        <dsp:cNvPr id="0" name=""/>
        <dsp:cNvSpPr/>
      </dsp:nvSpPr>
      <dsp:spPr>
        <a:xfrm>
          <a:off x="1375560" y="1923919"/>
          <a:ext cx="5502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682FD4-4C7E-7645-934E-6B270DC62CD9}">
      <dsp:nvSpPr>
        <dsp:cNvPr id="0" name=""/>
        <dsp:cNvSpPr/>
      </dsp:nvSpPr>
      <dsp:spPr>
        <a:xfrm>
          <a:off x="1478727" y="1954457"/>
          <a:ext cx="5399073" cy="61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/>
              <a:ea typeface="Tahoma"/>
              <a:cs typeface="Tahoma"/>
            </a:rPr>
            <a:t>What happened and what did </a:t>
          </a:r>
          <a:r>
            <a:rPr lang="en-GB" sz="1400" b="1" kern="1200">
              <a:latin typeface="Tahoma"/>
              <a:ea typeface="Tahoma"/>
              <a:cs typeface="Tahoma"/>
            </a:rPr>
            <a:t>not</a:t>
          </a:r>
          <a:r>
            <a:rPr lang="en-GB" sz="1400" kern="1200">
              <a:latin typeface="Tahoma"/>
              <a:ea typeface="Tahoma"/>
              <a:cs typeface="Tahoma"/>
            </a:rPr>
            <a:t> happen (data, including images)</a:t>
          </a:r>
        </a:p>
      </dsp:txBody>
      <dsp:txXfrm>
        <a:off x="1478727" y="1954457"/>
        <a:ext cx="5399073" cy="610768"/>
      </dsp:txXfrm>
    </dsp:sp>
    <dsp:sp modelId="{515ED7CA-EE46-BF4C-BBB5-D93B74E7F2C3}">
      <dsp:nvSpPr>
        <dsp:cNvPr id="0" name=""/>
        <dsp:cNvSpPr/>
      </dsp:nvSpPr>
      <dsp:spPr>
        <a:xfrm>
          <a:off x="1375560" y="2565225"/>
          <a:ext cx="5502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33FC6-8806-354E-9B49-ABCF2B24E6CC}">
      <dsp:nvSpPr>
        <dsp:cNvPr id="0" name=""/>
        <dsp:cNvSpPr/>
      </dsp:nvSpPr>
      <dsp:spPr>
        <a:xfrm>
          <a:off x="1478727" y="2595764"/>
          <a:ext cx="5399073" cy="61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How you processed and analysed the data</a:t>
          </a:r>
        </a:p>
      </dsp:txBody>
      <dsp:txXfrm>
        <a:off x="1478727" y="2595764"/>
        <a:ext cx="5399073" cy="610768"/>
      </dsp:txXfrm>
    </dsp:sp>
    <dsp:sp modelId="{39078533-B26C-B146-9CBA-56380DB8EE0F}">
      <dsp:nvSpPr>
        <dsp:cNvPr id="0" name=""/>
        <dsp:cNvSpPr/>
      </dsp:nvSpPr>
      <dsp:spPr>
        <a:xfrm>
          <a:off x="1375560" y="3206532"/>
          <a:ext cx="5502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C91F1-CFA9-0E4A-8848-1705253FEC2A}">
      <dsp:nvSpPr>
        <dsp:cNvPr id="0" name=""/>
        <dsp:cNvSpPr/>
      </dsp:nvSpPr>
      <dsp:spPr>
        <a:xfrm>
          <a:off x="1478727" y="3237070"/>
          <a:ext cx="5399073" cy="61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Your interpretation (and the interpretations of others if important) and next steps in the project based on these results</a:t>
          </a:r>
        </a:p>
      </dsp:txBody>
      <dsp:txXfrm>
        <a:off x="1478727" y="3237070"/>
        <a:ext cx="5399073" cy="610768"/>
      </dsp:txXfrm>
    </dsp:sp>
    <dsp:sp modelId="{A2A01930-6BC9-8940-9690-BB432DDE15AF}">
      <dsp:nvSpPr>
        <dsp:cNvPr id="0" name=""/>
        <dsp:cNvSpPr/>
      </dsp:nvSpPr>
      <dsp:spPr>
        <a:xfrm>
          <a:off x="1375560" y="3847838"/>
          <a:ext cx="5502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BC014E-5534-1E4C-99F9-4B6041B8002A}">
      <dsp:nvSpPr>
        <dsp:cNvPr id="0" name=""/>
        <dsp:cNvSpPr/>
      </dsp:nvSpPr>
      <dsp:spPr>
        <a:xfrm>
          <a:off x="1478727" y="3878377"/>
          <a:ext cx="5399073" cy="61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Should be well organised for ease of navigation (indexed, labelled, catalogued)</a:t>
          </a:r>
        </a:p>
      </dsp:txBody>
      <dsp:txXfrm>
        <a:off x="1478727" y="3878377"/>
        <a:ext cx="5399073" cy="610768"/>
      </dsp:txXfrm>
    </dsp:sp>
    <dsp:sp modelId="{E66B8745-6806-8046-96CD-5182E809E21A}">
      <dsp:nvSpPr>
        <dsp:cNvPr id="0" name=""/>
        <dsp:cNvSpPr/>
      </dsp:nvSpPr>
      <dsp:spPr>
        <a:xfrm>
          <a:off x="1375560" y="4489145"/>
          <a:ext cx="5502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1F8D2-0D8E-924B-A5A0-5635CAB51985}">
      <dsp:nvSpPr>
        <dsp:cNvPr id="0" name=""/>
        <dsp:cNvSpPr/>
      </dsp:nvSpPr>
      <dsp:spPr>
        <a:xfrm>
          <a:off x="1478727" y="4519683"/>
          <a:ext cx="5399073" cy="61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Accurate and complete: include all original data and important study details (metadata).</a:t>
          </a:r>
        </a:p>
      </dsp:txBody>
      <dsp:txXfrm>
        <a:off x="1478727" y="4519683"/>
        <a:ext cx="5399073" cy="610768"/>
      </dsp:txXfrm>
    </dsp:sp>
    <dsp:sp modelId="{E326E215-0584-F441-AAF9-D654D3A48E08}">
      <dsp:nvSpPr>
        <dsp:cNvPr id="0" name=""/>
        <dsp:cNvSpPr/>
      </dsp:nvSpPr>
      <dsp:spPr>
        <a:xfrm>
          <a:off x="1375560" y="5130451"/>
          <a:ext cx="55022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BE599D-9CC1-DB4A-911B-AF296C9AD64B}">
      <dsp:nvSpPr>
        <dsp:cNvPr id="0" name=""/>
        <dsp:cNvSpPr/>
      </dsp:nvSpPr>
      <dsp:spPr>
        <a:xfrm>
          <a:off x="0" y="0"/>
          <a:ext cx="55580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B91B8-1B80-5C43-8D8A-BFDCAACB7187}">
      <dsp:nvSpPr>
        <dsp:cNvPr id="0" name=""/>
        <dsp:cNvSpPr/>
      </dsp:nvSpPr>
      <dsp:spPr>
        <a:xfrm>
          <a:off x="0" y="0"/>
          <a:ext cx="1111608" cy="4433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Protocols</a:t>
          </a:r>
          <a:endParaRPr lang="en-US" sz="16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0"/>
        <a:ext cx="1111608" cy="4433760"/>
      </dsp:txXfrm>
    </dsp:sp>
    <dsp:sp modelId="{B53C1DD5-BEC5-0F4A-8BDB-C10B324534FE}">
      <dsp:nvSpPr>
        <dsp:cNvPr id="0" name=""/>
        <dsp:cNvSpPr/>
      </dsp:nvSpPr>
      <dsp:spPr>
        <a:xfrm>
          <a:off x="1194978" y="41782"/>
          <a:ext cx="4363061" cy="835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Give credit to the person who created the protocol, if it was not you.</a:t>
          </a:r>
          <a:endParaRPr lang="en-US" sz="17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194978" y="41782"/>
        <a:ext cx="4363061" cy="835659"/>
      </dsp:txXfrm>
    </dsp:sp>
    <dsp:sp modelId="{38C65255-2901-0D41-8297-F188DEAC12E5}">
      <dsp:nvSpPr>
        <dsp:cNvPr id="0" name=""/>
        <dsp:cNvSpPr/>
      </dsp:nvSpPr>
      <dsp:spPr>
        <a:xfrm>
          <a:off x="1111608" y="877442"/>
          <a:ext cx="44464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D97E3-AFA2-E747-8481-DF63C31A4247}">
      <dsp:nvSpPr>
        <dsp:cNvPr id="0" name=""/>
        <dsp:cNvSpPr/>
      </dsp:nvSpPr>
      <dsp:spPr>
        <a:xfrm>
          <a:off x="1194978" y="919225"/>
          <a:ext cx="4363061" cy="835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Complete and detailed instructions describing why and how to do an experiment</a:t>
          </a:r>
          <a:endParaRPr lang="en-US" sz="17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194978" y="919225"/>
        <a:ext cx="4363061" cy="835659"/>
      </dsp:txXfrm>
    </dsp:sp>
    <dsp:sp modelId="{09C2D483-9AC4-7549-B05F-79A1F15B7055}">
      <dsp:nvSpPr>
        <dsp:cNvPr id="0" name=""/>
        <dsp:cNvSpPr/>
      </dsp:nvSpPr>
      <dsp:spPr>
        <a:xfrm>
          <a:off x="1111608" y="1754885"/>
          <a:ext cx="44464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818E1D-80C0-8642-9615-CDC8128737A3}">
      <dsp:nvSpPr>
        <dsp:cNvPr id="0" name=""/>
        <dsp:cNvSpPr/>
      </dsp:nvSpPr>
      <dsp:spPr>
        <a:xfrm>
          <a:off x="1194978" y="1796668"/>
          <a:ext cx="4363061" cy="835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What special materials and instruments are being used and where they were obtained</a:t>
          </a:r>
          <a:endParaRPr lang="en-US" sz="17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194978" y="1796668"/>
        <a:ext cx="4363061" cy="835659"/>
      </dsp:txXfrm>
    </dsp:sp>
    <dsp:sp modelId="{A84F19C0-B43C-C840-A927-06CC515CA8A9}">
      <dsp:nvSpPr>
        <dsp:cNvPr id="0" name=""/>
        <dsp:cNvSpPr/>
      </dsp:nvSpPr>
      <dsp:spPr>
        <a:xfrm>
          <a:off x="1111608" y="2632328"/>
          <a:ext cx="44464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8621A-B44A-5444-ADD4-7715CCDC14D1}">
      <dsp:nvSpPr>
        <dsp:cNvPr id="0" name=""/>
        <dsp:cNvSpPr/>
      </dsp:nvSpPr>
      <dsp:spPr>
        <a:xfrm>
          <a:off x="1194978" y="2674111"/>
          <a:ext cx="4363061" cy="835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Health and safety advice and how to dispose of waste</a:t>
          </a:r>
          <a:endParaRPr lang="en-US" sz="17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194978" y="2674111"/>
        <a:ext cx="4363061" cy="835659"/>
      </dsp:txXfrm>
    </dsp:sp>
    <dsp:sp modelId="{CF9A65D9-D8EB-F640-AB8E-E383CADAB721}">
      <dsp:nvSpPr>
        <dsp:cNvPr id="0" name=""/>
        <dsp:cNvSpPr/>
      </dsp:nvSpPr>
      <dsp:spPr>
        <a:xfrm>
          <a:off x="1111608" y="3509771"/>
          <a:ext cx="44464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C4BCFF-8BA1-9F48-AC6B-EDB608B50DB3}">
      <dsp:nvSpPr>
        <dsp:cNvPr id="0" name=""/>
        <dsp:cNvSpPr/>
      </dsp:nvSpPr>
      <dsp:spPr>
        <a:xfrm>
          <a:off x="1194978" y="3551554"/>
          <a:ext cx="4363061" cy="835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Allow repetition of your procedures and studies by yourself and others</a:t>
          </a:r>
          <a:endParaRPr lang="en-US" sz="17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194978" y="3551554"/>
        <a:ext cx="4363061" cy="835659"/>
      </dsp:txXfrm>
    </dsp:sp>
    <dsp:sp modelId="{48BF1B1C-0C83-3248-8178-51F7B3DB8660}">
      <dsp:nvSpPr>
        <dsp:cNvPr id="0" name=""/>
        <dsp:cNvSpPr/>
      </dsp:nvSpPr>
      <dsp:spPr>
        <a:xfrm>
          <a:off x="1111608" y="4387214"/>
          <a:ext cx="44464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462B0-D97C-44D7-BABB-3E6ABE50E476}">
      <dsp:nvSpPr>
        <dsp:cNvPr id="0" name=""/>
        <dsp:cNvSpPr/>
      </dsp:nvSpPr>
      <dsp:spPr>
        <a:xfrm>
          <a:off x="1059839" y="357813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5D8C1-3B8C-4C58-91D4-E98AC485ADB4}">
      <dsp:nvSpPr>
        <dsp:cNvPr id="0" name=""/>
        <dsp:cNvSpPr/>
      </dsp:nvSpPr>
      <dsp:spPr>
        <a:xfrm>
          <a:off x="595777" y="1390342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Aims of the experiment</a:t>
          </a:r>
          <a:endParaRPr lang="en-US" sz="1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95777" y="1390342"/>
        <a:ext cx="1687500" cy="675000"/>
      </dsp:txXfrm>
    </dsp:sp>
    <dsp:sp modelId="{EE6A95E2-D5D1-4D73-899A-A6F853793092}">
      <dsp:nvSpPr>
        <dsp:cNvPr id="0" name=""/>
        <dsp:cNvSpPr/>
      </dsp:nvSpPr>
      <dsp:spPr>
        <a:xfrm>
          <a:off x="3042652" y="357813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0461D-2327-4EFC-979B-B996B773AA8E}">
      <dsp:nvSpPr>
        <dsp:cNvPr id="0" name=""/>
        <dsp:cNvSpPr/>
      </dsp:nvSpPr>
      <dsp:spPr>
        <a:xfrm>
          <a:off x="2578590" y="1390342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Samples are described</a:t>
          </a:r>
          <a:endParaRPr lang="en-US" sz="1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578590" y="1390342"/>
        <a:ext cx="1687500" cy="675000"/>
      </dsp:txXfrm>
    </dsp:sp>
    <dsp:sp modelId="{6BD72474-41F6-4C4C-9170-6B0415330812}">
      <dsp:nvSpPr>
        <dsp:cNvPr id="0" name=""/>
        <dsp:cNvSpPr/>
      </dsp:nvSpPr>
      <dsp:spPr>
        <a:xfrm>
          <a:off x="5025465" y="357813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15C51-416F-4031-9249-6F3ECF8311F6}">
      <dsp:nvSpPr>
        <dsp:cNvPr id="0" name=""/>
        <dsp:cNvSpPr/>
      </dsp:nvSpPr>
      <dsp:spPr>
        <a:xfrm>
          <a:off x="4561402" y="1390342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Protocols are written down and referenced</a:t>
          </a:r>
          <a:endParaRPr lang="en-US" sz="1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561402" y="1390342"/>
        <a:ext cx="1687500" cy="675000"/>
      </dsp:txXfrm>
    </dsp:sp>
    <dsp:sp modelId="{D47676C4-6D26-43DB-81FD-048E8A6121F8}">
      <dsp:nvSpPr>
        <dsp:cNvPr id="0" name=""/>
        <dsp:cNvSpPr/>
      </dsp:nvSpPr>
      <dsp:spPr>
        <a:xfrm>
          <a:off x="1059839" y="2487217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BD96A-A22B-4D50-8370-B6C6788161C5}">
      <dsp:nvSpPr>
        <dsp:cNvPr id="0" name=""/>
        <dsp:cNvSpPr/>
      </dsp:nvSpPr>
      <dsp:spPr>
        <a:xfrm>
          <a:off x="595777" y="3519746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Result figures and description </a:t>
          </a:r>
          <a:endParaRPr lang="en-US" sz="1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95777" y="3519746"/>
        <a:ext cx="1687500" cy="675000"/>
      </dsp:txXfrm>
    </dsp:sp>
    <dsp:sp modelId="{04B91098-7985-4631-9B65-3991A69014EF}">
      <dsp:nvSpPr>
        <dsp:cNvPr id="0" name=""/>
        <dsp:cNvSpPr/>
      </dsp:nvSpPr>
      <dsp:spPr>
        <a:xfrm>
          <a:off x="3042652" y="2487217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50AB3-FD33-489E-84E9-C2F0D0F1531A}">
      <dsp:nvSpPr>
        <dsp:cNvPr id="0" name=""/>
        <dsp:cNvSpPr/>
      </dsp:nvSpPr>
      <dsp:spPr>
        <a:xfrm>
          <a:off x="2578590" y="3519746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What worked and what did not; potential solutions</a:t>
          </a:r>
          <a:endParaRPr lang="en-US" sz="1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578590" y="3519746"/>
        <a:ext cx="1687500" cy="675000"/>
      </dsp:txXfrm>
    </dsp:sp>
    <dsp:sp modelId="{EC20610D-5ED4-45A7-8418-4BE44EBE8A92}">
      <dsp:nvSpPr>
        <dsp:cNvPr id="0" name=""/>
        <dsp:cNvSpPr/>
      </dsp:nvSpPr>
      <dsp:spPr>
        <a:xfrm>
          <a:off x="5025465" y="2487217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48423-0BC6-47E0-9634-FD40D4EA6B0E}">
      <dsp:nvSpPr>
        <dsp:cNvPr id="0" name=""/>
        <dsp:cNvSpPr/>
      </dsp:nvSpPr>
      <dsp:spPr>
        <a:xfrm>
          <a:off x="4561402" y="3519746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Final conclusions</a:t>
          </a:r>
          <a:endParaRPr lang="en-US" sz="1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561402" y="3519746"/>
        <a:ext cx="1687500" cy="675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183D0-9E29-4458-8C56-E0FC1649D26B}">
      <dsp:nvSpPr>
        <dsp:cNvPr id="0" name=""/>
        <dsp:cNvSpPr/>
      </dsp:nvSpPr>
      <dsp:spPr>
        <a:xfrm>
          <a:off x="0" y="531"/>
          <a:ext cx="10515239" cy="124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871D9E-651E-44B0-B33C-E59DB92FCD11}">
      <dsp:nvSpPr>
        <dsp:cNvPr id="0" name=""/>
        <dsp:cNvSpPr/>
      </dsp:nvSpPr>
      <dsp:spPr>
        <a:xfrm>
          <a:off x="376484" y="280561"/>
          <a:ext cx="684516" cy="6845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09DD5-1491-4BF9-938A-F4D675E1572E}">
      <dsp:nvSpPr>
        <dsp:cNvPr id="0" name=""/>
        <dsp:cNvSpPr/>
      </dsp:nvSpPr>
      <dsp:spPr>
        <a:xfrm>
          <a:off x="1437485" y="531"/>
          <a:ext cx="9077754" cy="124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18" tIns="131718" rIns="131718" bIns="13171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Some repositories can also host private data or provide embargo periods, meaning access to all data can be delayed.</a:t>
          </a:r>
          <a:endParaRPr lang="en-US" sz="2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437485" y="531"/>
        <a:ext cx="9077754" cy="1244576"/>
      </dsp:txXfrm>
    </dsp:sp>
    <dsp:sp modelId="{5C370C91-A327-408C-A8CB-4D78FC1ABF35}">
      <dsp:nvSpPr>
        <dsp:cNvPr id="0" name=""/>
        <dsp:cNvSpPr/>
      </dsp:nvSpPr>
      <dsp:spPr>
        <a:xfrm>
          <a:off x="0" y="1556251"/>
          <a:ext cx="10515239" cy="124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2166D9-3E99-4A6D-A21C-C11512655AF8}">
      <dsp:nvSpPr>
        <dsp:cNvPr id="0" name=""/>
        <dsp:cNvSpPr/>
      </dsp:nvSpPr>
      <dsp:spPr>
        <a:xfrm>
          <a:off x="376484" y="1836281"/>
          <a:ext cx="684516" cy="6845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80ACA-7F14-4FBC-8AA1-7C6DB3D98964}">
      <dsp:nvSpPr>
        <dsp:cNvPr id="0" name=""/>
        <dsp:cNvSpPr/>
      </dsp:nvSpPr>
      <dsp:spPr>
        <a:xfrm>
          <a:off x="1437485" y="1556251"/>
          <a:ext cx="9077754" cy="124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18" tIns="131718" rIns="131718" bIns="13171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There are general “data agnostic” repositories, for example: 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Dryad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, 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Zenodo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, </a:t>
          </a:r>
          <a:r>
            <a:rPr lang="en-GB" sz="2400" kern="120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FigShare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pl-PL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and </a:t>
          </a:r>
          <a:r>
            <a:rPr lang="en-GB" sz="2400" kern="120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UoE’s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pl-PL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own </a:t>
          </a:r>
          <a:r>
            <a:rPr lang="pl-PL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DataShare</a:t>
          </a:r>
          <a:r>
            <a:rPr lang="pl-PL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. </a:t>
          </a:r>
          <a:endParaRPr lang="en-US" sz="2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437485" y="1556251"/>
        <a:ext cx="9077754" cy="1244576"/>
      </dsp:txXfrm>
    </dsp:sp>
    <dsp:sp modelId="{EF8292F1-ACAD-49BA-87C2-5904A6EA486E}">
      <dsp:nvSpPr>
        <dsp:cNvPr id="0" name=""/>
        <dsp:cNvSpPr/>
      </dsp:nvSpPr>
      <dsp:spPr>
        <a:xfrm>
          <a:off x="0" y="3111972"/>
          <a:ext cx="10515239" cy="124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9F6CE-6296-4D9E-BFA4-D6DD6C7565F9}">
      <dsp:nvSpPr>
        <dsp:cNvPr id="0" name=""/>
        <dsp:cNvSpPr/>
      </dsp:nvSpPr>
      <dsp:spPr>
        <a:xfrm>
          <a:off x="376484" y="3392001"/>
          <a:ext cx="684516" cy="6845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C360AB-116D-4AFD-9AD4-F407AC35522A}">
      <dsp:nvSpPr>
        <dsp:cNvPr id="0" name=""/>
        <dsp:cNvSpPr/>
      </dsp:nvSpPr>
      <dsp:spPr>
        <a:xfrm>
          <a:off x="1437485" y="3111972"/>
          <a:ext cx="9077754" cy="124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18" tIns="131718" rIns="131718" bIns="13171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Or domain specific, for example: 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UniProt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– protein data, 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GenBank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– sequence data, 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hlinkClick xmlns:r="http://schemas.openxmlformats.org/officeDocument/2006/relationships" r:id="" action="ppaction://noaction"/>
            </a:rPr>
            <a:t>MetaboLights</a:t>
          </a:r>
          <a:r>
            <a:rPr lang="en-GB" sz="2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– metabolomics data.</a:t>
          </a:r>
          <a:endParaRPr lang="en-US" sz="2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437485" y="3111972"/>
        <a:ext cx="9077754" cy="12445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53" name="PlaceHolder 4"/>
          <p:cNvSpPr>
            <a:spLocks noGrp="1"/>
          </p:cNvSpPr>
          <p:nvPr>
            <p:ph type="dt" idx="6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54" name="PlaceHolder 5"/>
          <p:cNvSpPr>
            <a:spLocks noGrp="1"/>
          </p:cNvSpPr>
          <p:nvPr>
            <p:ph type="ftr" idx="6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5" name="PlaceHolder 6"/>
          <p:cNvSpPr>
            <a:spLocks noGrp="1"/>
          </p:cNvSpPr>
          <p:nvPr>
            <p:ph type="sldNum" idx="6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14E7C6E-53DD-444F-9417-464FB9549080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elrep.2019.12.078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741EBA-8C2B-4736-9F77-A7B50594C04C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7358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endParaRPr lang="en-US" sz="1800" spc="-1">
              <a:cs typeface="Arial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546DE6-7BDA-45B4-97FF-392D81551DD1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1693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Removed physical samples, added metadata</a:t>
            </a:r>
          </a:p>
          <a:p>
            <a:r>
              <a:rPr lang="en-GB"/>
              <a:t>Policies on OS normally do not apply to physical samples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10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4411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1826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Removed data tables as pdf as this is probably not a reality anymore. Added incomplete datasets</a:t>
            </a:r>
          </a:p>
          <a:p>
            <a:r>
              <a:rPr lang="en-GB"/>
              <a:t>Added: incomplete supporting information about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12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9127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FC49C1-E87B-412F-9542-5C95C443DB7A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The first step in (re)using data is to find them. </a:t>
            </a:r>
          </a:p>
          <a:p>
            <a:r>
              <a:rPr lang="en-GB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Once the user finds the required data, she/he/they need to know how they can be accessed, possibly including authentication and authorisation.</a:t>
            </a:r>
          </a:p>
          <a:p>
            <a:r>
              <a:rPr lang="en-GB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The data usually need to be integrated with other data.</a:t>
            </a:r>
          </a:p>
          <a:p>
            <a:r>
              <a:rPr lang="en-GB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The ultimate goal of FAIR is to optimise the reuse of data. To achieve this, metadata and data should be well-described so that they can be replicated and/or combined in different settings.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14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5550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As students, how can you work to achieve FAIR data? While working, our focus will be on collecting and analysing data and reusable and interoperable way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1140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Arial"/>
              </a:rPr>
              <a:t>Managing findable data or Managing data to make it findable? </a:t>
            </a:r>
            <a:endParaRPr lang="en-US"/>
          </a:p>
          <a:p>
            <a:endParaRPr lang="en-US">
              <a:latin typeface="Arial"/>
              <a:ea typeface="Calibri"/>
              <a:cs typeface="Arial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Persistent identifiers (PID) 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Rich metadata!  (but this is also related to Reusable) 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16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5026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13F887-8E83-451C-BC67-66D443D6EEC9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GB" sz="1200" b="1" strike="noStrike" spc="-1">
                <a:solidFill>
                  <a:schemeClr val="dk1"/>
                </a:solidFill>
                <a:latin typeface="+mn-lt"/>
                <a:ea typeface="+mn-ea"/>
              </a:rPr>
              <a:t>Image metadata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Name: OP50 D10Ad_06.czi Image ID: 3485 Owner: Maria Eugenia Goya ORCID: 0000-0002-5031-2470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Acquisition Date: 2018-12-12 17:53:55 Import Date: 2020-04-30 22:38:59 Dimensions (XY): 1344 x 1024 Pixels Type: uint16 Pixels Size (XYZ) (µm): 0.16 x 0.16 x 1.00 Z-sections/Timepoints: 56 x 1 Channels: TL DIC, </a:t>
            </a:r>
            <a:r>
              <a:rPr lang="en-GB" sz="1200" b="0" strike="noStrike" spc="-1" err="1">
                <a:solidFill>
                  <a:schemeClr val="dk1"/>
                </a:solidFill>
                <a:latin typeface="+mn-lt"/>
                <a:ea typeface="+mn-ea"/>
              </a:rPr>
              <a:t>TagYFP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 ROI Count: 0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Tags: time course; day 10; adults; food switching; E. coli OP50; NL5901; C. elegans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1" strike="noStrike" spc="-1">
                <a:solidFill>
                  <a:schemeClr val="dk1"/>
                </a:solidFill>
                <a:latin typeface="+mn-lt"/>
                <a:ea typeface="+mn-ea"/>
              </a:rPr>
              <a:t>Dataset metadata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Name: Figure2_Figure2B Dataset ID: 263 Owner: Maria Eugenia Goya ORCID: 0000-0002-5031-2470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Description: The datasets contains a time course of </a:t>
            </a:r>
            <a:r>
              <a:rPr lang="el-GR" sz="1200" b="0" strike="noStrike" spc="-1">
                <a:solidFill>
                  <a:schemeClr val="dk1"/>
                </a:solidFill>
                <a:latin typeface="+mn-lt"/>
                <a:ea typeface="+mn-ea"/>
              </a:rPr>
              <a:t>α-</a:t>
            </a:r>
            <a:r>
              <a:rPr lang="en-GB" sz="1200" b="0" strike="noStrike" spc="-1" err="1">
                <a:solidFill>
                  <a:schemeClr val="dk1"/>
                </a:solidFill>
                <a:latin typeface="+mn-lt"/>
                <a:ea typeface="+mn-ea"/>
              </a:rPr>
              <a:t>syn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 aggregation in NL5901 C. elegans worms after a food switch at the L4 stage: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E. coli OP50 to OP50 Day 01 adults Day 03 adults Day 05 adults Day 07 adults Day 10 adults Day 13 adults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E. coli OP50 to B. subtilis PXN21 Day 01 adults Day 03 adults Day 05 adults Day 07 adults Day 10 adults Day 13 adults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Images were taken at 6 developmental timepoints (D1Ad, D3Ad, D5Ad, D7Ad, D10Ad, D13Ad)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* Some images contain more than one nematode.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Each image contains ~30 (or more) Z-sections, 1 µmeters apart. The </a:t>
            </a:r>
            <a:r>
              <a:rPr lang="en-GB" sz="1200" b="0" strike="noStrike" spc="-1" err="1">
                <a:solidFill>
                  <a:schemeClr val="dk1"/>
                </a:solidFill>
                <a:latin typeface="+mn-lt"/>
                <a:ea typeface="+mn-ea"/>
              </a:rPr>
              <a:t>TagYFP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 channel is used to follow the alpha-synuclein particles. The TL DIC channel is used to image the whole nematode head.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These images were used to construct Figure 2B of the Cell Reports paper (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  <a:hlinkClick r:id="rId3"/>
              </a:rPr>
              <a:t>https://doi.org/10.1016/j.celrep.2019.12.078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Creation date: 2020-04-30 22:16:39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Tags: protein aggregation; time course; E. coli OP50 to B. subtilis PXN21; food switching; E. coli OP50; 10.1016/j.celrep.2019.12.078; NL5901; C. elegans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68F96D-B46C-452B-AC8F-DCE57BD52A6E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43FE9A-671B-4609-B24B-2D0A137C26FF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1578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GB" sz="2000" b="1" strike="noStrike" spc="-1">
                <a:solidFill>
                  <a:srgbClr val="000000"/>
                </a:solidFill>
                <a:latin typeface="Arial"/>
              </a:rPr>
              <a:t>KEGG ID</a:t>
            </a: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 is an identifier used in the </a:t>
            </a:r>
            <a:r>
              <a:rPr lang="en-GB" sz="2000" b="1" strike="noStrike" spc="-1">
                <a:solidFill>
                  <a:srgbClr val="000000"/>
                </a:solidFill>
                <a:latin typeface="Arial"/>
              </a:rPr>
              <a:t>Kyoto </a:t>
            </a:r>
            <a:r>
              <a:rPr lang="en-GB" sz="2000" b="1" strike="noStrike" spc="-1" err="1">
                <a:solidFill>
                  <a:srgbClr val="000000"/>
                </a:solidFill>
                <a:latin typeface="Arial"/>
              </a:rPr>
              <a:t>Encyclopedia</a:t>
            </a:r>
            <a:r>
              <a:rPr lang="en-GB" sz="2000" b="1" strike="noStrike" spc="-1">
                <a:solidFill>
                  <a:srgbClr val="000000"/>
                </a:solidFill>
                <a:latin typeface="Arial"/>
              </a:rPr>
              <a:t> of Genes and Genomes (KEGG)</a:t>
            </a: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, a comprehensive database that connects biological pathways, genes, compounds, diseases, and drugs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205D0B-2AA8-46EF-9189-B240ED03FAC1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6161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README files should be together with metadata.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23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678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Make an exercise to vote which one is good for what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33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6490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5805F-FCC4-5458-1DB1-E3D493504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43413-8143-FD42-5C77-B49BA930C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FCE57-2C19-20FF-053A-AFC1EDC61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Make an exercise to vote which one is good for what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FC22E-A8B0-2FA5-6BEF-D9471D1BAB45}"/>
              </a:ext>
            </a:extLst>
          </p:cNvPr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34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6319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35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19930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Task A – ok</a:t>
            </a:r>
          </a:p>
          <a:p>
            <a:endParaRPr lang="en-GB"/>
          </a:p>
          <a:p>
            <a:r>
              <a:rPr lang="en-GB"/>
              <a:t>Task B – consider removing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36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8704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59EEC6-8A6B-4D85-9324-CDA0406F5513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37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CDF2AC-CBF3-4D7C-BC04-8144758EF27E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40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37281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D20A16-2338-4164-8094-0C3514117DAE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43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00858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44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74450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46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75594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Acquire description at earlier stages, split over the stages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B42E3A-ADC8-411B-A48E-949AE72E478A}" type="slidenum"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The University of Edinburgh-hosted </a:t>
            </a:r>
            <a:r>
              <a:rPr lang="en-GB" sz="1200" b="0" strike="noStrike" spc="-1" err="1">
                <a:solidFill>
                  <a:schemeClr val="dk1"/>
                </a:solidFill>
                <a:latin typeface="+mn-lt"/>
                <a:ea typeface="+mn-ea"/>
              </a:rPr>
              <a:t>RSpace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 service benefits from integration with local infrastructure, allowing researchers to log in with their University login (EASE), link to files on </a:t>
            </a:r>
            <a:r>
              <a:rPr lang="en-GB" sz="1200" b="0" strike="noStrike" spc="-1" err="1">
                <a:solidFill>
                  <a:schemeClr val="dk1"/>
                </a:solidFill>
                <a:latin typeface="+mn-lt"/>
                <a:ea typeface="+mn-ea"/>
              </a:rPr>
              <a:t>DataStore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, and archive data in DataShare.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The University has a discounted licence agreement with </a:t>
            </a:r>
            <a:r>
              <a:rPr lang="en-GB" sz="1200" b="0" strike="noStrike" spc="-1" err="1">
                <a:solidFill>
                  <a:schemeClr val="dk1"/>
                </a:solidFill>
                <a:latin typeface="+mn-lt"/>
                <a:ea typeface="+mn-ea"/>
              </a:rPr>
              <a:t>RSpace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 to provide the standard </a:t>
            </a:r>
            <a:r>
              <a:rPr lang="en-GB" sz="1200" b="0" strike="noStrike" spc="-1" err="1">
                <a:solidFill>
                  <a:schemeClr val="dk1"/>
                </a:solidFill>
                <a:latin typeface="+mn-lt"/>
                <a:ea typeface="+mn-ea"/>
              </a:rPr>
              <a:t>RSpace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 Enterprise edition. 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strike="noStrike" spc="-1" err="1">
                <a:solidFill>
                  <a:srgbClr val="000000"/>
                </a:solidFill>
                <a:latin typeface="+mn-lt"/>
                <a:ea typeface="+mn-ea"/>
              </a:rPr>
              <a:t>LabArchives</a:t>
            </a:r>
            <a:r>
              <a:rPr lang="en-GB" sz="2000" b="0" strike="noStrike" spc="-1">
                <a:solidFill>
                  <a:srgbClr val="000000"/>
                </a:solidFill>
                <a:latin typeface="+mn-lt"/>
                <a:ea typeface="+mn-ea"/>
              </a:rPr>
              <a:t> has a free version 1GB per user – with </a:t>
            </a:r>
            <a:r>
              <a:rPr lang="en-GB" sz="1200" b="0" strike="noStrike" spc="-1" err="1">
                <a:solidFill>
                  <a:schemeClr val="dk1"/>
                </a:solidFill>
                <a:latin typeface="+mn-lt"/>
                <a:ea typeface="+mn-ea"/>
              </a:rPr>
              <a:t>SnapGene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 &amp; GraphPad Prism Integrations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Jupyter notebooks – very good for people who frequently use R or python scripts as it has an interface that integrates notebooks, code, and data. - Free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26E1F1-44A9-464C-8A4F-A29F9CAE69CA}" type="slidenum"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Acquire description at earlier stages, split over the stages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F35E01-4270-4311-B425-AF0F103FC928}" type="slidenum"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58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84240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62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94540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Changed enduring understanding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Tahoma"/>
                <a:ea typeface="Tahoma"/>
              </a:rPr>
              <a:t>Data accessibility is facilitated via ELNs, file types, and repositories. Embedded levels of openness (i.e. format, file type, publishing) make data accessible, not simply openness of FAIR practice alone. </a:t>
            </a:r>
            <a:endParaRPr lang="en-US" sz="1200" b="0" strike="noStrike" spc="-1">
              <a:solidFill>
                <a:schemeClr val="dk1"/>
              </a:solidFill>
              <a:latin typeface="Calibri"/>
            </a:endParaRPr>
          </a:p>
          <a:p>
            <a:endParaRPr lang="en-GB"/>
          </a:p>
          <a:p>
            <a:r>
              <a:rPr lang="en-GB"/>
              <a:t>Accessible is something more technical related to repos. </a:t>
            </a:r>
          </a:p>
          <a:p>
            <a:endParaRPr lang="en-GB"/>
          </a:p>
          <a:p>
            <a:r>
              <a:rPr lang="en-GB"/>
              <a:t>What we want here is reusability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63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12602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3C1557-427E-4A01-A4E3-7A0112E380E9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65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66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96314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How manage: organise, document, store, back-up.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2000" b="0" strike="noStrike" spc="-1">
                <a:solidFill>
                  <a:srgbClr val="000000"/>
                </a:solidFill>
                <a:latin typeface="+mn-lt"/>
                <a:ea typeface="+mn-ea"/>
              </a:rPr>
              <a:t>How 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share and preserve: make data available for verification, replication, re-use.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Plan to prevent loss: HD failure, accidental delete, cat peeing on laptop.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Plan to prevent unauthorised access of sensitive/personal data.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 err="1">
                <a:solidFill>
                  <a:schemeClr val="dk1"/>
                </a:solidFill>
                <a:latin typeface="+mn-lt"/>
                <a:ea typeface="+mn-ea"/>
              </a:rPr>
              <a:t>DMPOnline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: 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Funder Templates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Plan broken down into sections: 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data creating/collecting: size, format, type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documentation and metadata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quality assurance processes/standards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storage and back up plans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security measures for sensitive data 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how, where, when share it (on publication)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how preserve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Includes lots </a:t>
            </a:r>
            <a:r>
              <a:rPr lang="en-GB" sz="2000" b="0" strike="noStrike" spc="-1">
                <a:solidFill>
                  <a:srgbClr val="000000"/>
                </a:solidFill>
                <a:latin typeface="+mn-lt"/>
                <a:ea typeface="+mn-ea"/>
              </a:rPr>
              <a:t>of guidance for each section : 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funders / </a:t>
            </a:r>
            <a:r>
              <a:rPr lang="en-GB" sz="1200" b="0" strike="noStrike" spc="-1" err="1">
                <a:solidFill>
                  <a:schemeClr val="dk1"/>
                </a:solidFill>
                <a:latin typeface="+mn-lt"/>
                <a:ea typeface="+mn-ea"/>
              </a:rPr>
              <a:t>UoE</a:t>
            </a:r>
            <a:r>
              <a:rPr lang="en-GB" sz="1200" b="0" strike="noStrike" spc="-1">
                <a:solidFill>
                  <a:schemeClr val="dk1"/>
                </a:solidFill>
                <a:latin typeface="+mn-lt"/>
                <a:ea typeface="+mn-ea"/>
              </a:rPr>
              <a:t> /Data Curation Centre.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74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660185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/>
            <a:r>
              <a:rPr lang="en-US" spc="-1">
                <a:solidFill>
                  <a:srgbClr val="000000"/>
                </a:solidFill>
                <a:cs typeface="Arial"/>
              </a:rPr>
              <a:t>CV format that uses storytelling to explain </a:t>
            </a:r>
            <a:r>
              <a:rPr lang="en-US" i="1" spc="-1">
                <a:solidFill>
                  <a:srgbClr val="000000"/>
                </a:solidFill>
                <a:cs typeface="Arial"/>
              </a:rPr>
              <a:t>how</a:t>
            </a:r>
            <a:r>
              <a:rPr lang="en-US" spc="-1">
                <a:solidFill>
                  <a:srgbClr val="000000"/>
                </a:solidFill>
                <a:cs typeface="Arial"/>
              </a:rPr>
              <a:t> and </a:t>
            </a:r>
            <a:r>
              <a:rPr lang="en-US" i="1" spc="-1">
                <a:solidFill>
                  <a:srgbClr val="000000"/>
                </a:solidFill>
                <a:cs typeface="Arial"/>
              </a:rPr>
              <a:t>why</a:t>
            </a:r>
            <a:r>
              <a:rPr lang="en-US" spc="-1">
                <a:solidFill>
                  <a:srgbClr val="000000"/>
                </a:solidFill>
                <a:cs typeface="Arial"/>
              </a:rPr>
              <a:t> you achieved your results, rather than just listing publication metrics, job titles, or dates</a:t>
            </a:r>
            <a:endParaRPr lang="en-US"/>
          </a:p>
        </p:txBody>
      </p:sp>
      <p:sp>
        <p:nvSpPr>
          <p:cNvPr id="1158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E2F1C0-447E-479C-965E-B552FE335D2B}" type="slidenum">
              <a:rPr lang="en-GB" sz="1200" b="0" strike="noStrike" spc="-1">
                <a:solidFill>
                  <a:srgbClr val="000000"/>
                </a:solidFill>
                <a:latin typeface="Times New Roman"/>
              </a:rPr>
              <a:t>79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Might move this to the end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80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60494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81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61271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83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64802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FD36-4FE7-574E-9BF0-0BA9696C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17552-6FDF-3BDD-5E3E-87A7E9352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147C2-F5A1-ED89-CCDC-0E7CF2DA5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Arial"/>
              </a:rPr>
              <a:t>Managing findable data or Managing data to make it findable? </a:t>
            </a:r>
            <a:endParaRPr lang="en-US"/>
          </a:p>
          <a:p>
            <a:endParaRPr lang="en-US">
              <a:latin typeface="Arial"/>
              <a:ea typeface="Calibri"/>
              <a:cs typeface="Arial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Persistent identifiers (PID) 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Rich metadata!  (but this is also related to Reusable) 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498B1-4BB4-FC31-ACAB-221F33443773}"/>
              </a:ext>
            </a:extLst>
          </p:cNvPr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85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07742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86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18185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E2796-9D9B-4DFC-A7D7-C58FC168FE12}" type="slidenum">
              <a:rPr lang="en-GB" smtClean="0"/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1954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 the 31</a:t>
            </a:r>
            <a:r>
              <a:rPr lang="en-GB" sz="1800" baseline="300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</a:t>
            </a: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December 2024 our subscription to </a:t>
            </a:r>
            <a:r>
              <a:rPr lang="en-GB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protocols.io</a:t>
            </a: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will end and we have taken the difficult decision not to renew it. The reason for this is that in 2023 the company that developed </a:t>
            </a:r>
            <a:r>
              <a:rPr lang="en-GB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protocols.io</a:t>
            </a: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sold it to the academic publisher Springer Nature and they have decided to impose an increase in subscription cost of over 700% for 2025.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E2796-9D9B-4DFC-A7D7-C58FC168FE12}" type="slidenum">
              <a:rPr lang="en-GB" smtClean="0"/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3928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pPr indent="0" algn="r">
              <a:buNone/>
            </a:pPr>
            <a:fld id="{F14E7C6E-53DD-444F-9417-464FB9549080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98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2311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2B48BA4B-CF01-40F1-B4CB-65EDD3CDFC9C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455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0"/>
          </p:nvPr>
        </p:nvSpPr>
        <p:spPr/>
        <p:txBody>
          <a:bodyPr/>
          <a:lstStyle/>
          <a:p>
            <a:fld id="{8822E30B-172A-4F11-91FF-0841562D6210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8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9103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orm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9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3"/>
          </p:nvPr>
        </p:nvSpPr>
        <p:spPr/>
        <p:txBody>
          <a:bodyPr/>
          <a:lstStyle/>
          <a:p>
            <a:fld id="{52FFD4C1-B1C6-4F8E-AE2A-AFD930076E3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5047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2B48BA4B-CF01-40F1-B4CB-65EDD3CDFC9C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09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fld id="{ED69F94C-69C4-4AE9-9C31-07FAEFAAD7F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0"/>
          </p:nvPr>
        </p:nvSpPr>
        <p:spPr/>
        <p:txBody>
          <a:bodyPr/>
          <a:lstStyle/>
          <a:p>
            <a:fld id="{8822E30B-172A-4F11-91FF-0841562D6210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51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3"/>
          </p:nvPr>
        </p:nvSpPr>
        <p:spPr/>
        <p:txBody>
          <a:bodyPr/>
          <a:lstStyle/>
          <a:p>
            <a:fld id="{52FFD4C1-B1C6-4F8E-AE2A-AFD930076E3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63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2B48BA4B-CF01-40F1-B4CB-65EDD3CDFC9C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3061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5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GB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FFFA6F-8FD1-4D81-8141-AFB009BF1B7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98" r:id="rId2"/>
    <p:sldLayoutId id="2147483699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55280" y="532440"/>
            <a:ext cx="94564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 Light"/>
              </a:rPr>
              <a:t>Slide heading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41240" y="1476720"/>
            <a:ext cx="10702080" cy="490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9999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9999"/>
                </a:solidFill>
                <a:latin typeface="Calibri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9999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9999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103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343FBC-3906-4B9B-B648-71832C4B125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94" r:id="rId2"/>
    <p:sldLayoutId id="2147483697" r:id="rId3"/>
    <p:sldLayoutId id="214748370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127" name="PlaceHolder 8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565B8C-8821-4699-98B7-9803F14ED62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135" name="PlaceHolder 3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CB9C44-864B-4012-AB7A-2DB037C924B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3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0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32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1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143" name="PlaceHolder 6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4C442E-1A17-4B72-AE3D-AF066D31E9C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5" r:id="rId2"/>
    <p:sldLayoutId id="2147483696" r:id="rId3"/>
    <p:sldLayoutId id="214748370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image" Target="../media/image15.svg"/><Relationship Id="rId3" Type="http://schemas.openxmlformats.org/officeDocument/2006/relationships/image" Target="../media/image10.jpeg"/><Relationship Id="rId7" Type="http://schemas.openxmlformats.org/officeDocument/2006/relationships/image" Target="../media/image12.svg"/><Relationship Id="rId12" Type="http://schemas.openxmlformats.org/officeDocument/2006/relationships/slide" Target="slide6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6.xml"/><Relationship Id="rId11" Type="http://schemas.openxmlformats.org/officeDocument/2006/relationships/image" Target="../media/image14.svg"/><Relationship Id="rId5" Type="http://schemas.openxmlformats.org/officeDocument/2006/relationships/image" Target="../media/image11.svg"/><Relationship Id="rId15" Type="http://schemas.openxmlformats.org/officeDocument/2006/relationships/slide" Target="slide85.xml"/><Relationship Id="rId10" Type="http://schemas.openxmlformats.org/officeDocument/2006/relationships/slide" Target="slide39.xml"/><Relationship Id="rId4" Type="http://schemas.openxmlformats.org/officeDocument/2006/relationships/slide" Target="slide8.xml"/><Relationship Id="rId9" Type="http://schemas.openxmlformats.org/officeDocument/2006/relationships/image" Target="../media/image13.svg"/><Relationship Id="rId1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Relationship Id="rId9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steropenscience.eu/content/what-open-science-introduction" TargetMode="External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hyperlink" Target="https://creativecommons.org/licenses/by/4.0/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Relationship Id="rId9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svg"/><Relationship Id="rId4" Type="http://schemas.openxmlformats.org/officeDocument/2006/relationships/hyperlink" Target="https://doi.org/10.1038/sdata.2016.18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5" Type="http://schemas.openxmlformats.org/officeDocument/2006/relationships/image" Target="../media/image41.png"/><Relationship Id="rId4" Type="http://schemas.openxmlformats.org/officeDocument/2006/relationships/image" Target="../media/image3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slide" Target="slide31.xml"/><Relationship Id="rId4" Type="http://schemas.openxmlformats.org/officeDocument/2006/relationships/slide" Target="slide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sv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5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61.png"/><Relationship Id="rId7" Type="http://schemas.openxmlformats.org/officeDocument/2006/relationships/hyperlink" Target="https://www.nature.com/articles/sdata201644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journals.plos.org/ploscompbiol/article?id=10.1371/journal.pcbi.1005510" TargetMode="Externa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1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68.svg"/><Relationship Id="rId4" Type="http://schemas.openxmlformats.org/officeDocument/2006/relationships/hyperlink" Target="https://github.com/BioRDM/SBS-PhD-Induction-Dealing_with_data/tree/gh-pages/2026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slide" Target="slide41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3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svg"/><Relationship Id="rId4" Type="http://schemas.openxmlformats.org/officeDocument/2006/relationships/hyperlink" Target="https://github.com/BioRDM/SBS-PhD-Induction-Dealing_with_data/tree/gh-pages/2026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svg"/><Relationship Id="rId5" Type="http://schemas.openxmlformats.org/officeDocument/2006/relationships/slide" Target="slide59.xml"/><Relationship Id="rId4" Type="http://schemas.openxmlformats.org/officeDocument/2006/relationships/slide" Target="slide5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6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77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74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7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7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7.svg"/><Relationship Id="rId4" Type="http://schemas.microsoft.com/office/2007/relationships/hdphoto" Target="../media/hdphoto2.wdp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77.svg"/></Relationships>
</file>

<file path=ppt/slides/_rels/slide5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85.png"/><Relationship Id="rId7" Type="http://schemas.openxmlformats.org/officeDocument/2006/relationships/diagramColors" Target="../diagrams/colors5.xml"/><Relationship Id="rId12" Type="http://schemas.openxmlformats.org/officeDocument/2006/relationships/image" Target="../media/image77.svg"/><Relationship Id="rId2" Type="http://schemas.openxmlformats.org/officeDocument/2006/relationships/hyperlink" Target="https://benchling.com/s/etr-0FdV1H0rpWeHk4H72NOg/edit" TargetMode="Externa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5.xml"/><Relationship Id="rId11" Type="http://schemas.openxmlformats.org/officeDocument/2006/relationships/image" Target="../media/image96.svg"/><Relationship Id="rId5" Type="http://schemas.openxmlformats.org/officeDocument/2006/relationships/diagramLayout" Target="../diagrams/layout5.xml"/><Relationship Id="rId10" Type="http://schemas.openxmlformats.org/officeDocument/2006/relationships/image" Target="../media/image95.svg"/><Relationship Id="rId4" Type="http://schemas.openxmlformats.org/officeDocument/2006/relationships/diagramData" Target="../diagrams/data5.xml"/><Relationship Id="rId9" Type="http://schemas.openxmlformats.org/officeDocument/2006/relationships/image" Target="../media/image7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7.jpe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8.png"/><Relationship Id="rId5" Type="http://schemas.openxmlformats.org/officeDocument/2006/relationships/hyperlink" Target="https://www.wiki.ed.ac.uk/x/f0SkGw" TargetMode="External"/><Relationship Id="rId4" Type="http://schemas.openxmlformats.org/officeDocument/2006/relationships/hyperlink" Target="https://www.wiki.ed.ac.uk/spaces/RDMS/pages/463750251/Benchling+quick+tutorial&#8203;" TargetMode="External"/><Relationship Id="rId9" Type="http://schemas.openxmlformats.org/officeDocument/2006/relationships/image" Target="../media/image77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hub.com/BioRDM/SBS-PhD-Induction-Dealing_with_data/tree/gh-pages/2026" TargetMode="External"/><Relationship Id="rId4" Type="http://schemas.openxmlformats.org/officeDocument/2006/relationships/image" Target="../media/image74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74.svg"/><Relationship Id="rId2" Type="http://schemas.openxmlformats.org/officeDocument/2006/relationships/hyperlink" Target="https://swcarpentry.github.io/git-novice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2.svg"/><Relationship Id="rId5" Type="http://schemas.openxmlformats.org/officeDocument/2006/relationships/image" Target="../media/image101.svg"/><Relationship Id="rId4" Type="http://schemas.openxmlformats.org/officeDocument/2006/relationships/image" Target="../media/image7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ngo.bio.ed.ac.uk/jupyter" TargetMode="External"/><Relationship Id="rId5" Type="http://schemas.openxmlformats.org/officeDocument/2006/relationships/hyperlink" Target="http://benchling.com" TargetMode="External"/><Relationship Id="rId4" Type="http://schemas.openxmlformats.org/officeDocument/2006/relationships/hyperlink" Target="https://github.com/BioRDM/SBS-PhD-Induction-Dealing_with_data/tree/gh-pages/2026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sv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7.svg"/><Relationship Id="rId4" Type="http://schemas.openxmlformats.org/officeDocument/2006/relationships/image" Target="../media/image38.sv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7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67.jpe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7.svg"/><Relationship Id="rId5" Type="http://schemas.openxmlformats.org/officeDocument/2006/relationships/image" Target="../media/image106.jpeg"/><Relationship Id="rId4" Type="http://schemas.openxmlformats.org/officeDocument/2006/relationships/hyperlink" Target="https://zenodo.org/records/6349579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6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slide" Target="slide75.xml"/><Relationship Id="rId4" Type="http://schemas.openxmlformats.org/officeDocument/2006/relationships/slide" Target="slide7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sv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hyperlink" Target="https://dmponline.ed.ac.uk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svg"/><Relationship Id="rId4" Type="http://schemas.openxmlformats.org/officeDocument/2006/relationships/hyperlink" Target="https://library.ed.ac.uk/research-support/research-data-service/research-data-training-skills/workshops-courses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hyperlink" Target="https://www.wiki.ed.ac.uk/display/RDMS/Data+Management+Plans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4.sv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B_DABAECE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7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rmation-services.ed.ac.uk/computing/comms-and-collab/elm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18.png"/><Relationship Id="rId4" Type="http://schemas.openxmlformats.org/officeDocument/2006/relationships/hyperlink" Target="https://information-services.ed.ac.uk/computing/comms-and-collab/elm/generative-ai-guidance-for-students/using-generative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9.sv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2688/wellcomeopenres.22899.1" TargetMode="External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slide" Target="slide97.xml"/><Relationship Id="rId3" Type="http://schemas.openxmlformats.org/officeDocument/2006/relationships/slide" Target="slide87.xml"/><Relationship Id="rId7" Type="http://schemas.openxmlformats.org/officeDocument/2006/relationships/slide" Target="slide95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6" Type="http://schemas.openxmlformats.org/officeDocument/2006/relationships/slide" Target="slide93.xml"/><Relationship Id="rId5" Type="http://schemas.openxmlformats.org/officeDocument/2006/relationships/slide" Target="slide94.xml"/><Relationship Id="rId10" Type="http://schemas.openxmlformats.org/officeDocument/2006/relationships/image" Target="../media/image16.svg"/><Relationship Id="rId4" Type="http://schemas.openxmlformats.org/officeDocument/2006/relationships/slide" Target="slide91.xml"/><Relationship Id="rId9" Type="http://schemas.openxmlformats.org/officeDocument/2006/relationships/image" Target="../media/image43.sv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ki.ed.ac.uk/display/RDMS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hyperlink" Target="https://www.ed.ac.uk/information-services/research-support/research-data-service" TargetMode="External"/><Relationship Id="rId4" Type="http://schemas.openxmlformats.org/officeDocument/2006/relationships/hyperlink" Target="https://digitalresearchservices.ed.ac.uk/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hyperlink" Target="https://library.ed.ac.uk/research-support/research-data-service/during/data-storage" TargetMode="Externa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file:///\\csce.datastore.ed.ac.uk\csce\biology\users\YOUR_LOGIN" TargetMode="External"/><Relationship Id="rId2" Type="http://schemas.openxmlformats.org/officeDocument/2006/relationships/hyperlink" Target="file:///\\csce.datastore.ed.ac.uk\csce\biology\groups\YOUR-GROUP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hyperlink" Target="https://www.ed.ac.uk/information-services/computing/desktop-personal/connect-uni-file-storage" TargetMode="Externa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uoe-my.sharepoint.com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svg"/><Relationship Id="rId4" Type="http://schemas.openxmlformats.org/officeDocument/2006/relationships/image" Target="../media/image2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ki.ed.ac.uk/display/RDMS" TargetMode="External"/><Relationship Id="rId2" Type="http://schemas.openxmlformats.org/officeDocument/2006/relationships/hyperlink" Target="https://www.wiki.ed.ac.uk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tocols.io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svg"/><Relationship Id="rId4" Type="http://schemas.openxmlformats.org/officeDocument/2006/relationships/image" Target="../media/image122.jpe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hyperlink" Target="https://www.wiki.ed.ac.uk/spaces/ResearchServices/pages/364499039/GitLab+Access" TargetMode="Externa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hyperlink" Target="https://www.wiki.ed.ac.uk/spaces/RDMS/pages/424280992/Suggested+data+repositories&#8203;" TargetMode="Externa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hyperlink" Target="https://datashare.is.ed.ac.uk/" TargetMode="Externa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rdmkit.elixir-europe.org/" TargetMode="External"/><Relationship Id="rId7" Type="http://schemas.openxmlformats.org/officeDocument/2006/relationships/image" Target="../media/image16.svg"/><Relationship Id="rId2" Type="http://schemas.openxmlformats.org/officeDocument/2006/relationships/hyperlink" Target="https://faircookbook.elixir-europe.org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igitalresearchservices.ed.ac.uk/news-and-updates/" TargetMode="External"/><Relationship Id="rId5" Type="http://schemas.openxmlformats.org/officeDocument/2006/relationships/hyperlink" Target="https://www.ed.ac.uk/information-services/research-support/research-data-service" TargetMode="External"/><Relationship Id="rId4" Type="http://schemas.openxmlformats.org/officeDocument/2006/relationships/hyperlink" Target="https://edcarp.github.io/Ed-DaSH/index.html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2" descr="A sign on a black background&#10;&#10;AI-generated content may be incorrect."/>
          <p:cNvPicPr/>
          <p:nvPr/>
        </p:nvPicPr>
        <p:blipFill>
          <a:blip r:embed="rId2"/>
          <a:stretch/>
        </p:blipFill>
        <p:spPr>
          <a:xfrm>
            <a:off x="788400" y="525240"/>
            <a:ext cx="10614960" cy="580716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9F6BE9-7D2E-33A1-210A-1B2674A49D8E}"/>
              </a:ext>
            </a:extLst>
          </p:cNvPr>
          <p:cNvSpPr txBox="1"/>
          <p:nvPr/>
        </p:nvSpPr>
        <p:spPr>
          <a:xfrm>
            <a:off x="7477759" y="731520"/>
            <a:ext cx="3373120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 b="1">
                <a:solidFill>
                  <a:srgbClr val="FF0000"/>
                </a:solidFill>
                <a:ea typeface="Calibri"/>
                <a:cs typeface="Calibri"/>
              </a:rPr>
              <a:t>Tuesdays</a:t>
            </a:r>
            <a:endParaRPr lang="en-GB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5EB42-CDD5-31BD-7054-619A9990B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62" y="166809"/>
            <a:ext cx="10972440" cy="540683"/>
          </a:xfrm>
        </p:spPr>
        <p:txBody>
          <a:bodyPr/>
          <a:lstStyle/>
          <a:p>
            <a:r>
              <a:rPr lang="en-GB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Please confirm your attendance here (for Graduate school):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4A7A81-F76B-AA1C-C6D2-1052B9ABE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0" t="11947" r="4053" b="9782"/>
          <a:stretch>
            <a:fillRect/>
          </a:stretch>
        </p:blipFill>
        <p:spPr>
          <a:xfrm>
            <a:off x="2845324" y="814283"/>
            <a:ext cx="6277540" cy="56923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02593-7D13-2A70-A725-3CC91F2D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0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ubtitle 2"/>
          <p:cNvSpPr/>
          <p:nvPr/>
        </p:nvSpPr>
        <p:spPr>
          <a:xfrm>
            <a:off x="246600" y="5415480"/>
            <a:ext cx="6998520" cy="120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800" strike="noStrike" spc="-1">
                <a:solidFill>
                  <a:schemeClr val="dk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Livia Scorza – </a:t>
            </a:r>
            <a:r>
              <a:rPr lang="en-GB" sz="1600" strike="noStrike" spc="-1" err="1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BioRDM</a:t>
            </a:r>
            <a:r>
              <a:rPr lang="en-GB" sz="1600" strike="noStrike" spc="-1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team lead </a:t>
            </a:r>
            <a:endParaRPr lang="en-GB" sz="1600" spc="-1">
              <a:solidFill>
                <a:schemeClr val="bg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800" strike="noStrike" spc="-1">
                <a:solidFill>
                  <a:schemeClr val="dk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Daniel </a:t>
            </a:r>
            <a:r>
              <a:rPr lang="en-GB" sz="1800" strike="noStrike" spc="-1" err="1">
                <a:solidFill>
                  <a:schemeClr val="dk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Thédié</a:t>
            </a:r>
            <a:r>
              <a:rPr lang="en-GB" sz="1800" strike="noStrike" spc="-1">
                <a:solidFill>
                  <a:schemeClr val="dk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GB" sz="1600" strike="noStrike" spc="-1" err="1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BioRDM</a:t>
            </a:r>
            <a:r>
              <a:rPr lang="en-GB" sz="1600" strike="noStrike" spc="-1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Research software specialist</a:t>
            </a: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800" strike="noStrike" spc="-1">
                <a:solidFill>
                  <a:schemeClr val="dk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Juliana Rodríguez Cubillos – </a:t>
            </a:r>
            <a:r>
              <a:rPr lang="en-GB" sz="1600" strike="noStrike" spc="-1" err="1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BioRDM</a:t>
            </a:r>
            <a:r>
              <a:rPr lang="en-GB" sz="1600" strike="noStrike" spc="-1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PhD Candidate: AI / metadata</a:t>
            </a:r>
            <a:endParaRPr lang="en-US" sz="1600" strike="noStrike" spc="-1">
              <a:solidFill>
                <a:schemeClr val="bg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strike="noStrike" spc="-1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58" name="Group 18"/>
          <p:cNvGrpSpPr/>
          <p:nvPr/>
        </p:nvGrpSpPr>
        <p:grpSpPr>
          <a:xfrm>
            <a:off x="0" y="0"/>
            <a:ext cx="12191760" cy="914040"/>
            <a:chOff x="0" y="0"/>
            <a:chExt cx="12191760" cy="914040"/>
          </a:xfrm>
        </p:grpSpPr>
        <p:sp>
          <p:nvSpPr>
            <p:cNvPr id="159" name="Rectangle 6"/>
            <p:cNvSpPr/>
            <p:nvPr/>
          </p:nvSpPr>
          <p:spPr>
            <a:xfrm>
              <a:off x="0" y="0"/>
              <a:ext cx="12191760" cy="914040"/>
            </a:xfrm>
            <a:prstGeom prst="rect">
              <a:avLst/>
            </a:prstGeom>
            <a:gradFill rotWithShape="0">
              <a:gsLst>
                <a:gs pos="0">
                  <a:srgbClr val="0F203E"/>
                </a:gs>
                <a:gs pos="41000">
                  <a:srgbClr val="1B3568"/>
                </a:gs>
                <a:gs pos="73000">
                  <a:srgbClr val="FFFFF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60" name="Rectangle 9"/>
            <p:cNvSpPr/>
            <p:nvPr/>
          </p:nvSpPr>
          <p:spPr>
            <a:xfrm>
              <a:off x="9185760" y="0"/>
              <a:ext cx="3005640" cy="914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pic>
          <p:nvPicPr>
            <p:cNvPr id="161" name="Picture 8" descr="A close up of a logo&#10;&#10;Description generated with very high confidence"/>
            <p:cNvPicPr/>
            <p:nvPr/>
          </p:nvPicPr>
          <p:blipFill>
            <a:blip r:embed="rId3"/>
            <a:stretch/>
          </p:blipFill>
          <p:spPr>
            <a:xfrm>
              <a:off x="9317520" y="138240"/>
              <a:ext cx="2742840" cy="720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62" name="TextBox 12"/>
            <p:cNvSpPr/>
            <p:nvPr/>
          </p:nvSpPr>
          <p:spPr>
            <a:xfrm>
              <a:off x="246600" y="498960"/>
              <a:ext cx="6792480" cy="3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horzOverflow="overflow" numCol="1" spcCol="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600" b="0" strike="noStrike" spc="-1">
                  <a:solidFill>
                    <a:schemeClr val="lt1"/>
                  </a:solidFill>
                  <a:latin typeface="Tahoma"/>
                  <a:ea typeface="Tahoma"/>
                </a:rPr>
                <a:t>Biological Research Data Management Team</a:t>
              </a:r>
              <a:endParaRPr lang="en-U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3" name="TextBox 17"/>
          <p:cNvSpPr/>
          <p:nvPr/>
        </p:nvSpPr>
        <p:spPr>
          <a:xfrm>
            <a:off x="2006280" y="2313360"/>
            <a:ext cx="8178840" cy="16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0" i="1" strike="noStrike" spc="-1">
                <a:solidFill>
                  <a:schemeClr val="accent1">
                    <a:lumMod val="50000"/>
                  </a:schemeClr>
                </a:solidFill>
                <a:latin typeface="Tahoma"/>
                <a:ea typeface="Tahoma"/>
              </a:rPr>
              <a:t>Welcome to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6500" b="1" strike="noStrike" spc="-1">
                <a:solidFill>
                  <a:schemeClr val="accent1">
                    <a:lumMod val="50000"/>
                  </a:schemeClr>
                </a:solidFill>
                <a:latin typeface="Tahoma"/>
                <a:ea typeface="Tahoma"/>
              </a:rPr>
              <a:t>Dealing With Data</a:t>
            </a:r>
            <a:endParaRPr lang="en-US" sz="6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246600" y="91080"/>
            <a:ext cx="2742840" cy="51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strike="noStrike" spc="-1">
                <a:solidFill>
                  <a:schemeClr val="lt1"/>
                </a:solidFill>
                <a:latin typeface="Tahoma"/>
                <a:ea typeface="Tahoma"/>
              </a:rPr>
              <a:t>BioRDM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"/>
          <p:cNvSpPr/>
          <p:nvPr/>
        </p:nvSpPr>
        <p:spPr>
          <a:xfrm>
            <a:off x="3958920" y="4079160"/>
            <a:ext cx="427392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0" strike="noStrike" spc="-1">
                <a:solidFill>
                  <a:schemeClr val="accent1">
                    <a:lumMod val="50000"/>
                  </a:schemeClr>
                </a:solidFill>
                <a:latin typeface="Tahoma"/>
                <a:ea typeface="Tahoma"/>
              </a:rPr>
              <a:t>SBS PhD Induction – October 2026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subTitle"/>
          </p:nvPr>
        </p:nvSpPr>
        <p:spPr>
          <a:xfrm>
            <a:off x="9554760" y="6208560"/>
            <a:ext cx="2433600" cy="47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800" b="1" strike="noStrike" spc="-1">
                <a:solidFill>
                  <a:schemeClr val="dk1">
                    <a:lumMod val="65000"/>
                    <a:lumOff val="35000"/>
                  </a:schemeClr>
                </a:solidFill>
                <a:latin typeface="Tahoma"/>
                <a:ea typeface="Tahoma"/>
              </a:rPr>
              <a:t>bio_rdm@ed.ac.uk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Picture 2" descr="mail Vector Icons free download in SVG, PNG Format"/>
          <p:cNvPicPr/>
          <p:nvPr/>
        </p:nvPicPr>
        <p:blipFill>
          <a:blip r:embed="rId4"/>
          <a:stretch/>
        </p:blipFill>
        <p:spPr>
          <a:xfrm>
            <a:off x="9185760" y="6093000"/>
            <a:ext cx="527760" cy="527760"/>
          </a:xfrm>
          <a:prstGeom prst="rect">
            <a:avLst/>
          </a:prstGeom>
          <a:ln w="0">
            <a:noFill/>
          </a:ln>
        </p:spPr>
      </p:pic>
      <p:pic>
        <p:nvPicPr>
          <p:cNvPr id="168" name="Picture 2"/>
          <p:cNvPicPr/>
          <p:nvPr/>
        </p:nvPicPr>
        <p:blipFill>
          <a:blip r:embed="rId5"/>
          <a:stretch/>
        </p:blipFill>
        <p:spPr>
          <a:xfrm>
            <a:off x="10670760" y="5574600"/>
            <a:ext cx="1143360" cy="39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1F6C539-DCDD-24E6-FAB7-D37C55C8EE62}"/>
              </a:ext>
            </a:extLst>
          </p:cNvPr>
          <p:cNvSpPr/>
          <p:nvPr/>
        </p:nvSpPr>
        <p:spPr>
          <a:xfrm>
            <a:off x="383059" y="457200"/>
            <a:ext cx="11442357" cy="5899320"/>
          </a:xfrm>
          <a:prstGeom prst="roundRect">
            <a:avLst>
              <a:gd name="adj" fmla="val 6271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D72D8-C42D-0330-AF0A-BCAFB926A92D}"/>
              </a:ext>
            </a:extLst>
          </p:cNvPr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 lang="en-GB" smtClean="0"/>
              <a:t>4</a:t>
            </a:fld>
            <a:endParaRPr lang="en-GB"/>
          </a:p>
        </p:txBody>
      </p:sp>
      <p:pic>
        <p:nvPicPr>
          <p:cNvPr id="14" name="Picture 13" descr="Welcome Signage Vector Art, Icons, and Graphics for Free Download">
            <a:extLst>
              <a:ext uri="{FF2B5EF4-FFF2-40B4-BE49-F238E27FC236}">
                <a16:creationId xmlns:a16="http://schemas.microsoft.com/office/drawing/2014/main" id="{64BBC4B4-685E-C122-DE12-C04988AC8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586" b="34902"/>
          <a:stretch>
            <a:fillRect/>
          </a:stretch>
        </p:blipFill>
        <p:spPr>
          <a:xfrm>
            <a:off x="3324356" y="457200"/>
            <a:ext cx="5554483" cy="952793"/>
          </a:xfrm>
          <a:prstGeom prst="rect">
            <a:avLst/>
          </a:prstGeom>
        </p:spPr>
      </p:pic>
      <p:pic>
        <p:nvPicPr>
          <p:cNvPr id="2" name="Picture 1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32FDC0EB-B31B-66E5-C6EB-2C51AA954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198" y="1555486"/>
            <a:ext cx="3533904" cy="3614778"/>
          </a:xfrm>
          <a:prstGeom prst="rect">
            <a:avLst/>
          </a:prstGeom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4FD4D4A-4603-F077-6FBE-39A1F96CC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862" y="5171838"/>
            <a:ext cx="6039323" cy="102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8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562704E3-C417-0414-7381-E259D27F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38" y="211014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strike="noStrike" spc="-1">
                <a:solidFill>
                  <a:srgbClr val="33497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are we here? </a:t>
            </a:r>
            <a:endParaRPr lang="en-US" sz="4400" strike="noStrike" spc="-1">
              <a:solidFill>
                <a:srgbClr val="33497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14A68-A801-F5E2-0205-126F7AC89CE4}"/>
              </a:ext>
            </a:extLst>
          </p:cNvPr>
          <p:cNvSpPr txBox="1"/>
          <p:nvPr/>
        </p:nvSpPr>
        <p:spPr>
          <a:xfrm>
            <a:off x="596630" y="2643826"/>
            <a:ext cx="8071056" cy="417037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spc="-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 how to manage data so you and others can:</a:t>
            </a:r>
          </a:p>
          <a:p>
            <a:r>
              <a:rPr lang="en-US" sz="2000" spc="-1">
                <a:latin typeface="Tahoma"/>
                <a:ea typeface="Tahoma"/>
                <a:cs typeface="Tahoma"/>
              </a:rPr>
              <a:t>	</a:t>
            </a:r>
          </a:p>
          <a:p>
            <a:pPr marL="71882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Find your data easily when needed</a:t>
            </a:r>
          </a:p>
          <a:p>
            <a:pPr marL="71882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Understand what you did in the past and reproduce if needed</a:t>
            </a:r>
          </a:p>
          <a:p>
            <a:pPr marL="71882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>
                <a:latin typeface="Tahoma"/>
                <a:ea typeface="Tahoma"/>
                <a:cs typeface="Tahoma"/>
              </a:rPr>
              <a:t> Avoid data loss and duplicated data</a:t>
            </a:r>
          </a:p>
          <a:p>
            <a:pPr marL="71882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Have datasets that are ready to publish</a:t>
            </a:r>
          </a:p>
          <a:p>
            <a:pPr algn="ctr"/>
            <a:endParaRPr lang="en-US" sz="2000" spc="-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spc="-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must be available to all </a:t>
            </a:r>
          </a:p>
          <a:p>
            <a:endParaRPr lang="en-US" sz="2000" spc="-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8820" indent="-342900">
              <a:buFont typeface="Arial" panose="020B0604020202020204" pitchFamily="34" charset="0"/>
              <a:buChar char="•"/>
            </a:pPr>
            <a:r>
              <a:rPr lang="en-US" sz="2000" spc="-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Publish data that is reproducible and reusable </a:t>
            </a:r>
          </a:p>
          <a:p>
            <a:pPr marL="719138">
              <a:spcBef>
                <a:spcPts val="600"/>
              </a:spcBef>
              <a:spcAft>
                <a:spcPts val="600"/>
              </a:spcAft>
            </a:pPr>
            <a:endParaRPr lang="en-US" sz="2000" spc="-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 descr="Download Question Mark, Question, Response. Royalty-Free Stock Illustration  Image - Pixabay">
            <a:extLst>
              <a:ext uri="{FF2B5EF4-FFF2-40B4-BE49-F238E27FC236}">
                <a16:creationId xmlns:a16="http://schemas.microsoft.com/office/drawing/2014/main" id="{840AB47A-183B-67B7-325C-2ECC4638AE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24102" y="2861334"/>
            <a:ext cx="3273692" cy="32736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F1F3C8-B919-B0BB-7B86-9C078C8C03CE}"/>
              </a:ext>
            </a:extLst>
          </p:cNvPr>
          <p:cNvSpPr txBox="1"/>
          <p:nvPr/>
        </p:nvSpPr>
        <p:spPr>
          <a:xfrm>
            <a:off x="2195772" y="1536174"/>
            <a:ext cx="6987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data, your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81918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2" descr="Fundamentals of Metadata Management - DATAVERSITY"/>
          <p:cNvPicPr/>
          <p:nvPr/>
        </p:nvPicPr>
        <p:blipFill>
          <a:blip r:embed="rId3"/>
          <a:stretch/>
        </p:blipFill>
        <p:spPr>
          <a:xfrm>
            <a:off x="360000" y="2261520"/>
            <a:ext cx="4701960" cy="3510720"/>
          </a:xfrm>
          <a:prstGeom prst="rect">
            <a:avLst/>
          </a:prstGeom>
          <a:ln w="0">
            <a:noFill/>
          </a:ln>
        </p:spPr>
      </p:pic>
      <p:sp>
        <p:nvSpPr>
          <p:cNvPr id="171" name="TextBox 2047"/>
          <p:cNvSpPr/>
          <p:nvPr/>
        </p:nvSpPr>
        <p:spPr>
          <a:xfrm>
            <a:off x="299523" y="347760"/>
            <a:ext cx="389816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strike="noStrike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overview</a:t>
            </a:r>
          </a:p>
        </p:txBody>
      </p:sp>
      <p:sp>
        <p:nvSpPr>
          <p:cNvPr id="181" name="TextBox 19">
            <a:hlinkClick r:id="rId4" action="ppaction://hlinksldjump"/>
          </p:cNvPr>
          <p:cNvSpPr/>
          <p:nvPr/>
        </p:nvSpPr>
        <p:spPr>
          <a:xfrm>
            <a:off x="6707160" y="775800"/>
            <a:ext cx="450756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u="sng" strike="noStrike" spc="-1">
                <a:solidFill>
                  <a:schemeClr val="dk1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 action="ppaction://hlinksldjump"/>
              </a:rPr>
              <a:t>Open Science and FAIR principles</a:t>
            </a:r>
            <a:endParaRPr lang="en-US" sz="2000" strike="noStrike" spc="-1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2" name="Rectangle 26">
            <a:hlinkClick r:id="rId4" action="ppaction://hlinksldjump"/>
          </p:cNvPr>
          <p:cNvSpPr/>
          <p:nvPr/>
        </p:nvSpPr>
        <p:spPr>
          <a:xfrm>
            <a:off x="6791400" y="1175760"/>
            <a:ext cx="3803760" cy="53640"/>
          </a:xfrm>
          <a:prstGeom prst="rect">
            <a:avLst/>
          </a:prstGeom>
          <a:solidFill>
            <a:srgbClr val="1470C0"/>
          </a:solidFill>
          <a:ln>
            <a:solidFill>
              <a:srgbClr val="14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strike="noStrike" spc="-1">
              <a:solidFill>
                <a:schemeClr val="l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83" name="Group 4"/>
          <p:cNvGrpSpPr/>
          <p:nvPr/>
        </p:nvGrpSpPr>
        <p:grpSpPr>
          <a:xfrm>
            <a:off x="6113160" y="697320"/>
            <a:ext cx="539640" cy="539640"/>
            <a:chOff x="6113160" y="697320"/>
            <a:chExt cx="539640" cy="539640"/>
          </a:xfrm>
        </p:grpSpPr>
        <p:sp>
          <p:nvSpPr>
            <p:cNvPr id="184" name="Oval 11"/>
            <p:cNvSpPr/>
            <p:nvPr/>
          </p:nvSpPr>
          <p:spPr>
            <a:xfrm>
              <a:off x="6113160" y="697320"/>
              <a:ext cx="539640" cy="539640"/>
            </a:xfrm>
            <a:prstGeom prst="ellipse">
              <a:avLst/>
            </a:prstGeom>
            <a:solidFill>
              <a:srgbClr val="1470C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strike="noStrike" spc="-1">
                <a:solidFill>
                  <a:schemeClr val="l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185" name="Graphic 45" descr="Aspiration with solid fill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/>
          </p:blipFill>
          <p:spPr>
            <a:xfrm>
              <a:off x="6171120" y="754920"/>
              <a:ext cx="424080" cy="424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86" name="Rectangle 27">
            <a:hlinkClick r:id="rId4" action="ppaction://hlinksldjump"/>
          </p:cNvPr>
          <p:cNvSpPr/>
          <p:nvPr/>
        </p:nvSpPr>
        <p:spPr>
          <a:xfrm>
            <a:off x="6791400" y="2089080"/>
            <a:ext cx="3824640" cy="53640"/>
          </a:xfrm>
          <a:prstGeom prst="rect">
            <a:avLst/>
          </a:prstGeom>
          <a:solidFill>
            <a:srgbClr val="6420A6"/>
          </a:solidFill>
          <a:ln>
            <a:solidFill>
              <a:srgbClr val="6420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strike="noStrike" spc="-1">
              <a:solidFill>
                <a:schemeClr val="l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8" name="Oval 14"/>
          <p:cNvSpPr/>
          <p:nvPr/>
        </p:nvSpPr>
        <p:spPr>
          <a:xfrm>
            <a:off x="6095880" y="1658880"/>
            <a:ext cx="539640" cy="539640"/>
          </a:xfrm>
          <a:prstGeom prst="ellipse">
            <a:avLst/>
          </a:prstGeom>
          <a:solidFill>
            <a:srgbClr val="6420A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strike="noStrike" spc="-1">
              <a:solidFill>
                <a:schemeClr val="l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4" name="TextBox 6">
            <a:hlinkClick r:id="rId4" action="ppaction://hlinksldjump"/>
          </p:cNvPr>
          <p:cNvSpPr/>
          <p:nvPr/>
        </p:nvSpPr>
        <p:spPr>
          <a:xfrm>
            <a:off x="6689520" y="1699200"/>
            <a:ext cx="438984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u="sng" spc="-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6" action="ppaction://hlinksldjump"/>
              </a:rPr>
              <a:t>Collecting FAIR data</a:t>
            </a:r>
            <a:r>
              <a:rPr lang="en-US" sz="2000" u="sng" strike="noStrike" spc="-1">
                <a:solidFill>
                  <a:schemeClr val="dk1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6" action="ppaction://hlinksldjump"/>
              </a:rPr>
              <a:t> </a:t>
            </a:r>
            <a:endParaRPr lang="en-US" sz="2000" strike="noStrike" spc="-1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245709-EFAA-6642-F122-FF1A5B64B40B}"/>
              </a:ext>
            </a:extLst>
          </p:cNvPr>
          <p:cNvGrpSpPr/>
          <p:nvPr/>
        </p:nvGrpSpPr>
        <p:grpSpPr>
          <a:xfrm>
            <a:off x="6113160" y="3549375"/>
            <a:ext cx="5778720" cy="539640"/>
            <a:chOff x="6095880" y="2695680"/>
            <a:chExt cx="5778720" cy="5396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539EC51-DA78-7374-1EC8-84380313C48D}"/>
                </a:ext>
              </a:extLst>
            </p:cNvPr>
            <p:cNvGrpSpPr/>
            <p:nvPr/>
          </p:nvGrpSpPr>
          <p:grpSpPr>
            <a:xfrm>
              <a:off x="6095880" y="2695680"/>
              <a:ext cx="4519800" cy="539640"/>
              <a:chOff x="6095880" y="2695680"/>
              <a:chExt cx="4519800" cy="539640"/>
            </a:xfrm>
          </p:grpSpPr>
          <p:sp>
            <p:nvSpPr>
              <p:cNvPr id="173" name="Rectangle 28"/>
              <p:cNvSpPr/>
              <p:nvPr/>
            </p:nvSpPr>
            <p:spPr>
              <a:xfrm flipV="1">
                <a:off x="6792480" y="3106080"/>
                <a:ext cx="3823200" cy="53640"/>
              </a:xfrm>
              <a:prstGeom prst="rect">
                <a:avLst/>
              </a:prstGeom>
              <a:solidFill>
                <a:srgbClr val="EA2A7E"/>
              </a:solidFill>
              <a:ln>
                <a:solidFill>
                  <a:srgbClr val="EA2A7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000" rIns="90000" bIns="9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174" name="Group 55"/>
              <p:cNvGrpSpPr/>
              <p:nvPr/>
            </p:nvGrpSpPr>
            <p:grpSpPr>
              <a:xfrm>
                <a:off x="6095880" y="2695680"/>
                <a:ext cx="539640" cy="539640"/>
                <a:chOff x="6095880" y="2695680"/>
                <a:chExt cx="539640" cy="539640"/>
              </a:xfrm>
            </p:grpSpPr>
            <p:sp>
              <p:nvSpPr>
                <p:cNvPr id="175" name="Oval 15"/>
                <p:cNvSpPr/>
                <p:nvPr/>
              </p:nvSpPr>
              <p:spPr>
                <a:xfrm>
                  <a:off x="6095880" y="2695680"/>
                  <a:ext cx="539640" cy="539640"/>
                </a:xfrm>
                <a:prstGeom prst="ellipse">
                  <a:avLst/>
                </a:prstGeom>
                <a:solidFill>
                  <a:srgbClr val="EA2A7E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sz="1800" strike="noStrike" spc="-1">
                    <a:solidFill>
                      <a:schemeClr val="lt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pic>
              <p:nvPicPr>
                <p:cNvPr id="176" name="Graphic 39" descr="Bamboo with solid fill"/>
                <p:cNvPicPr/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/>
              </p:blipFill>
              <p:spPr>
                <a:xfrm>
                  <a:off x="6205680" y="2812680"/>
                  <a:ext cx="334440" cy="33444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</p:grpSp>
        <p:sp>
          <p:nvSpPr>
            <p:cNvPr id="195" name="TextBox 7">
              <a:hlinkClick r:id="rId4" action="ppaction://hlinksldjump"/>
            </p:cNvPr>
            <p:cNvSpPr/>
            <p:nvPr/>
          </p:nvSpPr>
          <p:spPr>
            <a:xfrm>
              <a:off x="6707160" y="2720880"/>
              <a:ext cx="516744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000" u="sng" strike="noStrike" spc="-1">
                  <a:solidFill>
                    <a:schemeClr val="dk1"/>
                  </a:solidFill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hlinkClick r:id="rId8" action="ppaction://hlinksldjump"/>
                </a:rPr>
                <a:t>Managing FAIR data records</a:t>
              </a:r>
              <a:endParaRPr lang="en-US" sz="200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71BA47D-95BA-888C-E223-F12DCA4FEF50}"/>
              </a:ext>
            </a:extLst>
          </p:cNvPr>
          <p:cNvGrpSpPr/>
          <p:nvPr/>
        </p:nvGrpSpPr>
        <p:grpSpPr>
          <a:xfrm>
            <a:off x="6105960" y="2565443"/>
            <a:ext cx="5800320" cy="539640"/>
            <a:chOff x="6100200" y="3724860"/>
            <a:chExt cx="5800320" cy="539640"/>
          </a:xfrm>
        </p:grpSpPr>
        <p:sp>
          <p:nvSpPr>
            <p:cNvPr id="177" name="Rectangle 29"/>
            <p:cNvSpPr/>
            <p:nvPr/>
          </p:nvSpPr>
          <p:spPr>
            <a:xfrm flipV="1">
              <a:off x="6791400" y="4130940"/>
              <a:ext cx="3824640" cy="53640"/>
            </a:xfrm>
            <a:prstGeom prst="rect">
              <a:avLst/>
            </a:prstGeom>
            <a:solidFill>
              <a:srgbClr val="FC4C01"/>
            </a:solidFill>
            <a:ln>
              <a:solidFill>
                <a:srgbClr val="FC4C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000" rIns="90000" bIns="9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strike="noStrike" spc="-1">
                <a:solidFill>
                  <a:schemeClr val="l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78" name="Group 56"/>
            <p:cNvGrpSpPr/>
            <p:nvPr/>
          </p:nvGrpSpPr>
          <p:grpSpPr>
            <a:xfrm>
              <a:off x="6100200" y="3724860"/>
              <a:ext cx="539640" cy="539640"/>
              <a:chOff x="6100200" y="3724860"/>
              <a:chExt cx="539640" cy="539640"/>
            </a:xfrm>
          </p:grpSpPr>
          <p:sp>
            <p:nvSpPr>
              <p:cNvPr id="179" name="Oval 16"/>
              <p:cNvSpPr/>
              <p:nvPr/>
            </p:nvSpPr>
            <p:spPr>
              <a:xfrm>
                <a:off x="6100200" y="3724860"/>
                <a:ext cx="539640" cy="539640"/>
              </a:xfrm>
              <a:prstGeom prst="ellipse">
                <a:avLst/>
              </a:prstGeom>
              <a:solidFill>
                <a:srgbClr val="FC4C01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80" name="Graphic 41" descr="Badminton outline"/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/>
            </p:blipFill>
            <p:spPr>
              <a:xfrm>
                <a:off x="6180120" y="3796920"/>
                <a:ext cx="405720" cy="4057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96" name="TextBox 9">
              <a:hlinkClick r:id="rId4" action="ppaction://hlinksldjump"/>
            </p:cNvPr>
            <p:cNvSpPr/>
            <p:nvPr/>
          </p:nvSpPr>
          <p:spPr>
            <a:xfrm>
              <a:off x="6733080" y="3734580"/>
              <a:ext cx="516744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000" u="sng" strike="noStrike" spc="-1">
                  <a:solidFill>
                    <a:schemeClr val="dk1"/>
                  </a:solidFill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hlinkClick r:id="rId10" action="ppaction://hlinksldjump"/>
                </a:rPr>
                <a:t>Managing Interoperable data</a:t>
              </a:r>
              <a:endParaRPr lang="en-US" sz="200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143296-A718-C3B8-E1E9-C682D930C3CB}"/>
              </a:ext>
            </a:extLst>
          </p:cNvPr>
          <p:cNvGrpSpPr/>
          <p:nvPr/>
        </p:nvGrpSpPr>
        <p:grpSpPr>
          <a:xfrm>
            <a:off x="6103080" y="4519943"/>
            <a:ext cx="5810400" cy="539640"/>
            <a:chOff x="6095880" y="4769280"/>
            <a:chExt cx="5810400" cy="539640"/>
          </a:xfrm>
        </p:grpSpPr>
        <p:sp>
          <p:nvSpPr>
            <p:cNvPr id="190" name="Rectangle 30">
              <a:hlinkClick r:id="rId4" action="ppaction://hlinksldjump"/>
            </p:cNvPr>
            <p:cNvSpPr/>
            <p:nvPr/>
          </p:nvSpPr>
          <p:spPr>
            <a:xfrm>
              <a:off x="6791400" y="5221800"/>
              <a:ext cx="3824640" cy="53640"/>
            </a:xfrm>
            <a:prstGeom prst="rect">
              <a:avLst/>
            </a:prstGeom>
            <a:solidFill>
              <a:srgbClr val="FFBE2B"/>
            </a:solidFill>
            <a:ln>
              <a:solidFill>
                <a:srgbClr val="FFBE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000" rIns="90000" bIns="9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strike="noStrike" spc="-1">
                <a:solidFill>
                  <a:schemeClr val="l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91" name="Group 57"/>
            <p:cNvGrpSpPr/>
            <p:nvPr/>
          </p:nvGrpSpPr>
          <p:grpSpPr>
            <a:xfrm>
              <a:off x="6095880" y="4769280"/>
              <a:ext cx="539640" cy="539640"/>
              <a:chOff x="6095880" y="4769280"/>
              <a:chExt cx="539640" cy="539640"/>
            </a:xfrm>
          </p:grpSpPr>
          <p:sp>
            <p:nvSpPr>
              <p:cNvPr id="192" name="Oval 17"/>
              <p:cNvSpPr/>
              <p:nvPr/>
            </p:nvSpPr>
            <p:spPr>
              <a:xfrm>
                <a:off x="6095880" y="4769280"/>
                <a:ext cx="539640" cy="539640"/>
              </a:xfrm>
              <a:prstGeom prst="ellipse">
                <a:avLst/>
              </a:prstGeom>
              <a:solidFill>
                <a:srgbClr val="FFBE2B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93" name="Graphic 51" descr="Bow And Arrow with solid fill"/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/>
            </p:blipFill>
            <p:spPr>
              <a:xfrm>
                <a:off x="6203160" y="4896000"/>
                <a:ext cx="325440" cy="3254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97" name="TextBox 10">
              <a:hlinkClick r:id="rId4" action="ppaction://hlinksldjump"/>
            </p:cNvPr>
            <p:cNvSpPr/>
            <p:nvPr/>
          </p:nvSpPr>
          <p:spPr>
            <a:xfrm>
              <a:off x="6738840" y="4821840"/>
              <a:ext cx="516744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000" u="sng" spc="-1">
                  <a:solidFill>
                    <a:schemeClr val="dk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hlinkClick r:id="rId12" action="ppaction://hlinksldjump"/>
                </a:rPr>
                <a:t>Planning ahead: writing a DMP</a:t>
              </a:r>
              <a:endParaRPr lang="en-US" sz="200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98" name="Graphic 25" descr="Research with solid fill">
            <a:hlinkClick r:id="rId4" action="ppaction://hlinksldjump"/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6187320" y="1761840"/>
            <a:ext cx="362880" cy="362880"/>
          </a:xfrm>
          <a:prstGeom prst="rect">
            <a:avLst/>
          </a:prstGeom>
          <a:ln w="0">
            <a:noFill/>
          </a:ln>
        </p:spPr>
      </p:pic>
      <p:sp>
        <p:nvSpPr>
          <p:cNvPr id="200" name="Oval 13"/>
          <p:cNvSpPr/>
          <p:nvPr/>
        </p:nvSpPr>
        <p:spPr>
          <a:xfrm>
            <a:off x="6095880" y="5404660"/>
            <a:ext cx="539640" cy="53964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strike="noStrike" spc="-1">
              <a:solidFill>
                <a:schemeClr val="l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1" name="Graphic 37" descr="Disk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6178680" y="5491420"/>
            <a:ext cx="366120" cy="366120"/>
          </a:xfrm>
          <a:prstGeom prst="rect">
            <a:avLst/>
          </a:prstGeom>
          <a:ln w="0">
            <a:noFill/>
          </a:ln>
        </p:spPr>
      </p:pic>
      <p:sp>
        <p:nvSpPr>
          <p:cNvPr id="202" name="TextBox 38">
            <a:hlinkClick r:id="rId4" action="ppaction://hlinksldjump"/>
          </p:cNvPr>
          <p:cNvSpPr/>
          <p:nvPr/>
        </p:nvSpPr>
        <p:spPr>
          <a:xfrm>
            <a:off x="6746040" y="5488231"/>
            <a:ext cx="5167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l-PL" sz="1800" u="sng" strike="noStrike" spc="-1">
                <a:solidFill>
                  <a:schemeClr val="dk1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5" action="ppaction://hlinksldjump"/>
              </a:rPr>
              <a:t>Data-related resources at the University</a:t>
            </a:r>
            <a:endParaRPr lang="en-US" sz="1800" strike="noStrike" spc="-1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3" name="Rectangle 40">
            <a:hlinkClick r:id="rId4" action="ppaction://hlinksldjump"/>
          </p:cNvPr>
          <p:cNvSpPr/>
          <p:nvPr/>
        </p:nvSpPr>
        <p:spPr>
          <a:xfrm>
            <a:off x="6784200" y="5980660"/>
            <a:ext cx="3803760" cy="5364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" rIns="90000" bIns="9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strike="noStrike" spc="-1">
              <a:solidFill>
                <a:schemeClr val="l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4" name="Rounded Rectangle 46"/>
          <p:cNvSpPr/>
          <p:nvPr/>
        </p:nvSpPr>
        <p:spPr>
          <a:xfrm>
            <a:off x="5782320" y="451440"/>
            <a:ext cx="17640" cy="6154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808080"/>
              </a:gs>
              <a:gs pos="50000">
                <a:srgbClr val="B6B6B6"/>
              </a:gs>
              <a:gs pos="100000">
                <a:srgbClr val="D8D8D8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strike="noStrike" spc="-1">
              <a:solidFill>
                <a:schemeClr val="l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73612F8D-386C-4AC4-14C2-C73AA56291A0}"/>
              </a:ext>
            </a:extLst>
          </p:cNvPr>
          <p:cNvSpPr/>
          <p:nvPr/>
        </p:nvSpPr>
        <p:spPr>
          <a:xfrm>
            <a:off x="383059" y="457200"/>
            <a:ext cx="11442357" cy="5899320"/>
          </a:xfrm>
          <a:prstGeom prst="roundRect">
            <a:avLst>
              <a:gd name="adj" fmla="val 6271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C0BA1-A897-6D67-A4D6-FFE92D4E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Tahoma"/>
                <a:ea typeface="Tahoma"/>
                <a:cs typeface="Tahoma"/>
              </a:rPr>
              <a:t>Materials</a:t>
            </a:r>
            <a:endParaRPr lang="en-US" b="1">
              <a:latin typeface="Tahoma"/>
              <a:ea typeface="Tahoma"/>
              <a:cs typeface="Tahom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AF5C-2A77-86D3-CC83-1F67160A3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126" y="5455798"/>
            <a:ext cx="8638672" cy="635423"/>
          </a:xfrm>
        </p:spPr>
        <p:txBody>
          <a:bodyPr/>
          <a:lstStyle/>
          <a:p>
            <a:pPr marL="0" indent="0">
              <a:buNone/>
            </a:pPr>
            <a:r>
              <a:rPr lang="en-GB" err="1">
                <a:latin typeface="Tahoma"/>
                <a:ea typeface="Tahoma"/>
                <a:cs typeface="Tahoma"/>
              </a:rPr>
              <a:t>BioRDM</a:t>
            </a:r>
            <a:r>
              <a:rPr lang="en-GB">
                <a:latin typeface="Tahoma"/>
                <a:ea typeface="Tahoma"/>
                <a:cs typeface="Tahoma"/>
              </a:rPr>
              <a:t>/SBS-PhD-Induction-</a:t>
            </a:r>
            <a:r>
              <a:rPr lang="en-GB" err="1">
                <a:latin typeface="Tahoma"/>
                <a:ea typeface="Tahoma"/>
                <a:cs typeface="Tahoma"/>
              </a:rPr>
              <a:t>Dealing_with_data</a:t>
            </a:r>
            <a:r>
              <a:rPr lang="en-GB">
                <a:latin typeface="Tahoma"/>
                <a:ea typeface="Tahoma"/>
                <a:cs typeface="Tahoma"/>
              </a:rPr>
              <a:t>/2026</a:t>
            </a:r>
            <a:endParaRPr lang="en-US">
              <a:latin typeface="Tahoma"/>
              <a:ea typeface="Tahoma"/>
              <a:cs typeface="Tahoma"/>
            </a:endParaRPr>
          </a:p>
          <a:p>
            <a:pPr>
              <a:buNone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C5B5C-5789-4C71-6C66-131C76F5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What Is GitHub? - Pythia Foundations">
            <a:extLst>
              <a:ext uri="{FF2B5EF4-FFF2-40B4-BE49-F238E27FC236}">
                <a16:creationId xmlns:a16="http://schemas.microsoft.com/office/drawing/2014/main" id="{E2AB879F-5E48-3031-7546-0A5277DDD1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27" r="17909" b="-380"/>
          <a:stretch>
            <a:fillRect/>
          </a:stretch>
        </p:blipFill>
        <p:spPr>
          <a:xfrm>
            <a:off x="835559" y="4396499"/>
            <a:ext cx="1805091" cy="1505279"/>
          </a:xfrm>
          <a:prstGeom prst="rect">
            <a:avLst/>
          </a:prstGeom>
        </p:spPr>
      </p:pic>
      <p:pic>
        <p:nvPicPr>
          <p:cNvPr id="6" name="Picture 5" descr="A qr code with a letter c&#10;&#10;AI-generated content may be incorrect.">
            <a:extLst>
              <a:ext uri="{FF2B5EF4-FFF2-40B4-BE49-F238E27FC236}">
                <a16:creationId xmlns:a16="http://schemas.microsoft.com/office/drawing/2014/main" id="{266E8EA3-1701-64EB-F290-569D93991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591" y="1318717"/>
            <a:ext cx="3853502" cy="371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35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4"/>
          <p:cNvSpPr/>
          <p:nvPr/>
        </p:nvSpPr>
        <p:spPr>
          <a:xfrm>
            <a:off x="2769480" y="2305440"/>
            <a:ext cx="8013960" cy="22453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000" b="0" strike="noStrike" spc="-1">
                <a:solidFill>
                  <a:schemeClr val="dk1"/>
                </a:solidFill>
                <a:latin typeface="Tahoma"/>
                <a:ea typeface="Tahoma"/>
              </a:rPr>
              <a:t>Open Science and FAIR principles</a:t>
            </a:r>
            <a:endParaRPr lang="en-US" sz="7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6" name="Group 8"/>
          <p:cNvGrpSpPr/>
          <p:nvPr/>
        </p:nvGrpSpPr>
        <p:grpSpPr>
          <a:xfrm>
            <a:off x="670680" y="2529000"/>
            <a:ext cx="1798920" cy="1799640"/>
            <a:chOff x="670680" y="2529000"/>
            <a:chExt cx="1798920" cy="1799640"/>
          </a:xfrm>
        </p:grpSpPr>
        <p:sp>
          <p:nvSpPr>
            <p:cNvPr id="207" name="Oval 6"/>
            <p:cNvSpPr/>
            <p:nvPr/>
          </p:nvSpPr>
          <p:spPr>
            <a:xfrm>
              <a:off x="670680" y="2529000"/>
              <a:ext cx="1798920" cy="1799640"/>
            </a:xfrm>
            <a:prstGeom prst="ellipse">
              <a:avLst/>
            </a:prstGeom>
            <a:solidFill>
              <a:srgbClr val="1470C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pic>
          <p:nvPicPr>
            <p:cNvPr id="208" name="Graphic 7" descr="Aspiration with solid fill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>
            <a:xfrm>
              <a:off x="863280" y="2721600"/>
              <a:ext cx="1414080" cy="1414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09" name="Rectangle 9"/>
          <p:cNvSpPr/>
          <p:nvPr/>
        </p:nvSpPr>
        <p:spPr>
          <a:xfrm>
            <a:off x="2854440" y="4642200"/>
            <a:ext cx="8155440" cy="45360"/>
          </a:xfrm>
          <a:prstGeom prst="rect">
            <a:avLst/>
          </a:prstGeom>
          <a:solidFill>
            <a:srgbClr val="1470C0"/>
          </a:solidFill>
          <a:ln>
            <a:solidFill>
              <a:srgbClr val="14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ahoma"/>
              <a:ea typeface="Tahoma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C8130124-D961-E872-CA4F-7E18D214B030}"/>
              </a:ext>
            </a:extLst>
          </p:cNvPr>
          <p:cNvSpPr txBox="1">
            <a:spLocks/>
          </p:cNvSpPr>
          <p:nvPr/>
        </p:nvSpPr>
        <p:spPr>
          <a:xfrm>
            <a:off x="2097041" y="4550755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1001"/>
              </a:spcBef>
              <a:tabLst>
                <a:tab pos="0" algn="l"/>
              </a:tabLst>
            </a:pPr>
            <a:endParaRPr lang="en-US" sz="2200" spc="-1">
              <a:solidFill>
                <a:srgbClr val="1470C0"/>
              </a:solidFill>
              <a:latin typeface="Arial"/>
            </a:endParaRPr>
          </a:p>
          <a:p>
            <a:pPr algn="ctr">
              <a:spcBef>
                <a:spcPts val="1001"/>
              </a:spcBef>
              <a:tabLst>
                <a:tab pos="0" algn="l"/>
              </a:tabLst>
            </a:pPr>
            <a:r>
              <a:rPr lang="en-US" sz="2200" spc="-1">
                <a:solidFill>
                  <a:srgbClr val="1470C0"/>
                </a:solidFill>
                <a:latin typeface="Tahoma"/>
                <a:ea typeface="Tahoma"/>
              </a:rPr>
              <a:t>Sharing research data as a goal </a:t>
            </a:r>
            <a:endParaRPr lang="en-US" sz="2200" spc="-1">
              <a:solidFill>
                <a:srgbClr val="1470C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"/>
          <p:cNvSpPr/>
          <p:nvPr/>
        </p:nvSpPr>
        <p:spPr>
          <a:xfrm>
            <a:off x="520200" y="411480"/>
            <a:ext cx="60955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600" strike="noStrike" spc="-1">
                <a:solidFill>
                  <a:srgbClr val="1470C0"/>
                </a:solidFill>
                <a:latin typeface="Tahoma"/>
                <a:ea typeface="Tahoma"/>
              </a:rPr>
              <a:t>What is data?</a:t>
            </a:r>
            <a:endParaRPr lang="en-US" sz="3600" strike="noStrike" spc="-1">
              <a:solidFill>
                <a:srgbClr val="1470C0"/>
              </a:solidFill>
              <a:latin typeface="Arial"/>
            </a:endParaRPr>
          </a:p>
        </p:txBody>
      </p:sp>
      <p:sp>
        <p:nvSpPr>
          <p:cNvPr id="211" name="TextBox 4"/>
          <p:cNvSpPr/>
          <p:nvPr/>
        </p:nvSpPr>
        <p:spPr>
          <a:xfrm>
            <a:off x="9319320" y="1078920"/>
            <a:ext cx="1987920" cy="13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2800" b="0" i="1" strike="noStrike" spc="-1">
                <a:solidFill>
                  <a:schemeClr val="lt2">
                    <a:lumMod val="50000"/>
                  </a:schemeClr>
                </a:solidFill>
                <a:latin typeface="Tahoma"/>
                <a:ea typeface="Tahoma"/>
              </a:rPr>
              <a:t>Biological data is diverse!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6"/>
          <p:cNvSpPr/>
          <p:nvPr/>
        </p:nvSpPr>
        <p:spPr>
          <a:xfrm>
            <a:off x="540000" y="1232640"/>
            <a:ext cx="7920000" cy="851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lang="en-GB" sz="2400" b="0" strike="noStrike" spc="-1">
                <a:latin typeface="Tahoma"/>
                <a:ea typeface="Tahoma"/>
              </a:rPr>
              <a:t>Data can be defined as facts, figures, or information that is collected, used and stored for reference or analysis </a:t>
            </a:r>
            <a:endParaRPr lang="en-US" sz="2400" b="0" strike="noStrike" spc="-1">
              <a:latin typeface="Arial"/>
            </a:endParaRPr>
          </a:p>
        </p:txBody>
      </p:sp>
      <p:grpSp>
        <p:nvGrpSpPr>
          <p:cNvPr id="213" name="Group 19"/>
          <p:cNvGrpSpPr/>
          <p:nvPr/>
        </p:nvGrpSpPr>
        <p:grpSpPr>
          <a:xfrm>
            <a:off x="825480" y="2449440"/>
            <a:ext cx="10504800" cy="3876480"/>
            <a:chOff x="825480" y="2449440"/>
            <a:chExt cx="10504800" cy="3876480"/>
          </a:xfrm>
        </p:grpSpPr>
        <p:sp>
          <p:nvSpPr>
            <p:cNvPr id="214" name="TextBox 9"/>
            <p:cNvSpPr/>
            <p:nvPr/>
          </p:nvSpPr>
          <p:spPr>
            <a:xfrm>
              <a:off x="825480" y="2449440"/>
              <a:ext cx="9622800" cy="3838680"/>
            </a:xfrm>
            <a:prstGeom prst="rect">
              <a:avLst/>
            </a:prstGeom>
            <a:solidFill>
              <a:srgbClr val="D9EEF3"/>
            </a:solidFill>
            <a:ln>
              <a:solidFill>
                <a:srgbClr val="D9EEF3"/>
              </a:solidFill>
            </a:ln>
            <a:effectLst>
              <a:softEdge rad="31680"/>
            </a:effectLst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/>
          </p:style>
          <p:txBody>
            <a:bodyPr anchor="t">
              <a:spAutoFit/>
            </a:bodyPr>
            <a:lstStyle/>
            <a:p>
              <a:pPr marL="285840" indent="-285840" defTabSz="914400">
                <a:lnSpc>
                  <a:spcPct val="107000"/>
                </a:lnSpc>
                <a:spcAft>
                  <a:spcPts val="799"/>
                </a:spcAft>
                <a:buClr>
                  <a:srgbClr val="1F4E79"/>
                </a:buClr>
                <a:buFont typeface="Wingdings" charset="2"/>
                <a:buChar char=""/>
              </a:pPr>
              <a:r>
                <a:rPr lang="pl-PL" sz="2000" b="1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Information about </a:t>
              </a:r>
              <a:r>
                <a:rPr lang="en-GB" sz="2000" b="1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physical samples</a:t>
              </a:r>
              <a:r>
                <a:rPr lang="en-GB" sz="2000" b="0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 </a:t>
              </a:r>
              <a:endParaRPr lang="en-US" sz="2000" b="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defTabSz="914400">
                <a:lnSpc>
                  <a:spcPct val="107000"/>
                </a:lnSpc>
                <a:spcAft>
                  <a:spcPts val="799"/>
                </a:spcAft>
              </a:pPr>
              <a:r>
                <a:rPr lang="en-GB" sz="2000" b="0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	animal/ plant (live, cell cultures, frozen tissues, etc)</a:t>
              </a:r>
              <a:endParaRPr lang="en-US" sz="2000" b="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defTabSz="914400">
                <a:lnSpc>
                  <a:spcPct val="107000"/>
                </a:lnSpc>
                <a:spcAft>
                  <a:spcPts val="799"/>
                </a:spcAft>
              </a:pPr>
              <a:r>
                <a:rPr lang="en-GB" sz="2000" b="0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	patient information</a:t>
              </a:r>
              <a:endParaRPr lang="en-US" sz="2000" b="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defTabSz="914400">
                <a:lnSpc>
                  <a:spcPct val="107000"/>
                </a:lnSpc>
                <a:spcAft>
                  <a:spcPts val="799"/>
                </a:spcAft>
                <a:tabLst>
                  <a:tab pos="895320" algn="l"/>
                </a:tabLst>
              </a:pPr>
              <a:r>
                <a:rPr lang="en-GB" sz="2000" b="0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	bacterial / yeast stocks </a:t>
              </a:r>
              <a:endParaRPr lang="en-US" sz="2000" b="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343080" indent="-343080" defTabSz="914400">
                <a:lnSpc>
                  <a:spcPct val="107000"/>
                </a:lnSpc>
                <a:spcAft>
                  <a:spcPts val="799"/>
                </a:spcAft>
                <a:buClr>
                  <a:srgbClr val="1F4E79"/>
                </a:buClr>
                <a:buFont typeface="Wingdings" charset="2"/>
                <a:buChar char=""/>
                <a:tabLst>
                  <a:tab pos="895320" algn="l"/>
                </a:tabLst>
              </a:pPr>
              <a:r>
                <a:rPr lang="en-GB" sz="2000" b="1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Quantitative / numerical data</a:t>
              </a:r>
              <a:r>
                <a:rPr lang="en-GB" sz="2000" b="0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 Spreadsheets (tables), csv files</a:t>
              </a:r>
              <a:endParaRPr lang="en-US" sz="2000" b="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285840" indent="-285840" defTabSz="914400">
                <a:lnSpc>
                  <a:spcPct val="107000"/>
                </a:lnSpc>
                <a:spcAft>
                  <a:spcPts val="799"/>
                </a:spcAft>
                <a:buClr>
                  <a:srgbClr val="1F4E79"/>
                </a:buClr>
                <a:buFont typeface="Wingdings" charset="2"/>
                <a:buChar char=""/>
                <a:tabLst>
                  <a:tab pos="895320" algn="l"/>
                </a:tabLst>
              </a:pPr>
              <a:r>
                <a:rPr lang="en-GB" sz="2000" b="1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Images</a:t>
              </a:r>
              <a:r>
                <a:rPr lang="en-GB" sz="2000" b="0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(pictures, microscopy images, 3D scans)</a:t>
              </a:r>
              <a:endParaRPr lang="en-US" sz="2000" b="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285840" indent="-285840" defTabSz="914400">
                <a:lnSpc>
                  <a:spcPct val="107000"/>
                </a:lnSpc>
                <a:spcAft>
                  <a:spcPts val="799"/>
                </a:spcAft>
                <a:buClr>
                  <a:srgbClr val="1F4E79"/>
                </a:buClr>
                <a:buFont typeface="Wingdings" charset="2"/>
                <a:buChar char=""/>
                <a:tabLst>
                  <a:tab pos="895320" algn="l"/>
                </a:tabLst>
              </a:pPr>
              <a:r>
                <a:rPr lang="en-GB" sz="2000" b="1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Code </a:t>
              </a:r>
              <a:r>
                <a:rPr lang="en-GB" sz="2000" b="0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(Software programs, analysis codes, algorithms) </a:t>
              </a:r>
              <a:endParaRPr lang="en-US" sz="2000" b="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285840" indent="-285840" defTabSz="914400">
                <a:lnSpc>
                  <a:spcPct val="107000"/>
                </a:lnSpc>
                <a:spcAft>
                  <a:spcPts val="799"/>
                </a:spcAft>
                <a:buClr>
                  <a:srgbClr val="1F4E79"/>
                </a:buClr>
                <a:buFont typeface="Wingdings" charset="2"/>
                <a:buChar char=""/>
                <a:tabLst>
                  <a:tab pos="895320" algn="l"/>
                </a:tabLst>
              </a:pPr>
              <a:r>
                <a:rPr lang="pt-BR" sz="2000" b="1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DNA, RNA, protein sequences </a:t>
              </a:r>
              <a:r>
                <a:rPr lang="pt-BR" sz="2000" b="0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(plasmids, NGS sequencing files, etc)</a:t>
              </a:r>
              <a:endParaRPr lang="en-US" sz="2000" b="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285840" indent="-285840" defTabSz="914400">
                <a:lnSpc>
                  <a:spcPct val="107000"/>
                </a:lnSpc>
                <a:spcAft>
                  <a:spcPts val="799"/>
                </a:spcAft>
                <a:buClr>
                  <a:srgbClr val="1F4E79"/>
                </a:buClr>
                <a:buFont typeface="Wingdings" charset="2"/>
                <a:buChar char=""/>
                <a:tabLst>
                  <a:tab pos="895320" algn="l"/>
                </a:tabLst>
              </a:pPr>
              <a:r>
                <a:rPr lang="pt-BR" sz="2000" b="1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Protocols</a:t>
              </a:r>
              <a:r>
                <a:rPr lang="pt-BR" sz="2000" b="0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(</a:t>
              </a:r>
              <a:r>
                <a:rPr lang="en-GB" sz="2000" b="0" strike="noStrike" spc="-1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recipes, laboratory and measurement protocols)</a:t>
              </a:r>
              <a:endParaRPr lang="en-US" sz="2000" b="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215" name="Picture 18"/>
            <p:cNvPicPr/>
            <p:nvPr/>
          </p:nvPicPr>
          <p:blipFill>
            <a:blip r:embed="rId2"/>
            <a:stretch/>
          </p:blipFill>
          <p:spPr>
            <a:xfrm>
              <a:off x="9319320" y="2449440"/>
              <a:ext cx="2010960" cy="3876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6" name="Rectangle 11"/>
            <p:cNvSpPr/>
            <p:nvPr/>
          </p:nvSpPr>
          <p:spPr>
            <a:xfrm rot="5400000">
              <a:off x="9627840" y="3123720"/>
              <a:ext cx="127800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800" b="0" i="1" strike="noStrike" spc="-1">
                  <a:solidFill>
                    <a:schemeClr val="lt2">
                      <a:lumMod val="75000"/>
                    </a:schemeClr>
                  </a:solidFill>
                  <a:latin typeface="Tahoma"/>
                  <a:ea typeface="Tahoma"/>
                </a:rPr>
                <a:t>Designed by </a:t>
              </a:r>
              <a:r>
                <a:rPr lang="en-GB" sz="800" b="0" i="1" strike="noStrike" spc="-1" err="1">
                  <a:solidFill>
                    <a:schemeClr val="lt2">
                      <a:lumMod val="75000"/>
                    </a:schemeClr>
                  </a:solidFill>
                  <a:latin typeface="Tahoma"/>
                  <a:ea typeface="Tahoma"/>
                </a:rPr>
                <a:t>Anindyanfitri</a:t>
              </a:r>
              <a:r>
                <a:rPr lang="en-GB" sz="800" b="0" i="1" strike="noStrike" spc="-1">
                  <a:solidFill>
                    <a:schemeClr val="lt2">
                      <a:lumMod val="75000"/>
                    </a:schemeClr>
                  </a:solidFill>
                  <a:latin typeface="Tahoma"/>
                  <a:ea typeface="Tahoma"/>
                </a:rPr>
                <a:t> / </a:t>
              </a:r>
              <a:r>
                <a:rPr lang="en-GB" sz="800" b="0" i="1" strike="noStrike" spc="-1" err="1">
                  <a:solidFill>
                    <a:schemeClr val="lt2">
                      <a:lumMod val="75000"/>
                    </a:schemeClr>
                  </a:solidFill>
                  <a:latin typeface="Tahoma"/>
                  <a:ea typeface="Tahoma"/>
                </a:rPr>
                <a:t>Freepik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" name="Group 10"/>
          <p:cNvGrpSpPr/>
          <p:nvPr/>
        </p:nvGrpSpPr>
        <p:grpSpPr>
          <a:xfrm>
            <a:off x="11185560" y="72720"/>
            <a:ext cx="941040" cy="338400"/>
            <a:chOff x="11185560" y="72720"/>
            <a:chExt cx="941040" cy="338400"/>
          </a:xfrm>
        </p:grpSpPr>
        <p:grpSp>
          <p:nvGrpSpPr>
            <p:cNvPr id="218" name="Group 1"/>
            <p:cNvGrpSpPr/>
            <p:nvPr/>
          </p:nvGrpSpPr>
          <p:grpSpPr>
            <a:xfrm>
              <a:off x="11185560" y="155880"/>
              <a:ext cx="255240" cy="255240"/>
              <a:chOff x="11185560" y="155880"/>
              <a:chExt cx="255240" cy="255240"/>
            </a:xfrm>
          </p:grpSpPr>
          <p:sp>
            <p:nvSpPr>
              <p:cNvPr id="219" name="Oval 3"/>
              <p:cNvSpPr/>
              <p:nvPr/>
            </p:nvSpPr>
            <p:spPr>
              <a:xfrm>
                <a:off x="11185560" y="155880"/>
                <a:ext cx="255240" cy="255240"/>
              </a:xfrm>
              <a:prstGeom prst="ellipse">
                <a:avLst/>
              </a:prstGeom>
              <a:solidFill>
                <a:srgbClr val="1470C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220" name="Graphic 5" descr="Aspiration with solid fill"/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212920" y="183240"/>
                <a:ext cx="200520" cy="2005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21" name="Rectangle 7"/>
            <p:cNvSpPr/>
            <p:nvPr/>
          </p:nvSpPr>
          <p:spPr>
            <a:xfrm flipV="1">
              <a:off x="11487600" y="392760"/>
              <a:ext cx="577800" cy="17640"/>
            </a:xfrm>
            <a:prstGeom prst="rect">
              <a:avLst/>
            </a:prstGeom>
            <a:solidFill>
              <a:srgbClr val="1470C0"/>
            </a:solidFill>
            <a:ln>
              <a:solidFill>
                <a:srgbClr val="14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222" name="TextBox 8"/>
            <p:cNvSpPr/>
            <p:nvPr/>
          </p:nvSpPr>
          <p:spPr>
            <a:xfrm>
              <a:off x="11425680" y="72720"/>
              <a:ext cx="700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framework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title"/>
          </p:nvPr>
        </p:nvSpPr>
        <p:spPr>
          <a:xfrm>
            <a:off x="630360" y="276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strike="noStrike" spc="-1">
                <a:solidFill>
                  <a:srgbClr val="1470C0"/>
                </a:solidFill>
                <a:latin typeface="Tahoma"/>
                <a:ea typeface="Tahoma"/>
              </a:rPr>
              <a:t>Open Science</a:t>
            </a:r>
            <a:endParaRPr lang="en-US" sz="4400" strike="noStrike" spc="-1">
              <a:solidFill>
                <a:srgbClr val="1470C0"/>
              </a:solidFill>
              <a:latin typeface="Calibri"/>
            </a:endParaRPr>
          </a:p>
        </p:txBody>
      </p:sp>
      <p:sp>
        <p:nvSpPr>
          <p:cNvPr id="1078" name="PlaceHolder 2"/>
          <p:cNvSpPr>
            <a:spLocks noGrp="1"/>
          </p:cNvSpPr>
          <p:nvPr>
            <p:ph/>
          </p:nvPr>
        </p:nvSpPr>
        <p:spPr>
          <a:xfrm>
            <a:off x="838080" y="1605240"/>
            <a:ext cx="10919580" cy="4927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strike="noStrike" spc="-1">
                <a:solidFill>
                  <a:schemeClr val="dk1"/>
                </a:solidFill>
                <a:latin typeface="Tahoma"/>
                <a:ea typeface="Tahoma"/>
              </a:rPr>
              <a:t>Open science is the movement to make scientific research outputs</a:t>
            </a:r>
            <a:br>
              <a:rPr sz="2800"/>
            </a:br>
            <a:r>
              <a:rPr lang="en-GB" sz="2800" b="1" strike="noStrike" spc="-1">
                <a:solidFill>
                  <a:schemeClr val="dk1"/>
                </a:solidFill>
                <a:latin typeface="Tahoma"/>
                <a:ea typeface="Tahoma"/>
              </a:rPr>
              <a:t>accessible to all levels </a:t>
            </a:r>
            <a:r>
              <a:rPr lang="en-GB" sz="2800" b="0" strike="noStrike" spc="-1">
                <a:solidFill>
                  <a:schemeClr val="dk1"/>
                </a:solidFill>
                <a:latin typeface="Tahoma"/>
                <a:ea typeface="Tahoma"/>
              </a:rPr>
              <a:t>of society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9" name="TextBox 3"/>
          <p:cNvSpPr/>
          <p:nvPr/>
        </p:nvSpPr>
        <p:spPr>
          <a:xfrm>
            <a:off x="959760" y="3241355"/>
            <a:ext cx="2979319" cy="18144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800" spc="-1">
                <a:solidFill>
                  <a:schemeClr val="dk1"/>
                </a:solidFill>
                <a:latin typeface="Tahoma"/>
                <a:ea typeface="Tahoma"/>
              </a:rPr>
              <a:t>P</a:t>
            </a:r>
            <a:r>
              <a:rPr lang="en-GB" sz="2800" b="0" strike="noStrike" spc="-1">
                <a:solidFill>
                  <a:schemeClr val="dk1"/>
                </a:solidFill>
                <a:latin typeface="Tahoma"/>
                <a:ea typeface="Tahoma"/>
              </a:rPr>
              <a:t>ublications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800" spc="-1">
                <a:solidFill>
                  <a:schemeClr val="dk1"/>
                </a:solidFill>
                <a:latin typeface="Tahoma"/>
                <a:ea typeface="Tahoma"/>
              </a:rPr>
              <a:t>D</a:t>
            </a:r>
            <a:r>
              <a:rPr lang="en-GB" sz="2800" b="0" strike="noStrike" spc="-1">
                <a:solidFill>
                  <a:schemeClr val="dk1"/>
                </a:solidFill>
                <a:latin typeface="Tahoma"/>
                <a:ea typeface="Tahoma"/>
              </a:rPr>
              <a:t>atasets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Tahoma"/>
                <a:ea typeface="Tahoma"/>
              </a:rPr>
              <a:t>Software / code</a:t>
            </a:r>
          </a:p>
          <a:p>
            <a:pPr marL="285840" indent="-285840">
              <a:buClr>
                <a:srgbClr val="000000"/>
              </a:buClr>
              <a:buFont typeface="Arial"/>
              <a:buChar char="•"/>
            </a:pPr>
            <a:r>
              <a:rPr lang="en-GB" sz="2800" b="0" i="0">
                <a:solidFill>
                  <a:srgbClr val="262626"/>
                </a:solidFill>
                <a:effectLst/>
                <a:latin typeface="Roboto" panose="02000000000000000000" pitchFamily="2" charset="0"/>
              </a:rPr>
              <a:t>Metadata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TextBox 4"/>
          <p:cNvSpPr/>
          <p:nvPr/>
        </p:nvSpPr>
        <p:spPr>
          <a:xfrm>
            <a:off x="7297560" y="3038040"/>
            <a:ext cx="2835360" cy="22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general public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amateurs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professionals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students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teachers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2" name="Graphic 8" descr="Cmd Terminal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69641" y="4338720"/>
            <a:ext cx="914040" cy="914040"/>
          </a:xfrm>
          <a:prstGeom prst="rect">
            <a:avLst/>
          </a:prstGeom>
          <a:ln w="0">
            <a:noFill/>
          </a:ln>
        </p:spPr>
      </p:pic>
      <p:pic>
        <p:nvPicPr>
          <p:cNvPr id="1083" name="Graphic 10" descr="Classroom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286100" y="4433400"/>
            <a:ext cx="914040" cy="914040"/>
          </a:xfrm>
          <a:prstGeom prst="rect">
            <a:avLst/>
          </a:prstGeom>
          <a:ln w="0">
            <a:noFill/>
          </a:ln>
        </p:spPr>
      </p:pic>
      <p:pic>
        <p:nvPicPr>
          <p:cNvPr id="1084" name="Graphic 12" descr="Group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227240" y="2768940"/>
            <a:ext cx="914040" cy="914040"/>
          </a:xfrm>
          <a:prstGeom prst="rect">
            <a:avLst/>
          </a:prstGeom>
          <a:ln w="0">
            <a:noFill/>
          </a:ln>
        </p:spPr>
      </p:pic>
      <p:pic>
        <p:nvPicPr>
          <p:cNvPr id="1085" name="Graphic 14" descr="Briefcase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400482" y="3741881"/>
            <a:ext cx="655560" cy="655560"/>
          </a:xfrm>
          <a:prstGeom prst="rect">
            <a:avLst/>
          </a:prstGeom>
          <a:ln w="0">
            <a:noFill/>
          </a:ln>
        </p:spPr>
      </p:pic>
      <p:pic>
        <p:nvPicPr>
          <p:cNvPr id="1086" name="Graphic 16" descr="Chevron arrows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5638980" y="340902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1087" name="Rectangle 5"/>
          <p:cNvSpPr/>
          <p:nvPr/>
        </p:nvSpPr>
        <p:spPr>
          <a:xfrm>
            <a:off x="2629759" y="5756785"/>
            <a:ext cx="6516441" cy="5751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GB" sz="2400" b="1" strike="noStrike" spc="-1">
                <a:solidFill>
                  <a:srgbClr val="1470C0"/>
                </a:solidFill>
                <a:latin typeface="Tahoma"/>
                <a:ea typeface="Tahoma"/>
              </a:rPr>
              <a:t>Digital technologies</a:t>
            </a:r>
            <a:r>
              <a:rPr lang="en-GB" sz="2400" b="0" strike="noStrike" spc="-1">
                <a:solidFill>
                  <a:srgbClr val="1470C0"/>
                </a:solidFill>
                <a:latin typeface="Tahoma"/>
                <a:ea typeface="Tahoma"/>
              </a:rPr>
              <a:t> </a:t>
            </a:r>
            <a:r>
              <a:rPr lang="pl-PL" sz="2400" b="0" strike="noStrike" spc="-1">
                <a:solidFill>
                  <a:srgbClr val="1470C0"/>
                </a:solidFill>
                <a:latin typeface="Tahoma"/>
                <a:ea typeface="Tahoma"/>
              </a:rPr>
              <a:t>for</a:t>
            </a:r>
            <a:r>
              <a:rPr lang="en-GB" sz="2400" b="1" strike="noStrike" spc="-1">
                <a:solidFill>
                  <a:srgbClr val="1470C0"/>
                </a:solidFill>
                <a:latin typeface="Tahoma"/>
                <a:ea typeface="Tahoma"/>
              </a:rPr>
              <a:t> </a:t>
            </a:r>
            <a:r>
              <a:rPr lang="en-GB" sz="2400" b="0" strike="noStrike" spc="-1">
                <a:solidFill>
                  <a:srgbClr val="1470C0"/>
                </a:solidFill>
                <a:latin typeface="Tahoma"/>
                <a:ea typeface="Tahoma"/>
              </a:rPr>
              <a:t>diffusing knowledge</a:t>
            </a:r>
            <a:endParaRPr lang="en-US" sz="2400" b="0" strike="noStrike" spc="-1">
              <a:solidFill>
                <a:srgbClr val="1470C0"/>
              </a:solidFill>
              <a:latin typeface="Arial"/>
            </a:endParaRPr>
          </a:p>
        </p:txBody>
      </p:sp>
      <p:pic>
        <p:nvPicPr>
          <p:cNvPr id="3" name="Graphic 2" descr="Bar chart with solid fill">
            <a:extLst>
              <a:ext uri="{FF2B5EF4-FFF2-40B4-BE49-F238E27FC236}">
                <a16:creationId xmlns:a16="http://schemas.microsoft.com/office/drawing/2014/main" id="{14726773-1FB4-360A-45F0-9280EF04F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52350" y="3126420"/>
            <a:ext cx="914400" cy="914400"/>
          </a:xfrm>
          <a:prstGeom prst="rect">
            <a:avLst/>
          </a:prstGeom>
        </p:spPr>
      </p:pic>
      <p:grpSp>
        <p:nvGrpSpPr>
          <p:cNvPr id="2" name="Group 10">
            <a:extLst>
              <a:ext uri="{FF2B5EF4-FFF2-40B4-BE49-F238E27FC236}">
                <a16:creationId xmlns:a16="http://schemas.microsoft.com/office/drawing/2014/main" id="{5E4BCA59-6043-9940-696A-348FFF25819D}"/>
              </a:ext>
            </a:extLst>
          </p:cNvPr>
          <p:cNvGrpSpPr/>
          <p:nvPr/>
        </p:nvGrpSpPr>
        <p:grpSpPr>
          <a:xfrm>
            <a:off x="11185560" y="72720"/>
            <a:ext cx="941040" cy="338400"/>
            <a:chOff x="11185560" y="72720"/>
            <a:chExt cx="941040" cy="338400"/>
          </a:xfrm>
        </p:grpSpPr>
        <p:grpSp>
          <p:nvGrpSpPr>
            <p:cNvPr id="4" name="Group 1">
              <a:extLst>
                <a:ext uri="{FF2B5EF4-FFF2-40B4-BE49-F238E27FC236}">
                  <a16:creationId xmlns:a16="http://schemas.microsoft.com/office/drawing/2014/main" id="{EDEE23FC-AC17-D468-DE06-36F7D8860F38}"/>
                </a:ext>
              </a:extLst>
            </p:cNvPr>
            <p:cNvGrpSpPr/>
            <p:nvPr/>
          </p:nvGrpSpPr>
          <p:grpSpPr>
            <a:xfrm>
              <a:off x="11185560" y="155880"/>
              <a:ext cx="255240" cy="255240"/>
              <a:chOff x="11185560" y="155880"/>
              <a:chExt cx="255240" cy="255240"/>
            </a:xfrm>
          </p:grpSpPr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ADF5A11B-7430-0496-9316-CEED1B957A29}"/>
                  </a:ext>
                </a:extLst>
              </p:cNvPr>
              <p:cNvSpPr/>
              <p:nvPr/>
            </p:nvSpPr>
            <p:spPr>
              <a:xfrm>
                <a:off x="11185560" y="155880"/>
                <a:ext cx="255240" cy="255240"/>
              </a:xfrm>
              <a:prstGeom prst="ellipse">
                <a:avLst/>
              </a:prstGeom>
              <a:solidFill>
                <a:srgbClr val="1470C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5" descr="Aspiration with solid fill">
                <a:extLst>
                  <a:ext uri="{FF2B5EF4-FFF2-40B4-BE49-F238E27FC236}">
                    <a16:creationId xmlns:a16="http://schemas.microsoft.com/office/drawing/2014/main" id="{B1A4FFEF-58DD-EA71-EDC5-B1A625C045BF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/>
            </p:blipFill>
            <p:spPr>
              <a:xfrm>
                <a:off x="11212920" y="183240"/>
                <a:ext cx="200520" cy="2005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3DA8B28F-1FE9-BF55-41AD-053687E3471F}"/>
                </a:ext>
              </a:extLst>
            </p:cNvPr>
            <p:cNvSpPr/>
            <p:nvPr/>
          </p:nvSpPr>
          <p:spPr>
            <a:xfrm flipV="1">
              <a:off x="11487600" y="392760"/>
              <a:ext cx="577800" cy="17640"/>
            </a:xfrm>
            <a:prstGeom prst="rect">
              <a:avLst/>
            </a:prstGeom>
            <a:solidFill>
              <a:srgbClr val="1470C0"/>
            </a:solidFill>
            <a:ln>
              <a:solidFill>
                <a:srgbClr val="14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9F53D52E-DDB2-B156-BDB5-993D16B63CFA}"/>
                </a:ext>
              </a:extLst>
            </p:cNvPr>
            <p:cNvSpPr/>
            <p:nvPr/>
          </p:nvSpPr>
          <p:spPr>
            <a:xfrm>
              <a:off x="11425680" y="72720"/>
              <a:ext cx="700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framework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6647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title"/>
          </p:nvPr>
        </p:nvSpPr>
        <p:spPr>
          <a:xfrm>
            <a:off x="406243" y="185423"/>
            <a:ext cx="10515240" cy="1325160"/>
          </a:xfrm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buNone/>
            </a:pPr>
            <a:r>
              <a:rPr lang="en-GB" strike="noStrike" spc="-1">
                <a:solidFill>
                  <a:srgbClr val="14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 Science</a:t>
            </a:r>
            <a:endParaRPr lang="en-US" strike="noStrike" spc="-1">
              <a:solidFill>
                <a:srgbClr val="14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78" name="PlaceHolder 2"/>
          <p:cNvSpPr>
            <a:spLocks noGrp="1"/>
          </p:cNvSpPr>
          <p:nvPr>
            <p:ph idx="1"/>
          </p:nvPr>
        </p:nvSpPr>
        <p:spPr>
          <a:xfrm>
            <a:off x="484720" y="2696372"/>
            <a:ext cx="6016892" cy="1617362"/>
          </a:xfrm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spcBef>
                <a:spcPts val="1001"/>
              </a:spcBef>
              <a:buNone/>
              <a:tabLst>
                <a:tab pos="0" algn="l"/>
              </a:tabLst>
            </a:pPr>
            <a:endParaRPr lang="en-GB" spc="-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indent="0" defTabSz="91440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trike="noStrike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Publicly funded data should be shared with minimal restrictions</a:t>
            </a:r>
          </a:p>
          <a:p>
            <a:pPr indent="0" defTabSz="914400">
              <a:spcBef>
                <a:spcPts val="1001"/>
              </a:spcBef>
              <a:buNone/>
              <a:tabLst>
                <a:tab pos="0" algn="l"/>
              </a:tabLst>
            </a:pPr>
            <a:endParaRPr lang="en-GB" spc="-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96391-9B8A-7E3D-1D73-5E27028674E5}"/>
              </a:ext>
            </a:extLst>
          </p:cNvPr>
          <p:cNvSpPr txBox="1"/>
          <p:nvPr/>
        </p:nvSpPr>
        <p:spPr>
          <a:xfrm>
            <a:off x="6096000" y="5425089"/>
            <a:ext cx="55570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CREDITS </a:t>
            </a:r>
            <a:r>
              <a:rPr lang="en-GB" sz="1000" i="1" u="sng">
                <a:solidFill>
                  <a:srgbClr val="204A6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Open Science facets as a beehive</a:t>
            </a:r>
            <a:r>
              <a:rPr lang="en-GB" sz="1000" i="1">
                <a:solidFill>
                  <a:srgbClr val="2D3B4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by Gema Bueno de la Fuente licenced under </a:t>
            </a:r>
            <a:r>
              <a:rPr lang="en-GB" sz="1000" i="1" u="sng">
                <a:solidFill>
                  <a:srgbClr val="204A6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CC-BY</a:t>
            </a:r>
            <a:endParaRPr lang="en-GB" sz="1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BFDF28-485B-DC94-8248-EC691EB2660F}"/>
              </a:ext>
            </a:extLst>
          </p:cNvPr>
          <p:cNvSpPr txBox="1"/>
          <p:nvPr/>
        </p:nvSpPr>
        <p:spPr>
          <a:xfrm>
            <a:off x="1013515" y="1742265"/>
            <a:ext cx="4327919" cy="954107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indent="0" algn="ctr" defTabSz="91440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1" strike="noStrik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Open as Possible, as Closed as Necessary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AB0E2-875A-A5FA-E80A-38CA1260C8B2}"/>
              </a:ext>
            </a:extLst>
          </p:cNvPr>
          <p:cNvSpPr txBox="1"/>
          <p:nvPr/>
        </p:nvSpPr>
        <p:spPr>
          <a:xfrm>
            <a:off x="952539" y="4738300"/>
            <a:ext cx="4544080" cy="1641475"/>
          </a:xfrm>
          <a:prstGeom prst="rect">
            <a:avLst/>
          </a:prstGeom>
          <a:solidFill>
            <a:srgbClr val="FFDA9B">
              <a:alpha val="20885"/>
            </a:srgb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0" defTabSz="91440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u="sng" spc="-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Exceptions</a:t>
            </a:r>
          </a:p>
          <a:p>
            <a:pPr marL="457200" indent="-457200" defTabSz="914400">
              <a:spcBef>
                <a:spcPts val="1001"/>
              </a:spcBef>
              <a:buFontTx/>
              <a:buChar char="-"/>
              <a:tabLst>
                <a:tab pos="0" algn="l"/>
              </a:tabLst>
            </a:pPr>
            <a:r>
              <a:rPr lang="en-GB" sz="2800" spc="-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Sensitive data</a:t>
            </a:r>
          </a:p>
          <a:p>
            <a:pPr marL="457200" indent="-457200" defTabSz="914400">
              <a:spcBef>
                <a:spcPts val="1001"/>
              </a:spcBef>
              <a:buFontTx/>
              <a:buChar char="-"/>
              <a:tabLst>
                <a:tab pos="0" algn="l"/>
              </a:tabLst>
            </a:pPr>
            <a:r>
              <a:rPr lang="en-GB" sz="2800" b="0" strike="noStrike" spc="-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GB" sz="2800" spc="-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endParaRPr lang="en-US" sz="2800" b="0" strike="noStrike" spc="-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 descr="1,003,800+ Warning Sign Stock Photos and Royalty-Free ...">
            <a:extLst>
              <a:ext uri="{FF2B5EF4-FFF2-40B4-BE49-F238E27FC236}">
                <a16:creationId xmlns:a16="http://schemas.microsoft.com/office/drawing/2014/main" id="{822EB931-09A9-BD2E-946C-D2C9942255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794168" y="4738299"/>
            <a:ext cx="1641475" cy="1641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009AD0-D92C-C3AF-35B1-A39B1E5D53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75383"/>
            <a:ext cx="5658904" cy="3269782"/>
          </a:xfrm>
          <a:prstGeom prst="rect">
            <a:avLst/>
          </a:prstGeom>
        </p:spPr>
      </p:pic>
      <p:grpSp>
        <p:nvGrpSpPr>
          <p:cNvPr id="2" name="Group 10">
            <a:extLst>
              <a:ext uri="{FF2B5EF4-FFF2-40B4-BE49-F238E27FC236}">
                <a16:creationId xmlns:a16="http://schemas.microsoft.com/office/drawing/2014/main" id="{63FD4E90-3B07-50BE-6A5C-8307C3A8AF76}"/>
              </a:ext>
            </a:extLst>
          </p:cNvPr>
          <p:cNvGrpSpPr/>
          <p:nvPr/>
        </p:nvGrpSpPr>
        <p:grpSpPr>
          <a:xfrm>
            <a:off x="11185560" y="72720"/>
            <a:ext cx="941040" cy="338400"/>
            <a:chOff x="11185560" y="72720"/>
            <a:chExt cx="941040" cy="338400"/>
          </a:xfrm>
        </p:grpSpPr>
        <p:grpSp>
          <p:nvGrpSpPr>
            <p:cNvPr id="3" name="Group 1">
              <a:extLst>
                <a:ext uri="{FF2B5EF4-FFF2-40B4-BE49-F238E27FC236}">
                  <a16:creationId xmlns:a16="http://schemas.microsoft.com/office/drawing/2014/main" id="{BB0CAD22-7989-A5DB-1CCD-A64FEFC5FA3D}"/>
                </a:ext>
              </a:extLst>
            </p:cNvPr>
            <p:cNvGrpSpPr/>
            <p:nvPr/>
          </p:nvGrpSpPr>
          <p:grpSpPr>
            <a:xfrm>
              <a:off x="11185560" y="155880"/>
              <a:ext cx="255240" cy="255240"/>
              <a:chOff x="11185560" y="155880"/>
              <a:chExt cx="255240" cy="255240"/>
            </a:xfrm>
          </p:grpSpPr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1F325B82-A94D-2F14-07F0-234ACEE7EA1F}"/>
                  </a:ext>
                </a:extLst>
              </p:cNvPr>
              <p:cNvSpPr/>
              <p:nvPr/>
            </p:nvSpPr>
            <p:spPr>
              <a:xfrm>
                <a:off x="11185560" y="155880"/>
                <a:ext cx="255240" cy="255240"/>
              </a:xfrm>
              <a:prstGeom prst="ellipse">
                <a:avLst/>
              </a:prstGeom>
              <a:solidFill>
                <a:srgbClr val="1470C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9" name="Graphic 5" descr="Aspiration with solid fill">
                <a:extLst>
                  <a:ext uri="{FF2B5EF4-FFF2-40B4-BE49-F238E27FC236}">
                    <a16:creationId xmlns:a16="http://schemas.microsoft.com/office/drawing/2014/main" id="{D66BE546-91CB-28BD-AAE3-3EAEDAA898E4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/>
            </p:blipFill>
            <p:spPr>
              <a:xfrm>
                <a:off x="11212920" y="183240"/>
                <a:ext cx="200520" cy="2005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D597067D-144D-6EAF-F68E-45672768D3DC}"/>
                </a:ext>
              </a:extLst>
            </p:cNvPr>
            <p:cNvSpPr/>
            <p:nvPr/>
          </p:nvSpPr>
          <p:spPr>
            <a:xfrm flipV="1">
              <a:off x="11487600" y="392760"/>
              <a:ext cx="577800" cy="17640"/>
            </a:xfrm>
            <a:prstGeom prst="rect">
              <a:avLst/>
            </a:prstGeom>
            <a:solidFill>
              <a:srgbClr val="1470C0"/>
            </a:solidFill>
            <a:ln>
              <a:solidFill>
                <a:srgbClr val="14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72C49C7C-0249-2DC0-EAFA-232868609A59}"/>
                </a:ext>
              </a:extLst>
            </p:cNvPr>
            <p:cNvSpPr/>
            <p:nvPr/>
          </p:nvSpPr>
          <p:spPr>
            <a:xfrm>
              <a:off x="11425680" y="72720"/>
              <a:ext cx="700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framework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34044DB-A1FB-0D71-F7F5-785C0EB2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70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529560" y="392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strike="noStrike" spc="-1">
                <a:solidFill>
                  <a:srgbClr val="0070C0"/>
                </a:solidFill>
                <a:latin typeface="Tahoma"/>
                <a:ea typeface="Tahoma"/>
              </a:rPr>
              <a:t>Common Issues in Data Sharing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04B9A4-C0DB-998C-02EC-8BEED64023FD}"/>
              </a:ext>
            </a:extLst>
          </p:cNvPr>
          <p:cNvGrpSpPr/>
          <p:nvPr/>
        </p:nvGrpSpPr>
        <p:grpSpPr>
          <a:xfrm>
            <a:off x="849219" y="2275764"/>
            <a:ext cx="10691801" cy="2629151"/>
            <a:chOff x="750159" y="2656764"/>
            <a:chExt cx="10691801" cy="26291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4BA10F2-BEB1-F76A-72B5-F34675BC13EB}"/>
                </a:ext>
              </a:extLst>
            </p:cNvPr>
            <p:cNvSpPr/>
            <p:nvPr/>
          </p:nvSpPr>
          <p:spPr>
            <a:xfrm>
              <a:off x="750159" y="2656764"/>
              <a:ext cx="926843" cy="926843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Rectangle 5" descr="Statistics">
              <a:extLst>
                <a:ext uri="{FF2B5EF4-FFF2-40B4-BE49-F238E27FC236}">
                  <a16:creationId xmlns:a16="http://schemas.microsoft.com/office/drawing/2014/main" id="{D4D0595A-72F2-FFD9-250F-CCAC41182EB1}"/>
                </a:ext>
              </a:extLst>
            </p:cNvPr>
            <p:cNvSpPr/>
            <p:nvPr/>
          </p:nvSpPr>
          <p:spPr>
            <a:xfrm>
              <a:off x="944796" y="2851401"/>
              <a:ext cx="537569" cy="537569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893992B-B87B-EABC-D9D6-DE46C359F523}"/>
                </a:ext>
              </a:extLst>
            </p:cNvPr>
            <p:cNvSpPr/>
            <p:nvPr/>
          </p:nvSpPr>
          <p:spPr>
            <a:xfrm>
              <a:off x="1875612" y="2656764"/>
              <a:ext cx="2184702" cy="926843"/>
            </a:xfrm>
            <a:custGeom>
              <a:avLst/>
              <a:gdLst>
                <a:gd name="connsiteX0" fmla="*/ 0 w 2184702"/>
                <a:gd name="connsiteY0" fmla="*/ 0 h 926843"/>
                <a:gd name="connsiteX1" fmla="*/ 2184702 w 2184702"/>
                <a:gd name="connsiteY1" fmla="*/ 0 h 926843"/>
                <a:gd name="connsiteX2" fmla="*/ 2184702 w 2184702"/>
                <a:gd name="connsiteY2" fmla="*/ 926843 h 926843"/>
                <a:gd name="connsiteX3" fmla="*/ 0 w 2184702"/>
                <a:gd name="connsiteY3" fmla="*/ 926843 h 926843"/>
                <a:gd name="connsiteX4" fmla="*/ 0 w 2184702"/>
                <a:gd name="connsiteY4" fmla="*/ 0 h 92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4702" h="926843">
                  <a:moveTo>
                    <a:pt x="0" y="0"/>
                  </a:moveTo>
                  <a:lnTo>
                    <a:pt x="2184702" y="0"/>
                  </a:lnTo>
                  <a:lnTo>
                    <a:pt x="2184702" y="926843"/>
                  </a:lnTo>
                  <a:lnTo>
                    <a:pt x="0" y="9268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5778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kern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 numerical data available / only averages</a:t>
              </a:r>
              <a:endParaRPr lang="en-US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D258B-D6C8-ABBF-C60C-96DA82697DF2}"/>
                </a:ext>
              </a:extLst>
            </p:cNvPr>
            <p:cNvSpPr/>
            <p:nvPr/>
          </p:nvSpPr>
          <p:spPr>
            <a:xfrm>
              <a:off x="4440982" y="2656764"/>
              <a:ext cx="926843" cy="926843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 descr="Mathematics">
              <a:extLst>
                <a:ext uri="{FF2B5EF4-FFF2-40B4-BE49-F238E27FC236}">
                  <a16:creationId xmlns:a16="http://schemas.microsoft.com/office/drawing/2014/main" id="{105EB292-4ED3-7197-04BE-C549FC9BB557}"/>
                </a:ext>
              </a:extLst>
            </p:cNvPr>
            <p:cNvSpPr/>
            <p:nvPr/>
          </p:nvSpPr>
          <p:spPr>
            <a:xfrm>
              <a:off x="4635619" y="2851401"/>
              <a:ext cx="537569" cy="537569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9D6B849-64D7-0CF4-7951-2FC76B93C941}"/>
                </a:ext>
              </a:extLst>
            </p:cNvPr>
            <p:cNvSpPr/>
            <p:nvPr/>
          </p:nvSpPr>
          <p:spPr>
            <a:xfrm>
              <a:off x="5566435" y="2656764"/>
              <a:ext cx="2184702" cy="926843"/>
            </a:xfrm>
            <a:custGeom>
              <a:avLst/>
              <a:gdLst>
                <a:gd name="connsiteX0" fmla="*/ 0 w 2184702"/>
                <a:gd name="connsiteY0" fmla="*/ 0 h 926843"/>
                <a:gd name="connsiteX1" fmla="*/ 2184702 w 2184702"/>
                <a:gd name="connsiteY1" fmla="*/ 0 h 926843"/>
                <a:gd name="connsiteX2" fmla="*/ 2184702 w 2184702"/>
                <a:gd name="connsiteY2" fmla="*/ 926843 h 926843"/>
                <a:gd name="connsiteX3" fmla="*/ 0 w 2184702"/>
                <a:gd name="connsiteY3" fmla="*/ 926843 h 926843"/>
                <a:gd name="connsiteX4" fmla="*/ 0 w 2184702"/>
                <a:gd name="connsiteY4" fmla="*/ 0 h 92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4702" h="926843">
                  <a:moveTo>
                    <a:pt x="0" y="0"/>
                  </a:moveTo>
                  <a:lnTo>
                    <a:pt x="2184702" y="0"/>
                  </a:lnTo>
                  <a:lnTo>
                    <a:pt x="2184702" y="926843"/>
                  </a:lnTo>
                  <a:lnTo>
                    <a:pt x="0" y="9268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5778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300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BC4EEE1-906F-2E2F-6337-BCEEED1014B4}"/>
                </a:ext>
              </a:extLst>
            </p:cNvPr>
            <p:cNvSpPr/>
            <p:nvPr/>
          </p:nvSpPr>
          <p:spPr>
            <a:xfrm>
              <a:off x="8131805" y="2656764"/>
              <a:ext cx="926843" cy="926843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11" descr="Open Folder">
              <a:extLst>
                <a:ext uri="{FF2B5EF4-FFF2-40B4-BE49-F238E27FC236}">
                  <a16:creationId xmlns:a16="http://schemas.microsoft.com/office/drawing/2014/main" id="{CC85CF34-70CC-BAA7-40C8-0147D2EE08D7}"/>
                </a:ext>
              </a:extLst>
            </p:cNvPr>
            <p:cNvSpPr/>
            <p:nvPr/>
          </p:nvSpPr>
          <p:spPr>
            <a:xfrm>
              <a:off x="8326442" y="2851401"/>
              <a:ext cx="537569" cy="537569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1EDBE3A-8390-18DB-9FC3-6E7F81DD4609}"/>
                </a:ext>
              </a:extLst>
            </p:cNvPr>
            <p:cNvSpPr/>
            <p:nvPr/>
          </p:nvSpPr>
          <p:spPr>
            <a:xfrm>
              <a:off x="5566435" y="2656764"/>
              <a:ext cx="2184702" cy="926843"/>
            </a:xfrm>
            <a:custGeom>
              <a:avLst/>
              <a:gdLst>
                <a:gd name="connsiteX0" fmla="*/ 0 w 2184702"/>
                <a:gd name="connsiteY0" fmla="*/ 0 h 926843"/>
                <a:gd name="connsiteX1" fmla="*/ 2184702 w 2184702"/>
                <a:gd name="connsiteY1" fmla="*/ 0 h 926843"/>
                <a:gd name="connsiteX2" fmla="*/ 2184702 w 2184702"/>
                <a:gd name="connsiteY2" fmla="*/ 926843 h 926843"/>
                <a:gd name="connsiteX3" fmla="*/ 0 w 2184702"/>
                <a:gd name="connsiteY3" fmla="*/ 926843 h 926843"/>
                <a:gd name="connsiteX4" fmla="*/ 0 w 2184702"/>
                <a:gd name="connsiteY4" fmla="*/ 0 h 92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4702" h="926843">
                  <a:moveTo>
                    <a:pt x="0" y="0"/>
                  </a:moveTo>
                  <a:lnTo>
                    <a:pt x="2184702" y="0"/>
                  </a:lnTo>
                  <a:lnTo>
                    <a:pt x="2184702" y="926843"/>
                  </a:lnTo>
                  <a:lnTo>
                    <a:pt x="0" y="9268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5778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kern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Incomplete datasets</a:t>
              </a:r>
              <a:endParaRPr lang="en-US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E8F98DD-22B5-6229-4636-1EBB2AECF0DF}"/>
                </a:ext>
              </a:extLst>
            </p:cNvPr>
            <p:cNvSpPr/>
            <p:nvPr/>
          </p:nvSpPr>
          <p:spPr>
            <a:xfrm>
              <a:off x="750159" y="4359072"/>
              <a:ext cx="926843" cy="926843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 descr="Shredder">
              <a:extLst>
                <a:ext uri="{FF2B5EF4-FFF2-40B4-BE49-F238E27FC236}">
                  <a16:creationId xmlns:a16="http://schemas.microsoft.com/office/drawing/2014/main" id="{C21DEC68-9649-B36A-33A3-B35421412DFB}"/>
                </a:ext>
              </a:extLst>
            </p:cNvPr>
            <p:cNvSpPr/>
            <p:nvPr/>
          </p:nvSpPr>
          <p:spPr>
            <a:xfrm>
              <a:off x="944796" y="4553709"/>
              <a:ext cx="537569" cy="537569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EF75444-FECE-1B68-EF91-A8CF1ADE7D02}"/>
                </a:ext>
              </a:extLst>
            </p:cNvPr>
            <p:cNvSpPr/>
            <p:nvPr/>
          </p:nvSpPr>
          <p:spPr>
            <a:xfrm>
              <a:off x="1875612" y="4359072"/>
              <a:ext cx="2184702" cy="926843"/>
            </a:xfrm>
            <a:custGeom>
              <a:avLst/>
              <a:gdLst>
                <a:gd name="connsiteX0" fmla="*/ 0 w 2184702"/>
                <a:gd name="connsiteY0" fmla="*/ 0 h 926843"/>
                <a:gd name="connsiteX1" fmla="*/ 2184702 w 2184702"/>
                <a:gd name="connsiteY1" fmla="*/ 0 h 926843"/>
                <a:gd name="connsiteX2" fmla="*/ 2184702 w 2184702"/>
                <a:gd name="connsiteY2" fmla="*/ 926843 h 926843"/>
                <a:gd name="connsiteX3" fmla="*/ 0 w 2184702"/>
                <a:gd name="connsiteY3" fmla="*/ 926843 h 926843"/>
                <a:gd name="connsiteX4" fmla="*/ 0 w 2184702"/>
                <a:gd name="connsiteY4" fmla="*/ 0 h 92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4702" h="926843">
                  <a:moveTo>
                    <a:pt x="0" y="0"/>
                  </a:moveTo>
                  <a:lnTo>
                    <a:pt x="2184702" y="0"/>
                  </a:lnTo>
                  <a:lnTo>
                    <a:pt x="2184702" y="926843"/>
                  </a:lnTo>
                  <a:lnTo>
                    <a:pt x="0" y="9268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5778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kern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Vendor-specific file formats.</a:t>
              </a:r>
              <a:endParaRPr lang="en-US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BC71421-DEC5-1314-1C67-A1ABF341F404}"/>
                </a:ext>
              </a:extLst>
            </p:cNvPr>
            <p:cNvSpPr/>
            <p:nvPr/>
          </p:nvSpPr>
          <p:spPr>
            <a:xfrm>
              <a:off x="4440982" y="4359072"/>
              <a:ext cx="926843" cy="926843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17" descr="Link">
              <a:extLst>
                <a:ext uri="{FF2B5EF4-FFF2-40B4-BE49-F238E27FC236}">
                  <a16:creationId xmlns:a16="http://schemas.microsoft.com/office/drawing/2014/main" id="{6EBE5DAF-4899-4844-AA88-054FD29D62F4}"/>
                </a:ext>
              </a:extLst>
            </p:cNvPr>
            <p:cNvSpPr/>
            <p:nvPr/>
          </p:nvSpPr>
          <p:spPr>
            <a:xfrm>
              <a:off x="4635619" y="4553709"/>
              <a:ext cx="537569" cy="537569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0BC0F6D-E579-81DB-A230-7FF027210B70}"/>
                </a:ext>
              </a:extLst>
            </p:cNvPr>
            <p:cNvSpPr/>
            <p:nvPr/>
          </p:nvSpPr>
          <p:spPr>
            <a:xfrm>
              <a:off x="5566435" y="4359072"/>
              <a:ext cx="2184702" cy="926843"/>
            </a:xfrm>
            <a:custGeom>
              <a:avLst/>
              <a:gdLst>
                <a:gd name="connsiteX0" fmla="*/ 0 w 2184702"/>
                <a:gd name="connsiteY0" fmla="*/ 0 h 926843"/>
                <a:gd name="connsiteX1" fmla="*/ 2184702 w 2184702"/>
                <a:gd name="connsiteY1" fmla="*/ 0 h 926843"/>
                <a:gd name="connsiteX2" fmla="*/ 2184702 w 2184702"/>
                <a:gd name="connsiteY2" fmla="*/ 926843 h 926843"/>
                <a:gd name="connsiteX3" fmla="*/ 0 w 2184702"/>
                <a:gd name="connsiteY3" fmla="*/ 926843 h 926843"/>
                <a:gd name="connsiteX4" fmla="*/ 0 w 2184702"/>
                <a:gd name="connsiteY4" fmla="*/ 0 h 92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4702" h="926843">
                  <a:moveTo>
                    <a:pt x="0" y="0"/>
                  </a:moveTo>
                  <a:lnTo>
                    <a:pt x="2184702" y="0"/>
                  </a:lnTo>
                  <a:lnTo>
                    <a:pt x="2184702" y="926843"/>
                  </a:lnTo>
                  <a:lnTo>
                    <a:pt x="0" y="9268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5778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kern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Links to non-existing group websites/databases.</a:t>
              </a:r>
              <a:endParaRPr lang="en-US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1F0A66F-5899-6CC3-25BC-A7F4A7BDD033}"/>
                </a:ext>
              </a:extLst>
            </p:cNvPr>
            <p:cNvSpPr/>
            <p:nvPr/>
          </p:nvSpPr>
          <p:spPr>
            <a:xfrm>
              <a:off x="8131805" y="4359072"/>
              <a:ext cx="926843" cy="926843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0" descr="Programmer">
              <a:extLst>
                <a:ext uri="{FF2B5EF4-FFF2-40B4-BE49-F238E27FC236}">
                  <a16:creationId xmlns:a16="http://schemas.microsoft.com/office/drawing/2014/main" id="{ACF3F75C-4885-A76C-CCC8-BD395DB298C9}"/>
                </a:ext>
              </a:extLst>
            </p:cNvPr>
            <p:cNvSpPr/>
            <p:nvPr/>
          </p:nvSpPr>
          <p:spPr>
            <a:xfrm>
              <a:off x="8326442" y="4553709"/>
              <a:ext cx="537569" cy="537569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6B7E3B5-9FEB-98CD-88FD-A4A529EB01E0}"/>
                </a:ext>
              </a:extLst>
            </p:cNvPr>
            <p:cNvSpPr/>
            <p:nvPr/>
          </p:nvSpPr>
          <p:spPr>
            <a:xfrm>
              <a:off x="9257258" y="4359072"/>
              <a:ext cx="2184702" cy="926843"/>
            </a:xfrm>
            <a:custGeom>
              <a:avLst/>
              <a:gdLst>
                <a:gd name="connsiteX0" fmla="*/ 0 w 2184702"/>
                <a:gd name="connsiteY0" fmla="*/ 0 h 926843"/>
                <a:gd name="connsiteX1" fmla="*/ 2184702 w 2184702"/>
                <a:gd name="connsiteY1" fmla="*/ 0 h 926843"/>
                <a:gd name="connsiteX2" fmla="*/ 2184702 w 2184702"/>
                <a:gd name="connsiteY2" fmla="*/ 926843 h 926843"/>
                <a:gd name="connsiteX3" fmla="*/ 0 w 2184702"/>
                <a:gd name="connsiteY3" fmla="*/ 926843 h 926843"/>
                <a:gd name="connsiteX4" fmla="*/ 0 w 2184702"/>
                <a:gd name="connsiteY4" fmla="*/ 0 h 92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4702" h="926843">
                  <a:moveTo>
                    <a:pt x="0" y="0"/>
                  </a:moveTo>
                  <a:lnTo>
                    <a:pt x="2184702" y="0"/>
                  </a:lnTo>
                  <a:lnTo>
                    <a:pt x="2184702" y="926843"/>
                  </a:lnTo>
                  <a:lnTo>
                    <a:pt x="0" y="92684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5778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kern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Data / Code “on request”.</a:t>
              </a:r>
              <a:endParaRPr lang="en-US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9DA9C7F-C188-7629-7799-D9D73303326A}"/>
              </a:ext>
            </a:extLst>
          </p:cNvPr>
          <p:cNvSpPr/>
          <p:nvPr/>
        </p:nvSpPr>
        <p:spPr>
          <a:xfrm>
            <a:off x="9356318" y="2275764"/>
            <a:ext cx="2184702" cy="926843"/>
          </a:xfrm>
          <a:custGeom>
            <a:avLst/>
            <a:gdLst>
              <a:gd name="connsiteX0" fmla="*/ 0 w 2184702"/>
              <a:gd name="connsiteY0" fmla="*/ 0 h 926843"/>
              <a:gd name="connsiteX1" fmla="*/ 2184702 w 2184702"/>
              <a:gd name="connsiteY1" fmla="*/ 0 h 926843"/>
              <a:gd name="connsiteX2" fmla="*/ 2184702 w 2184702"/>
              <a:gd name="connsiteY2" fmla="*/ 926843 h 926843"/>
              <a:gd name="connsiteX3" fmla="*/ 0 w 2184702"/>
              <a:gd name="connsiteY3" fmla="*/ 926843 h 926843"/>
              <a:gd name="connsiteX4" fmla="*/ 0 w 2184702"/>
              <a:gd name="connsiteY4" fmla="*/ 0 h 92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4702" h="926843">
                <a:moveTo>
                  <a:pt x="0" y="0"/>
                </a:moveTo>
                <a:lnTo>
                  <a:pt x="2184702" y="0"/>
                </a:lnTo>
                <a:lnTo>
                  <a:pt x="2184702" y="926843"/>
                </a:lnTo>
                <a:lnTo>
                  <a:pt x="0" y="92684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l" defTabSz="5778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/ little supporting information about the data</a:t>
            </a:r>
            <a:endParaRPr lang="en-US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C8E843-8F21-4A6C-F4AD-0BE2AC72FCF8}"/>
              </a:ext>
            </a:extLst>
          </p:cNvPr>
          <p:cNvSpPr txBox="1"/>
          <p:nvPr/>
        </p:nvSpPr>
        <p:spPr>
          <a:xfrm>
            <a:off x="3721457" y="5699036"/>
            <a:ext cx="4509408" cy="46166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7536" sx="101991" sy="101991" algn="ctr" rotWithShape="0">
              <a:schemeClr val="accent4">
                <a:alpha val="67000"/>
              </a:scheme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available but not reusable! </a:t>
            </a:r>
          </a:p>
        </p:txBody>
      </p:sp>
      <p:grpSp>
        <p:nvGrpSpPr>
          <p:cNvPr id="29" name="Group 10">
            <a:extLst>
              <a:ext uri="{FF2B5EF4-FFF2-40B4-BE49-F238E27FC236}">
                <a16:creationId xmlns:a16="http://schemas.microsoft.com/office/drawing/2014/main" id="{44D3E190-CE41-F5F7-032A-706DA38FE76D}"/>
              </a:ext>
            </a:extLst>
          </p:cNvPr>
          <p:cNvGrpSpPr/>
          <p:nvPr/>
        </p:nvGrpSpPr>
        <p:grpSpPr>
          <a:xfrm>
            <a:off x="11185560" y="72720"/>
            <a:ext cx="941040" cy="338400"/>
            <a:chOff x="11185560" y="72720"/>
            <a:chExt cx="941040" cy="338400"/>
          </a:xfrm>
        </p:grpSpPr>
        <p:grpSp>
          <p:nvGrpSpPr>
            <p:cNvPr id="30" name="Group 1">
              <a:extLst>
                <a:ext uri="{FF2B5EF4-FFF2-40B4-BE49-F238E27FC236}">
                  <a16:creationId xmlns:a16="http://schemas.microsoft.com/office/drawing/2014/main" id="{C09B05E8-D1BC-6254-14E9-84FFE3FA3913}"/>
                </a:ext>
              </a:extLst>
            </p:cNvPr>
            <p:cNvGrpSpPr/>
            <p:nvPr/>
          </p:nvGrpSpPr>
          <p:grpSpPr>
            <a:xfrm>
              <a:off x="11185560" y="155880"/>
              <a:ext cx="255240" cy="255240"/>
              <a:chOff x="11185560" y="155880"/>
              <a:chExt cx="255240" cy="255240"/>
            </a:xfrm>
          </p:grpSpPr>
          <p:sp>
            <p:nvSpPr>
              <p:cNvPr id="33" name="Oval 3">
                <a:extLst>
                  <a:ext uri="{FF2B5EF4-FFF2-40B4-BE49-F238E27FC236}">
                    <a16:creationId xmlns:a16="http://schemas.microsoft.com/office/drawing/2014/main" id="{14AEBB7D-1BDF-8679-3664-D47C49110318}"/>
                  </a:ext>
                </a:extLst>
              </p:cNvPr>
              <p:cNvSpPr/>
              <p:nvPr/>
            </p:nvSpPr>
            <p:spPr>
              <a:xfrm>
                <a:off x="11185560" y="155880"/>
                <a:ext cx="255240" cy="255240"/>
              </a:xfrm>
              <a:prstGeom prst="ellipse">
                <a:avLst/>
              </a:prstGeom>
              <a:solidFill>
                <a:srgbClr val="1470C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34" name="Graphic 5" descr="Aspiration with solid fill">
                <a:extLst>
                  <a:ext uri="{FF2B5EF4-FFF2-40B4-BE49-F238E27FC236}">
                    <a16:creationId xmlns:a16="http://schemas.microsoft.com/office/drawing/2014/main" id="{5388C2FD-4294-DB53-02EC-5BBD084DA63F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/>
            </p:blipFill>
            <p:spPr>
              <a:xfrm>
                <a:off x="11212920" y="183240"/>
                <a:ext cx="200520" cy="2005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1" name="Rectangle 7">
              <a:extLst>
                <a:ext uri="{FF2B5EF4-FFF2-40B4-BE49-F238E27FC236}">
                  <a16:creationId xmlns:a16="http://schemas.microsoft.com/office/drawing/2014/main" id="{E8CC4652-F350-1F6D-43EE-3133BA51C39A}"/>
                </a:ext>
              </a:extLst>
            </p:cNvPr>
            <p:cNvSpPr/>
            <p:nvPr/>
          </p:nvSpPr>
          <p:spPr>
            <a:xfrm flipV="1">
              <a:off x="11487600" y="392760"/>
              <a:ext cx="577800" cy="17640"/>
            </a:xfrm>
            <a:prstGeom prst="rect">
              <a:avLst/>
            </a:prstGeom>
            <a:solidFill>
              <a:srgbClr val="1470C0"/>
            </a:solidFill>
            <a:ln>
              <a:solidFill>
                <a:srgbClr val="14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25F53AD2-A0E6-5AD3-2347-6F6090D398D4}"/>
                </a:ext>
              </a:extLst>
            </p:cNvPr>
            <p:cNvSpPr/>
            <p:nvPr/>
          </p:nvSpPr>
          <p:spPr>
            <a:xfrm>
              <a:off x="11425680" y="72720"/>
              <a:ext cx="700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framework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icture 2" descr="http://2.bp.blogspot.com/-pSVlRf9P_q0/V-zHNtoNHmI/AAAAAAAALGU/mVlaYp0n1DMtmp9rRMtAwV_a0Jj-MD2fwCK4B/s1600/FAIR.png"/>
          <p:cNvPicPr/>
          <p:nvPr/>
        </p:nvPicPr>
        <p:blipFill>
          <a:blip r:embed="rId3"/>
          <a:stretch/>
        </p:blipFill>
        <p:spPr>
          <a:xfrm>
            <a:off x="578520" y="1556640"/>
            <a:ext cx="11034360" cy="3744720"/>
          </a:xfrm>
          <a:prstGeom prst="rect">
            <a:avLst/>
          </a:prstGeom>
          <a:ln w="0">
            <a:noFill/>
          </a:ln>
        </p:spPr>
      </p:pic>
      <p:sp>
        <p:nvSpPr>
          <p:cNvPr id="224" name="TextBox 4"/>
          <p:cNvSpPr/>
          <p:nvPr/>
        </p:nvSpPr>
        <p:spPr>
          <a:xfrm>
            <a:off x="501120" y="5756760"/>
            <a:ext cx="10684080" cy="26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000" b="0" strike="noStrike" spc="-1">
                <a:solidFill>
                  <a:srgbClr val="222222"/>
                </a:solidFill>
                <a:latin typeface="Tahoma"/>
                <a:ea typeface="Tahoma"/>
              </a:rPr>
              <a:t>Wilkinson </a:t>
            </a:r>
            <a:r>
              <a:rPr lang="en-GB" sz="1000" b="0" i="1" strike="noStrike" spc="-1">
                <a:solidFill>
                  <a:srgbClr val="222222"/>
                </a:solidFill>
                <a:latin typeface="Tahoma"/>
                <a:ea typeface="Tahoma"/>
              </a:rPr>
              <a:t>et al.</a:t>
            </a:r>
            <a:r>
              <a:rPr lang="en-GB" sz="1000" b="0" strike="noStrike" spc="-1">
                <a:solidFill>
                  <a:srgbClr val="222222"/>
                </a:solidFill>
                <a:latin typeface="Tahoma"/>
                <a:ea typeface="Tahoma"/>
              </a:rPr>
              <a:t> The FAIR Guiding Principles for scientific data management and stewardship. </a:t>
            </a:r>
            <a:r>
              <a:rPr lang="en-GB" sz="1000" b="0" i="1" strike="noStrike" spc="-1">
                <a:solidFill>
                  <a:srgbClr val="222222"/>
                </a:solidFill>
                <a:latin typeface="Tahoma"/>
                <a:ea typeface="Tahoma"/>
              </a:rPr>
              <a:t>Sci Data</a:t>
            </a:r>
            <a:r>
              <a:rPr lang="en-GB" sz="1000" b="0" strike="noStrike" spc="-1">
                <a:solidFill>
                  <a:srgbClr val="222222"/>
                </a:solidFill>
                <a:latin typeface="Tahoma"/>
                <a:ea typeface="Tahoma"/>
              </a:rPr>
              <a:t> </a:t>
            </a:r>
            <a:r>
              <a:rPr lang="en-GB" sz="1000" b="1" strike="noStrike" spc="-1">
                <a:solidFill>
                  <a:srgbClr val="222222"/>
                </a:solidFill>
                <a:latin typeface="Tahoma"/>
                <a:ea typeface="Tahoma"/>
              </a:rPr>
              <a:t>3</a:t>
            </a:r>
            <a:r>
              <a:rPr lang="en-GB" sz="1000" b="0" strike="noStrike" spc="-1">
                <a:solidFill>
                  <a:srgbClr val="222222"/>
                </a:solidFill>
                <a:latin typeface="Tahoma"/>
                <a:ea typeface="Tahoma"/>
              </a:rPr>
              <a:t>, 160018 (2016). </a:t>
            </a:r>
            <a:r>
              <a:rPr lang="en-GB" sz="1000" b="0" u="sng" strike="noStrike" spc="-1">
                <a:solidFill>
                  <a:srgbClr val="0563C1"/>
                </a:solidFill>
                <a:uFillTx/>
                <a:latin typeface="Tahoma"/>
                <a:ea typeface="Tahoma"/>
                <a:hlinkClick r:id="rId4"/>
              </a:rPr>
              <a:t>https://doi.org/10.1038/sdata.2016.18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B0C75C23-D2D1-33DD-6BF6-A50AA1A20912}"/>
              </a:ext>
            </a:extLst>
          </p:cNvPr>
          <p:cNvGrpSpPr/>
          <p:nvPr/>
        </p:nvGrpSpPr>
        <p:grpSpPr>
          <a:xfrm>
            <a:off x="11185560" y="72720"/>
            <a:ext cx="941040" cy="338400"/>
            <a:chOff x="11185560" y="72720"/>
            <a:chExt cx="941040" cy="338400"/>
          </a:xfrm>
        </p:grpSpPr>
        <p:grpSp>
          <p:nvGrpSpPr>
            <p:cNvPr id="3" name="Group 1">
              <a:extLst>
                <a:ext uri="{FF2B5EF4-FFF2-40B4-BE49-F238E27FC236}">
                  <a16:creationId xmlns:a16="http://schemas.microsoft.com/office/drawing/2014/main" id="{22EE4B40-8B07-2FEC-5A88-53DECB4DA489}"/>
                </a:ext>
              </a:extLst>
            </p:cNvPr>
            <p:cNvGrpSpPr/>
            <p:nvPr/>
          </p:nvGrpSpPr>
          <p:grpSpPr>
            <a:xfrm>
              <a:off x="11185560" y="155880"/>
              <a:ext cx="255240" cy="255240"/>
              <a:chOff x="11185560" y="155880"/>
              <a:chExt cx="255240" cy="2552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6D872254-333D-6DB1-5B79-85920323E840}"/>
                  </a:ext>
                </a:extLst>
              </p:cNvPr>
              <p:cNvSpPr/>
              <p:nvPr/>
            </p:nvSpPr>
            <p:spPr>
              <a:xfrm>
                <a:off x="11185560" y="155880"/>
                <a:ext cx="255240" cy="255240"/>
              </a:xfrm>
              <a:prstGeom prst="ellipse">
                <a:avLst/>
              </a:prstGeom>
              <a:solidFill>
                <a:srgbClr val="1470C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5" descr="Aspiration with solid fill">
                <a:extLst>
                  <a:ext uri="{FF2B5EF4-FFF2-40B4-BE49-F238E27FC236}">
                    <a16:creationId xmlns:a16="http://schemas.microsoft.com/office/drawing/2014/main" id="{2D5B3FBE-EDFF-5A9A-1B0B-4FD68F46608A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/>
            </p:blipFill>
            <p:spPr>
              <a:xfrm>
                <a:off x="11212920" y="183240"/>
                <a:ext cx="200520" cy="2005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D3B10AF9-62C0-6F31-E6EF-17B1145810EC}"/>
                </a:ext>
              </a:extLst>
            </p:cNvPr>
            <p:cNvSpPr/>
            <p:nvPr/>
          </p:nvSpPr>
          <p:spPr>
            <a:xfrm flipV="1">
              <a:off x="11487600" y="392760"/>
              <a:ext cx="577800" cy="17640"/>
            </a:xfrm>
            <a:prstGeom prst="rect">
              <a:avLst/>
            </a:prstGeom>
            <a:solidFill>
              <a:srgbClr val="1470C0"/>
            </a:solidFill>
            <a:ln>
              <a:solidFill>
                <a:srgbClr val="14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2FBD5BE3-E51E-8F78-5FB7-06CFE535C2D9}"/>
                </a:ext>
              </a:extLst>
            </p:cNvPr>
            <p:cNvSpPr/>
            <p:nvPr/>
          </p:nvSpPr>
          <p:spPr>
            <a:xfrm>
              <a:off x="11425680" y="72720"/>
              <a:ext cx="700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framework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FE92-9990-4094-B7B2-01514614F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639" y="0"/>
            <a:ext cx="10515240" cy="1325160"/>
          </a:xfrm>
        </p:spPr>
        <p:txBody>
          <a:bodyPr/>
          <a:lstStyle/>
          <a:p>
            <a:pPr algn="ctr"/>
            <a:r>
              <a:rPr lang="en-GB" sz="600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FAIR principles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AEE4B5-946D-4302-AC98-9937AF758DFD}"/>
              </a:ext>
            </a:extLst>
          </p:cNvPr>
          <p:cNvSpPr/>
          <p:nvPr/>
        </p:nvSpPr>
        <p:spPr>
          <a:xfrm>
            <a:off x="1873662" y="1387538"/>
            <a:ext cx="9651193" cy="50167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000" b="1"/>
              <a:t>Findable</a:t>
            </a:r>
            <a:r>
              <a:rPr lang="en-GB" sz="2000"/>
              <a:t>:  </a:t>
            </a:r>
            <a:endParaRPr lang="pl-PL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Data must be easily findable by humans and computers </a:t>
            </a:r>
          </a:p>
          <a:p>
            <a:pPr marL="358775" lvl="1" indent="-358775">
              <a:buFont typeface="Arial" panose="020B0604020202020204" pitchFamily="34" charset="0"/>
              <a:buChar char="•"/>
            </a:pPr>
            <a:r>
              <a:rPr lang="en-GB" sz="2000"/>
              <a:t>Datasets must be deposited in a data repository and have a persistent identifier (DOI) </a:t>
            </a:r>
          </a:p>
          <a:p>
            <a:endParaRPr lang="en-GB" sz="2000"/>
          </a:p>
          <a:p>
            <a:r>
              <a:rPr lang="en-GB" sz="2000" b="1"/>
              <a:t>Accessible</a:t>
            </a:r>
            <a:r>
              <a:rPr lang="en-GB" sz="2000"/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Data must be easily retrieved </a:t>
            </a:r>
            <a:endParaRPr lang="pl-PL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/>
              <a:t>M</a:t>
            </a:r>
            <a:r>
              <a:rPr lang="en-GB" sz="2000" err="1"/>
              <a:t>etadata</a:t>
            </a:r>
            <a:r>
              <a:rPr lang="en-GB" sz="2000"/>
              <a:t> (data description) available even when the data are no</a:t>
            </a:r>
            <a:r>
              <a:rPr lang="pl-PL" sz="2000"/>
              <a:t>t</a:t>
            </a:r>
            <a:endParaRPr lang="en-GB" sz="2000"/>
          </a:p>
          <a:p>
            <a:endParaRPr lang="en-GB" sz="2000"/>
          </a:p>
          <a:p>
            <a:r>
              <a:rPr lang="en-GB" sz="2000" b="1"/>
              <a:t>Interoperable</a:t>
            </a:r>
            <a:r>
              <a:rPr lang="en-GB" sz="2000"/>
              <a:t>: </a:t>
            </a:r>
            <a:endParaRPr lang="pl-PL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Allow integration with other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D</a:t>
            </a:r>
            <a:r>
              <a:rPr lang="pl-PL" sz="2000"/>
              <a:t>ata </a:t>
            </a:r>
            <a:r>
              <a:rPr lang="en-GB" sz="2000"/>
              <a:t>must be </a:t>
            </a:r>
            <a:r>
              <a:rPr lang="pl-PL" sz="2000"/>
              <a:t>saved in open/common format (</a:t>
            </a:r>
            <a:r>
              <a:rPr lang="en-GB" sz="2000"/>
              <a:t>interpretable for various tools</a:t>
            </a:r>
            <a:r>
              <a:rPr lang="pl-PL" sz="2000"/>
              <a:t>)</a:t>
            </a:r>
          </a:p>
          <a:p>
            <a:endParaRPr lang="en-GB" sz="2000"/>
          </a:p>
          <a:p>
            <a:r>
              <a:rPr lang="en-GB" sz="2000" b="1"/>
              <a:t>Re-usable</a:t>
            </a:r>
            <a:r>
              <a:rPr lang="en-GB" sz="2000"/>
              <a:t>: </a:t>
            </a:r>
            <a:endParaRPr lang="pl-PL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data should be well-described so that they can be replicated and/or combined in different settings</a:t>
            </a:r>
            <a:endParaRPr lang="pl-PL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/>
              <a:t>conditions of</a:t>
            </a:r>
            <a:r>
              <a:rPr lang="en-GB" sz="2000"/>
              <a:t> </a:t>
            </a:r>
            <a:r>
              <a:rPr lang="pl-PL" sz="2000"/>
              <a:t>t</a:t>
            </a:r>
            <a:r>
              <a:rPr lang="en-GB" sz="2000"/>
              <a:t>he reuse should be stated with </a:t>
            </a:r>
            <a:r>
              <a:rPr lang="pl-PL" sz="2000"/>
              <a:t>a </a:t>
            </a:r>
            <a:r>
              <a:rPr lang="en-GB" sz="2000"/>
              <a:t>clear license</a:t>
            </a:r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2B2A0E25-962C-4ACB-0DA0-BD8C658A1D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821" y="1617883"/>
            <a:ext cx="914400" cy="914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1B0AAFF-A412-EE3F-D128-8DECBED4E229}"/>
              </a:ext>
            </a:extLst>
          </p:cNvPr>
          <p:cNvGrpSpPr/>
          <p:nvPr/>
        </p:nvGrpSpPr>
        <p:grpSpPr>
          <a:xfrm>
            <a:off x="702821" y="2852620"/>
            <a:ext cx="914400" cy="968345"/>
            <a:chOff x="8217000" y="2748710"/>
            <a:chExt cx="914400" cy="96834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0BA5DE-2636-997B-9CC2-5779DB51BCDC}"/>
                </a:ext>
              </a:extLst>
            </p:cNvPr>
            <p:cNvSpPr/>
            <p:nvPr/>
          </p:nvSpPr>
          <p:spPr>
            <a:xfrm>
              <a:off x="8473440" y="2748710"/>
              <a:ext cx="216000" cy="21547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Graphic 6" descr="Right pointing backhand index with solid fill">
              <a:extLst>
                <a:ext uri="{FF2B5EF4-FFF2-40B4-BE49-F238E27FC236}">
                  <a16:creationId xmlns:a16="http://schemas.microsoft.com/office/drawing/2014/main" id="{F8A296B8-7068-DDB4-C720-BCC1BCB7BB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217000" y="2802655"/>
              <a:ext cx="914400" cy="914400"/>
            </a:xfrm>
            <a:prstGeom prst="rect">
              <a:avLst/>
            </a:prstGeom>
          </p:spPr>
        </p:pic>
      </p:grpSp>
      <p:pic>
        <p:nvPicPr>
          <p:cNvPr id="12" name="Graphic 11" descr="Gears with solid fill">
            <a:extLst>
              <a:ext uri="{FF2B5EF4-FFF2-40B4-BE49-F238E27FC236}">
                <a16:creationId xmlns:a16="http://schemas.microsoft.com/office/drawing/2014/main" id="{ABE4435B-C735-1B85-5B37-5514262876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145" y="4056461"/>
            <a:ext cx="914400" cy="9144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4AD9E82-6181-32BD-8302-4BE237F25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20" y="5519878"/>
            <a:ext cx="776442" cy="752745"/>
          </a:xfrm>
          <a:prstGeom prst="rect">
            <a:avLst/>
          </a:prstGeom>
          <a:noFill/>
        </p:spPr>
      </p:pic>
      <p:grpSp>
        <p:nvGrpSpPr>
          <p:cNvPr id="3" name="Group 10">
            <a:extLst>
              <a:ext uri="{FF2B5EF4-FFF2-40B4-BE49-F238E27FC236}">
                <a16:creationId xmlns:a16="http://schemas.microsoft.com/office/drawing/2014/main" id="{0BB516D0-B69F-9427-E8A0-A54A41EB8361}"/>
              </a:ext>
            </a:extLst>
          </p:cNvPr>
          <p:cNvGrpSpPr/>
          <p:nvPr/>
        </p:nvGrpSpPr>
        <p:grpSpPr>
          <a:xfrm>
            <a:off x="11185560" y="72720"/>
            <a:ext cx="941040" cy="338400"/>
            <a:chOff x="11185560" y="72720"/>
            <a:chExt cx="941040" cy="338400"/>
          </a:xfrm>
        </p:grpSpPr>
        <p:grpSp>
          <p:nvGrpSpPr>
            <p:cNvPr id="4" name="Group 1">
              <a:extLst>
                <a:ext uri="{FF2B5EF4-FFF2-40B4-BE49-F238E27FC236}">
                  <a16:creationId xmlns:a16="http://schemas.microsoft.com/office/drawing/2014/main" id="{9C316CA7-F5B3-CE5E-A707-4134A39036FE}"/>
                </a:ext>
              </a:extLst>
            </p:cNvPr>
            <p:cNvGrpSpPr/>
            <p:nvPr/>
          </p:nvGrpSpPr>
          <p:grpSpPr>
            <a:xfrm>
              <a:off x="11185560" y="155880"/>
              <a:ext cx="255240" cy="255240"/>
              <a:chOff x="11185560" y="155880"/>
              <a:chExt cx="255240" cy="255240"/>
            </a:xfrm>
          </p:grpSpPr>
          <p:sp>
            <p:nvSpPr>
              <p:cNvPr id="13" name="Oval 3">
                <a:extLst>
                  <a:ext uri="{FF2B5EF4-FFF2-40B4-BE49-F238E27FC236}">
                    <a16:creationId xmlns:a16="http://schemas.microsoft.com/office/drawing/2014/main" id="{583C4004-AB8B-5429-E1E7-95AFE13A0A67}"/>
                  </a:ext>
                </a:extLst>
              </p:cNvPr>
              <p:cNvSpPr/>
              <p:nvPr/>
            </p:nvSpPr>
            <p:spPr>
              <a:xfrm>
                <a:off x="11185560" y="155880"/>
                <a:ext cx="255240" cy="255240"/>
              </a:xfrm>
              <a:prstGeom prst="ellipse">
                <a:avLst/>
              </a:prstGeom>
              <a:solidFill>
                <a:srgbClr val="1470C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4" name="Graphic 5" descr="Aspiration with solid fill">
                <a:extLst>
                  <a:ext uri="{FF2B5EF4-FFF2-40B4-BE49-F238E27FC236}">
                    <a16:creationId xmlns:a16="http://schemas.microsoft.com/office/drawing/2014/main" id="{98D383F5-8792-02D3-BE4D-4C2559F287B7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/>
            </p:blipFill>
            <p:spPr>
              <a:xfrm>
                <a:off x="11212920" y="183240"/>
                <a:ext cx="200520" cy="2005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39722DD6-8706-229E-2FA2-317B070A5745}"/>
                </a:ext>
              </a:extLst>
            </p:cNvPr>
            <p:cNvSpPr/>
            <p:nvPr/>
          </p:nvSpPr>
          <p:spPr>
            <a:xfrm flipV="1">
              <a:off x="11487600" y="392760"/>
              <a:ext cx="577800" cy="17640"/>
            </a:xfrm>
            <a:prstGeom prst="rect">
              <a:avLst/>
            </a:prstGeom>
            <a:solidFill>
              <a:srgbClr val="1470C0"/>
            </a:solidFill>
            <a:ln>
              <a:solidFill>
                <a:srgbClr val="14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AE33AFF0-127F-4FD5-38A5-B5BA0C89F9D5}"/>
                </a:ext>
              </a:extLst>
            </p:cNvPr>
            <p:cNvSpPr/>
            <p:nvPr/>
          </p:nvSpPr>
          <p:spPr>
            <a:xfrm>
              <a:off x="11425680" y="72720"/>
              <a:ext cx="700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framework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425C098-E32B-D482-6753-200498FF7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FE92-9990-4094-B7B2-01514614F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80" y="220260"/>
            <a:ext cx="10515240" cy="1325160"/>
          </a:xfrm>
        </p:spPr>
        <p:txBody>
          <a:bodyPr/>
          <a:lstStyle/>
          <a:p>
            <a:r>
              <a:rPr lang="en-GB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can you achieve FAIR data?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668814-75A3-C899-B0DC-58514B70D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843" y="1912433"/>
            <a:ext cx="776442" cy="75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94E305-51B1-2BA1-4D7C-6818DBB16C23}"/>
              </a:ext>
            </a:extLst>
          </p:cNvPr>
          <p:cNvSpPr txBox="1"/>
          <p:nvPr/>
        </p:nvSpPr>
        <p:spPr>
          <a:xfrm>
            <a:off x="4014755" y="1721825"/>
            <a:ext cx="634167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GB" sz="5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eusability </a:t>
            </a:r>
          </a:p>
          <a:p>
            <a:endParaRPr lang="en-GB" sz="5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6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GB" sz="5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nteroperability</a:t>
            </a:r>
          </a:p>
        </p:txBody>
      </p:sp>
      <p:pic>
        <p:nvPicPr>
          <p:cNvPr id="6" name="Graphic 5" descr="Gears with solid fill">
            <a:extLst>
              <a:ext uri="{FF2B5EF4-FFF2-40B4-BE49-F238E27FC236}">
                <a16:creationId xmlns:a16="http://schemas.microsoft.com/office/drawing/2014/main" id="{A45D5EF3-B062-441A-261E-5FCEE1E7B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1941" y="3429000"/>
            <a:ext cx="1062814" cy="1062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E6D1D4-BCBB-D61F-C54C-6AB17823C933}"/>
              </a:ext>
            </a:extLst>
          </p:cNvPr>
          <p:cNvSpPr txBox="1"/>
          <p:nvPr/>
        </p:nvSpPr>
        <p:spPr>
          <a:xfrm>
            <a:off x="1928456" y="5393029"/>
            <a:ext cx="893072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GB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Well-described, organised, and standardised datasets</a:t>
            </a:r>
            <a:endParaRPr lang="en-GB" sz="2800"/>
          </a:p>
        </p:txBody>
      </p:sp>
      <p:pic>
        <p:nvPicPr>
          <p:cNvPr id="8" name="Picture 7" descr="90,300+ Aim Icon Illustrations - iStock">
            <a:extLst>
              <a:ext uri="{FF2B5EF4-FFF2-40B4-BE49-F238E27FC236}">
                <a16:creationId xmlns:a16="http://schemas.microsoft.com/office/drawing/2014/main" id="{7E1F47D0-B1C7-5EDA-93D1-4036451931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9997" y="5004769"/>
            <a:ext cx="1265637" cy="1265637"/>
          </a:xfrm>
          <a:prstGeom prst="rect">
            <a:avLst/>
          </a:prstGeom>
        </p:spPr>
      </p:pic>
      <p:grpSp>
        <p:nvGrpSpPr>
          <p:cNvPr id="5" name="Group 10">
            <a:extLst>
              <a:ext uri="{FF2B5EF4-FFF2-40B4-BE49-F238E27FC236}">
                <a16:creationId xmlns:a16="http://schemas.microsoft.com/office/drawing/2014/main" id="{C3D618FC-7DD3-3EA9-18FE-E019E6BEBDE9}"/>
              </a:ext>
            </a:extLst>
          </p:cNvPr>
          <p:cNvGrpSpPr/>
          <p:nvPr/>
        </p:nvGrpSpPr>
        <p:grpSpPr>
          <a:xfrm>
            <a:off x="11185560" y="72720"/>
            <a:ext cx="941040" cy="338400"/>
            <a:chOff x="11185560" y="72720"/>
            <a:chExt cx="941040" cy="338400"/>
          </a:xfrm>
        </p:grpSpPr>
        <p:grpSp>
          <p:nvGrpSpPr>
            <p:cNvPr id="7" name="Group 1">
              <a:extLst>
                <a:ext uri="{FF2B5EF4-FFF2-40B4-BE49-F238E27FC236}">
                  <a16:creationId xmlns:a16="http://schemas.microsoft.com/office/drawing/2014/main" id="{02F9E08A-DC58-43DF-ACB9-50D78BBACB6F}"/>
                </a:ext>
              </a:extLst>
            </p:cNvPr>
            <p:cNvGrpSpPr/>
            <p:nvPr/>
          </p:nvGrpSpPr>
          <p:grpSpPr>
            <a:xfrm>
              <a:off x="11185560" y="155880"/>
              <a:ext cx="255240" cy="255240"/>
              <a:chOff x="11185560" y="155880"/>
              <a:chExt cx="255240" cy="255240"/>
            </a:xfrm>
          </p:grpSpPr>
          <p:sp>
            <p:nvSpPr>
              <p:cNvPr id="11" name="Oval 3">
                <a:extLst>
                  <a:ext uri="{FF2B5EF4-FFF2-40B4-BE49-F238E27FC236}">
                    <a16:creationId xmlns:a16="http://schemas.microsoft.com/office/drawing/2014/main" id="{28243BEC-2159-644D-BDFA-4B8E1A7B3BAB}"/>
                  </a:ext>
                </a:extLst>
              </p:cNvPr>
              <p:cNvSpPr/>
              <p:nvPr/>
            </p:nvSpPr>
            <p:spPr>
              <a:xfrm>
                <a:off x="11185560" y="155880"/>
                <a:ext cx="255240" cy="255240"/>
              </a:xfrm>
              <a:prstGeom prst="ellipse">
                <a:avLst/>
              </a:prstGeom>
              <a:solidFill>
                <a:srgbClr val="1470C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2" name="Graphic 5" descr="Aspiration with solid fill">
                <a:extLst>
                  <a:ext uri="{FF2B5EF4-FFF2-40B4-BE49-F238E27FC236}">
                    <a16:creationId xmlns:a16="http://schemas.microsoft.com/office/drawing/2014/main" id="{B48F580F-165F-CA7B-6EE0-BF0A04BCEFDC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/>
            </p:blipFill>
            <p:spPr>
              <a:xfrm>
                <a:off x="11212920" y="183240"/>
                <a:ext cx="200520" cy="2005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8C673D0D-6858-1017-74CE-028D5889C3F8}"/>
                </a:ext>
              </a:extLst>
            </p:cNvPr>
            <p:cNvSpPr/>
            <p:nvPr/>
          </p:nvSpPr>
          <p:spPr>
            <a:xfrm flipV="1">
              <a:off x="11487600" y="392760"/>
              <a:ext cx="577800" cy="17640"/>
            </a:xfrm>
            <a:prstGeom prst="rect">
              <a:avLst/>
            </a:prstGeom>
            <a:solidFill>
              <a:srgbClr val="1470C0"/>
            </a:solidFill>
            <a:ln>
              <a:solidFill>
                <a:srgbClr val="14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9C583C06-B354-4E9F-AA73-D97A830A6444}"/>
                </a:ext>
              </a:extLst>
            </p:cNvPr>
            <p:cNvSpPr/>
            <p:nvPr/>
          </p:nvSpPr>
          <p:spPr>
            <a:xfrm>
              <a:off x="11425680" y="72720"/>
              <a:ext cx="700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8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framework</a:t>
              </a:r>
              <a:endParaRPr lang="en-US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FA5E192-790A-444D-39E1-DDF502F2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40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3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ubTitle"/>
          </p:nvPr>
        </p:nvSpPr>
        <p:spPr>
          <a:xfrm>
            <a:off x="1097760" y="3125443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1001"/>
              </a:spcBef>
              <a:tabLst>
                <a:tab pos="0" algn="l"/>
              </a:tabLst>
            </a:pPr>
            <a:r>
              <a:rPr lang="en-US" sz="2200" spc="-1">
                <a:solidFill>
                  <a:srgbClr val="000000"/>
                </a:solidFill>
                <a:latin typeface="Tahoma"/>
                <a:ea typeface="Tahoma"/>
              </a:rPr>
              <a:t>Making </a:t>
            </a:r>
            <a:r>
              <a:rPr lang="en-US" sz="2200" b="1" spc="-1">
                <a:solidFill>
                  <a:srgbClr val="000000"/>
                </a:solidFill>
                <a:latin typeface="Tahoma"/>
                <a:ea typeface="Tahoma"/>
              </a:rPr>
              <a:t>I</a:t>
            </a:r>
            <a:r>
              <a:rPr lang="en-US" sz="2200" b="0" strike="noStrike" spc="-1">
                <a:solidFill>
                  <a:srgbClr val="000000"/>
                </a:solidFill>
                <a:latin typeface="Tahoma"/>
                <a:ea typeface="Tahoma"/>
              </a:rPr>
              <a:t>nteroperable and </a:t>
            </a:r>
            <a:r>
              <a:rPr lang="en-US" sz="2200" b="1" strike="noStrike" spc="-1">
                <a:solidFill>
                  <a:srgbClr val="000000"/>
                </a:solidFill>
                <a:latin typeface="Tahoma"/>
                <a:ea typeface="Tahoma"/>
              </a:rPr>
              <a:t>R</a:t>
            </a:r>
            <a:r>
              <a:rPr lang="en-US" sz="2200" b="0" strike="noStrike" spc="-1">
                <a:solidFill>
                  <a:srgbClr val="000000"/>
                </a:solidFill>
                <a:latin typeface="Tahoma"/>
                <a:ea typeface="Tahoma"/>
              </a:rPr>
              <a:t>eusable</a:t>
            </a:r>
            <a:r>
              <a:rPr lang="en-US" sz="2200" spc="-1">
                <a:solidFill>
                  <a:srgbClr val="000000"/>
                </a:solidFill>
                <a:latin typeface="Tahoma"/>
                <a:ea typeface="Tahoma"/>
              </a:rPr>
              <a:t> and</a:t>
            </a:r>
            <a:r>
              <a:rPr lang="en-US" sz="2200" b="0" strike="noStrike" spc="-1">
                <a:solidFill>
                  <a:srgbClr val="000000"/>
                </a:solidFill>
                <a:latin typeface="Tahoma"/>
                <a:ea typeface="Tahoma"/>
              </a:rPr>
              <a:t> dat</a:t>
            </a:r>
            <a:r>
              <a:rPr lang="en-US" sz="2200" spc="-1">
                <a:solidFill>
                  <a:srgbClr val="000000"/>
                </a:solidFill>
                <a:latin typeface="Tahoma"/>
                <a:ea typeface="Tahoma"/>
              </a:rPr>
              <a:t>a records</a:t>
            </a:r>
            <a:endParaRPr lang="en-US" sz="2200" b="0" strike="noStrike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39" name="TextBox 5"/>
          <p:cNvSpPr/>
          <p:nvPr/>
        </p:nvSpPr>
        <p:spPr>
          <a:xfrm>
            <a:off x="675360" y="4789342"/>
            <a:ext cx="6449340" cy="9233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1800" b="0" u="sng" strike="noStrike" spc="-1">
                <a:solidFill>
                  <a:srgbClr val="0563C1"/>
                </a:solidFill>
                <a:uFillTx/>
                <a:latin typeface="Tahoma"/>
                <a:ea typeface="Tahoma"/>
                <a:hlinkClick r:id="rId3" action="ppaction://hlinksldjump"/>
              </a:rPr>
              <a:t>Metadata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  <a:ea typeface="Tahoma"/>
              </a:rPr>
              <a:t>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1800" b="0" u="sng" strike="noStrike" spc="-1">
                <a:solidFill>
                  <a:srgbClr val="0563C1"/>
                </a:solidFill>
                <a:uFillTx/>
                <a:latin typeface="Tahoma"/>
                <a:ea typeface="Tahoma"/>
                <a:hlinkClick r:id="rId4" action="ppaction://hlinksldjump"/>
              </a:rPr>
              <a:t>File Naming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1800" b="0" u="sng" strike="noStrike" spc="-1">
                <a:solidFill>
                  <a:srgbClr val="0563C1"/>
                </a:solidFill>
                <a:uFillTx/>
                <a:latin typeface="Tahoma"/>
                <a:ea typeface="Tahoma"/>
                <a:hlinkClick r:id="rId5" action="ppaction://hlinksldjump"/>
              </a:rPr>
              <a:t>Data Structure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ectangle 1"/>
          <p:cNvSpPr/>
          <p:nvPr/>
        </p:nvSpPr>
        <p:spPr>
          <a:xfrm>
            <a:off x="2345760" y="3296880"/>
            <a:ext cx="9086400" cy="45360"/>
          </a:xfrm>
          <a:prstGeom prst="rect">
            <a:avLst/>
          </a:prstGeom>
          <a:solidFill>
            <a:srgbClr val="6420A6"/>
          </a:solidFill>
          <a:ln>
            <a:solidFill>
              <a:srgbClr val="6420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ahoma"/>
              <a:ea typeface="Tahoma"/>
            </a:endParaRPr>
          </a:p>
        </p:txBody>
      </p:sp>
      <p:sp>
        <p:nvSpPr>
          <p:cNvPr id="241" name="TextBox 6"/>
          <p:cNvSpPr/>
          <p:nvPr/>
        </p:nvSpPr>
        <p:spPr>
          <a:xfrm>
            <a:off x="2279880" y="2378160"/>
            <a:ext cx="977544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400" b="0" strike="noStrike" spc="-1">
                <a:solidFill>
                  <a:schemeClr val="dk1"/>
                </a:solidFill>
                <a:latin typeface="Tahoma"/>
                <a:ea typeface="Tahoma"/>
              </a:rPr>
              <a:t>Collecting FAIR data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Oval 2"/>
          <p:cNvSpPr/>
          <p:nvPr/>
        </p:nvSpPr>
        <p:spPr>
          <a:xfrm>
            <a:off x="364947" y="2005098"/>
            <a:ext cx="1799640" cy="1799640"/>
          </a:xfrm>
          <a:prstGeom prst="ellipse">
            <a:avLst/>
          </a:prstGeom>
          <a:solidFill>
            <a:srgbClr val="6420A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ahoma"/>
              <a:ea typeface="Tahom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0C417E-C229-3B97-57EC-8FD8CDC2537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5360" y="2293620"/>
            <a:ext cx="611298" cy="611298"/>
          </a:xfrm>
          <a:prstGeom prst="rect">
            <a:avLst/>
          </a:prstGeom>
        </p:spPr>
      </p:pic>
      <p:pic>
        <p:nvPicPr>
          <p:cNvPr id="4" name="Graphic 3" descr="Gears with solid fill">
            <a:extLst>
              <a:ext uri="{FF2B5EF4-FFF2-40B4-BE49-F238E27FC236}">
                <a16:creationId xmlns:a16="http://schemas.microsoft.com/office/drawing/2014/main" id="{19F933B5-A374-0756-E906-9B3E74158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4669" y="2628669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3FF">
            <a:alpha val="5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1"/>
          <p:cNvSpPr/>
          <p:nvPr/>
        </p:nvSpPr>
        <p:spPr>
          <a:xfrm>
            <a:off x="3256920" y="2690280"/>
            <a:ext cx="567828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0" b="1" strike="noStrike" spc="-1">
                <a:solidFill>
                  <a:srgbClr val="6420A6"/>
                </a:solidFill>
                <a:latin typeface="Tahoma"/>
                <a:ea typeface="Tahoma"/>
              </a:rPr>
              <a:t>Metadata</a:t>
            </a:r>
            <a:endParaRPr lang="en-US" sz="9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4A09D0-4BEB-0125-01C5-EFE539C58976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246" name="Group 2"/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247" name="Oval 3"/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248" name="Graphic 4" descr="Research with solid fill"/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49" name="TextBox 5"/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" name="Rectangle 6"/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3"/>
          <p:cNvSpPr/>
          <p:nvPr/>
        </p:nvSpPr>
        <p:spPr>
          <a:xfrm>
            <a:off x="447840" y="1445400"/>
            <a:ext cx="1054836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Metadata is the data about data!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Description/information of the data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4"/>
          <p:cNvSpPr/>
          <p:nvPr/>
        </p:nvSpPr>
        <p:spPr>
          <a:xfrm>
            <a:off x="821880" y="3164400"/>
            <a:ext cx="5065920" cy="943560"/>
          </a:xfrm>
          <a:prstGeom prst="rect">
            <a:avLst/>
          </a:prstGeom>
          <a:solidFill>
            <a:srgbClr val="E2E3FF"/>
          </a:solidFill>
          <a:ln>
            <a:noFill/>
          </a:ln>
          <a:effectLst>
            <a:glow rad="63360">
              <a:srgbClr val="319DFF">
                <a:alpha val="40000"/>
              </a:srgbClr>
            </a:glo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0" strike="noStrike" spc="-1">
                <a:solidFill>
                  <a:srgbClr val="6420A6"/>
                </a:solidFill>
                <a:latin typeface="Tahoma"/>
                <a:ea typeface="Tahoma"/>
              </a:rPr>
              <a:t>The data has little or no meaning without metadata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6"/>
          <p:cNvSpPr/>
          <p:nvPr/>
        </p:nvSpPr>
        <p:spPr>
          <a:xfrm>
            <a:off x="366840" y="4682880"/>
            <a:ext cx="820980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It should be continuously added to your research data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(not just at the beginning or end of a project!)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Metadata plays a significant role in making your data </a:t>
            </a:r>
            <a:r>
              <a:rPr lang="en-GB" sz="2000" b="1" strike="noStrike" spc="-1">
                <a:solidFill>
                  <a:schemeClr val="dk1"/>
                </a:solidFill>
                <a:latin typeface="Tahoma"/>
                <a:ea typeface="Tahoma"/>
              </a:rPr>
              <a:t>FAIR.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Picture 5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5820" r="7115"/>
          <a:stretch/>
        </p:blipFill>
        <p:spPr>
          <a:xfrm>
            <a:off x="7296120" y="1500840"/>
            <a:ext cx="4624200" cy="3710160"/>
          </a:xfrm>
          <a:prstGeom prst="rect">
            <a:avLst/>
          </a:prstGeom>
          <a:ln w="88900" cap="sq">
            <a:solidFill>
              <a:srgbClr val="FFFFFF"/>
            </a:solidFill>
            <a:miter/>
          </a:ln>
          <a:effectLst>
            <a:outerShdw blurRad="5508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5" name="Rectangle 7"/>
          <p:cNvSpPr/>
          <p:nvPr/>
        </p:nvSpPr>
        <p:spPr>
          <a:xfrm>
            <a:off x="9926280" y="1776960"/>
            <a:ext cx="156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1" strike="noStrike" spc="-1">
                <a:ln>
                  <a:solidFill>
                    <a:schemeClr val="accent5"/>
                  </a:solidFill>
                </a:ln>
                <a:solidFill>
                  <a:srgbClr val="FFFFFF"/>
                </a:solidFill>
                <a:latin typeface="Tahoma"/>
                <a:ea typeface="Tahoma"/>
              </a:rPr>
              <a:t>DATA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ectangle 10"/>
          <p:cNvSpPr/>
          <p:nvPr/>
        </p:nvSpPr>
        <p:spPr>
          <a:xfrm>
            <a:off x="8965080" y="4434840"/>
            <a:ext cx="295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1" strike="noStrike" spc="-1">
                <a:ln>
                  <a:solidFill>
                    <a:schemeClr val="accent5"/>
                  </a:solidFill>
                </a:ln>
                <a:solidFill>
                  <a:srgbClr val="FFFFFF"/>
                </a:solidFill>
                <a:latin typeface="Tahoma"/>
                <a:ea typeface="Tahoma"/>
              </a:rPr>
              <a:t>METADATA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ectangle 2"/>
          <p:cNvSpPr/>
          <p:nvPr/>
        </p:nvSpPr>
        <p:spPr>
          <a:xfrm>
            <a:off x="8784720" y="5344560"/>
            <a:ext cx="42300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050" b="0" strike="noStrike" spc="-1">
                <a:solidFill>
                  <a:schemeClr val="lt2">
                    <a:lumMod val="50000"/>
                  </a:schemeClr>
                </a:solidFill>
                <a:latin typeface="Tahoma"/>
                <a:ea typeface="Tahoma"/>
              </a:rPr>
              <a:t>“Iceberg image designed by pikisuperstar / Freepik"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11"/>
          <p:cNvSpPr/>
          <p:nvPr/>
        </p:nvSpPr>
        <p:spPr>
          <a:xfrm>
            <a:off x="270720" y="350280"/>
            <a:ext cx="6572160" cy="85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000" b="1" strike="noStrike" spc="-1">
                <a:solidFill>
                  <a:srgbClr val="7030A0"/>
                </a:solidFill>
                <a:latin typeface="Tahoma"/>
                <a:ea typeface="Tahoma"/>
              </a:rPr>
              <a:t>What is metadata?</a:t>
            </a:r>
            <a:endParaRPr lang="en-US" sz="5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149D4D-8166-C4D3-0923-A6891C0C864C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8A0D7FA-881F-B185-752D-0B527BEC9379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87806A8E-38B9-8D22-B50B-6161631F4D9B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" descr="Research with solid fill">
                <a:extLst>
                  <a:ext uri="{FF2B5EF4-FFF2-40B4-BE49-F238E27FC236}">
                    <a16:creationId xmlns:a16="http://schemas.microsoft.com/office/drawing/2014/main" id="{ECE4975F-0CCF-4FBE-28D2-A66CA9E578AC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918837CA-A126-F8F9-0B57-87D47AF06B61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2574A457-3D61-0B96-702F-08936909ACFD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10"/>
          <p:cNvSpPr/>
          <p:nvPr/>
        </p:nvSpPr>
        <p:spPr>
          <a:xfrm>
            <a:off x="9281520" y="6211800"/>
            <a:ext cx="25725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200" b="0" i="1" strike="noStrike" spc="-1">
                <a:solidFill>
                  <a:srgbClr val="6420A6"/>
                </a:solidFill>
                <a:latin typeface="Tahoma"/>
                <a:ea typeface="Tahoma"/>
              </a:rPr>
              <a:t>Figure credits: María Eugenia Goya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5" name="Picture 2" descr="A picture containing invertebrate, worm, green&#10;&#10;Description automatically generated"/>
          <p:cNvPicPr/>
          <p:nvPr/>
        </p:nvPicPr>
        <p:blipFill>
          <a:blip r:embed="rId3"/>
          <a:stretch/>
        </p:blipFill>
        <p:spPr>
          <a:xfrm>
            <a:off x="4855680" y="931320"/>
            <a:ext cx="6930360" cy="5280120"/>
          </a:xfrm>
          <a:prstGeom prst="rect">
            <a:avLst/>
          </a:prstGeom>
          <a:ln w="0">
            <a:noFill/>
          </a:ln>
        </p:spPr>
      </p:pic>
      <p:sp>
        <p:nvSpPr>
          <p:cNvPr id="266" name="TextBox 3"/>
          <p:cNvSpPr/>
          <p:nvPr/>
        </p:nvSpPr>
        <p:spPr>
          <a:xfrm>
            <a:off x="387454" y="1109720"/>
            <a:ext cx="4064285" cy="12003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2400" b="1" strike="noStrike" spc="-1">
                <a:solidFill>
                  <a:srgbClr val="6420A6"/>
                </a:solidFill>
                <a:latin typeface="Tahoma"/>
                <a:ea typeface="Tahoma"/>
              </a:rPr>
              <a:t>What information </a:t>
            </a:r>
            <a:r>
              <a:rPr lang="pl-PL" sz="2400" b="1" strike="noStrike" spc="-1">
                <a:solidFill>
                  <a:srgbClr val="6420A6"/>
                </a:solidFill>
                <a:latin typeface="Tahoma"/>
                <a:ea typeface="Tahoma"/>
              </a:rPr>
              <a:t>would you need to re-use this data?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D6CD23-1B1C-533C-B9B0-9A86B21225A2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62AC225-FEBA-A8FE-C376-C0315B45C8F0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CEC11D41-CCD8-0056-7178-BA1AF7F16C71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" descr="Research with solid fill">
                <a:extLst>
                  <a:ext uri="{FF2B5EF4-FFF2-40B4-BE49-F238E27FC236}">
                    <a16:creationId xmlns:a16="http://schemas.microsoft.com/office/drawing/2014/main" id="{59DF07AB-5869-87C1-92EF-9B2CEB36710B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07BE3A52-3FCF-8588-4103-DBAC94556337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221F053A-ED15-C45E-ED6E-33480101E6F1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pic>
        <p:nvPicPr>
          <p:cNvPr id="10" name="Picture 9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6CDBBB81-68EA-2E22-F2A4-3661244C2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322" y="2735705"/>
            <a:ext cx="2481684" cy="2435901"/>
          </a:xfrm>
          <a:prstGeom prst="rect">
            <a:avLst/>
          </a:prstGeom>
        </p:spPr>
      </p:pic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53D7B143-3E96-D817-8932-4966C257D2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9346" y="5387088"/>
            <a:ext cx="2169202" cy="8035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TextBox 6"/>
          <p:cNvSpPr/>
          <p:nvPr/>
        </p:nvSpPr>
        <p:spPr>
          <a:xfrm>
            <a:off x="2096280" y="1878234"/>
            <a:ext cx="7694640" cy="4602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2D12C"/>
            </a:solidFill>
          </a:ln>
          <a:effectLst>
            <a:glow rad="101520">
              <a:srgbClr val="319DFF">
                <a:alpha val="40000"/>
              </a:srgbClr>
            </a:glow>
            <a:softEdge rad="126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/>
        </p:style>
        <p:txBody>
          <a:bodyPr lIns="90000" tIns="45000" rIns="90000" bIns="45000" anchor="ctr" anchorCtr="0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strike="noStrike" spc="-1">
                <a:solidFill>
                  <a:srgbClr val="0070C0"/>
                </a:solidFill>
                <a:latin typeface="Tahoma"/>
                <a:ea typeface="Tahoma"/>
              </a:rPr>
              <a:t>Think as a consumer</a:t>
            </a:r>
            <a:r>
              <a:rPr lang="en-US" sz="2400" b="0" strike="noStrike" spc="-1">
                <a:solidFill>
                  <a:srgbClr val="0070C0"/>
                </a:solidFill>
                <a:latin typeface="Tahoma"/>
                <a:ea typeface="Tahoma"/>
              </a:rPr>
              <a:t> of your data, not the producer!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Box 8"/>
          <p:cNvSpPr/>
          <p:nvPr/>
        </p:nvSpPr>
        <p:spPr>
          <a:xfrm>
            <a:off x="973800" y="2640240"/>
            <a:ext cx="10244520" cy="32658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What information would another researcher need to understand or reproduce your data?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24790" indent="-22479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spc="-1">
                <a:solidFill>
                  <a:schemeClr val="dk1"/>
                </a:solidFill>
                <a:latin typeface="Tahoma"/>
                <a:ea typeface="Tahoma"/>
              </a:rPr>
              <a:t> </a:t>
            </a: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Name of data creator/ Title</a:t>
            </a:r>
            <a:endParaRPr lang="en-US" sz="2000" b="0" strike="noStrike" spc="-1">
              <a:solidFill>
                <a:schemeClr val="dk1"/>
              </a:solidFill>
              <a:latin typeface="Arial"/>
              <a:cs typeface="Arial"/>
            </a:endParaRPr>
          </a:p>
          <a:p>
            <a:pPr indent="-22479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  Project purpose and experimental hypothesis</a:t>
            </a:r>
            <a:endParaRPr lang="en-US" sz="20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indent="-22479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  Biological material, context, details on data acquisition, experimental conditions, etc.</a:t>
            </a:r>
            <a:endParaRPr lang="en-US" sz="20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defTabSz="914400">
              <a:lnSpc>
                <a:spcPct val="150000"/>
              </a:lnSpc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GB" sz="2000" b="0" strike="noStrike" spc="-1">
                <a:solidFill>
                  <a:srgbClr val="7030A0"/>
                </a:solidFill>
                <a:latin typeface="Tahoma"/>
                <a:ea typeface="Tahoma"/>
              </a:rPr>
              <a:t>+ Other datasets and publications associated with this image/ dataset (DOIs, links, etc). </a:t>
            </a:r>
            <a:endParaRPr lang="en-US" sz="2000" b="0" strike="noStrike" spc="-1">
              <a:solidFill>
                <a:srgbClr val="7030A0"/>
              </a:solidFill>
              <a:latin typeface="Arial"/>
              <a:cs typeface="Arial"/>
            </a:endParaRPr>
          </a:p>
        </p:txBody>
      </p:sp>
      <p:sp>
        <p:nvSpPr>
          <p:cNvPr id="599" name="Title 1"/>
          <p:cNvSpPr/>
          <p:nvPr/>
        </p:nvSpPr>
        <p:spPr>
          <a:xfrm>
            <a:off x="420480" y="25128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4400" b="1" strike="noStrike" spc="-1">
                <a:solidFill>
                  <a:srgbClr val="7030A0"/>
                </a:solidFill>
                <a:latin typeface="Tahoma"/>
                <a:ea typeface="Tahoma"/>
              </a:rPr>
              <a:t>Metadata</a:t>
            </a:r>
            <a:endParaRPr lang="en-US" sz="4400" b="0" strike="noStrike" spc="-1">
              <a:solidFill>
                <a:srgbClr val="7030A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2950F0-05B6-1E8B-7D2F-6C989B0934B3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857382A-252F-60E2-C062-276BE1410750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8FC2AEC7-4BA8-C39D-CD62-97E2EAB748FD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" descr="Research with solid fill">
                <a:extLst>
                  <a:ext uri="{FF2B5EF4-FFF2-40B4-BE49-F238E27FC236}">
                    <a16:creationId xmlns:a16="http://schemas.microsoft.com/office/drawing/2014/main" id="{A24A1CC0-03BE-2D07-4223-5B625B6623F6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DE8C9375-60B3-EA87-B046-217360772007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EB1934D3-1D88-59C2-7A72-2BCA948DF518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C1143F-4B39-026C-6D2B-0D1A3B4642E1}"/>
              </a:ext>
            </a:extLst>
          </p:cNvPr>
          <p:cNvSpPr>
            <a:spLocks noGrp="1"/>
          </p:cNvSpPr>
          <p:nvPr>
            <p:ph type="sldNum" idx="63"/>
          </p:nvPr>
        </p:nvSpPr>
        <p:spPr/>
        <p:txBody>
          <a:bodyPr/>
          <a:lstStyle/>
          <a:p>
            <a:fld id="{52FFD4C1-B1C6-4F8E-AE2A-AFD930076E3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287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Picture 8"/>
          <p:cNvPicPr/>
          <p:nvPr/>
        </p:nvPicPr>
        <p:blipFill>
          <a:blip r:embed="rId3"/>
          <a:srcRect t="13712" r="52754" b="1648"/>
          <a:stretch/>
        </p:blipFill>
        <p:spPr>
          <a:xfrm>
            <a:off x="4518360" y="1078920"/>
            <a:ext cx="5555880" cy="54579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607" name="Right Arrow 1"/>
          <p:cNvSpPr/>
          <p:nvPr/>
        </p:nvSpPr>
        <p:spPr>
          <a:xfrm rot="7836000">
            <a:off x="5041800" y="5707800"/>
            <a:ext cx="97812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4" name="Title 1"/>
          <p:cNvSpPr/>
          <p:nvPr/>
        </p:nvSpPr>
        <p:spPr>
          <a:xfrm>
            <a:off x="420480" y="25128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4400" b="1" strike="noStrike" spc="-1">
                <a:solidFill>
                  <a:srgbClr val="7030A0"/>
                </a:solidFill>
                <a:latin typeface="Tahoma"/>
                <a:ea typeface="Tahoma"/>
              </a:rPr>
              <a:t>Metadata</a:t>
            </a:r>
            <a:endParaRPr lang="en-US" sz="4400" b="0" strike="noStrike" spc="-1">
              <a:solidFill>
                <a:srgbClr val="7030A0"/>
              </a:solidFill>
              <a:latin typeface="Arial"/>
            </a:endParaRPr>
          </a:p>
        </p:txBody>
      </p:sp>
      <p:sp>
        <p:nvSpPr>
          <p:cNvPr id="615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16" name="Picture 16" descr="A green square with a white x on it&#10;&#10;AI-generated content may be incorrect."/>
          <p:cNvPicPr/>
          <p:nvPr/>
        </p:nvPicPr>
        <p:blipFill>
          <a:blip r:embed="rId4"/>
          <a:stretch/>
        </p:blipFill>
        <p:spPr>
          <a:xfrm>
            <a:off x="680760" y="5689080"/>
            <a:ext cx="848520" cy="789840"/>
          </a:xfrm>
          <a:prstGeom prst="rect">
            <a:avLst/>
          </a:prstGeom>
          <a:ln w="0">
            <a:noFill/>
          </a:ln>
        </p:spPr>
      </p:pic>
      <p:sp>
        <p:nvSpPr>
          <p:cNvPr id="617" name="TextBox 17"/>
          <p:cNvSpPr/>
          <p:nvPr/>
        </p:nvSpPr>
        <p:spPr>
          <a:xfrm>
            <a:off x="1597680" y="6109920"/>
            <a:ext cx="2066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Tahoma"/>
                <a:ea typeface="Tahoma"/>
              </a:rPr>
              <a:t>Metadata in Excel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C7DCA8-B2C7-954E-5AB7-BE0D65F3D5A7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60BFE9-BAEB-AEF2-4500-CDC0563C4B75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8D3CCA04-8A8D-ABE5-2395-C0900868304D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" descr="Research with solid fill">
                <a:extLst>
                  <a:ext uri="{FF2B5EF4-FFF2-40B4-BE49-F238E27FC236}">
                    <a16:creationId xmlns:a16="http://schemas.microsoft.com/office/drawing/2014/main" id="{DD2EF135-33EB-4FA7-731F-601D220041E7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C1347630-02BB-725F-6B62-0D0390AE0F88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5CFED4D6-5A58-80E2-3E8E-1E203B155120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E050CD-B8B3-278C-45D7-7C3A52444EAD}"/>
              </a:ext>
            </a:extLst>
          </p:cNvPr>
          <p:cNvSpPr>
            <a:spLocks noGrp="1"/>
          </p:cNvSpPr>
          <p:nvPr>
            <p:ph type="sldNum" idx="63"/>
          </p:nvPr>
        </p:nvSpPr>
        <p:spPr/>
        <p:txBody>
          <a:bodyPr/>
          <a:lstStyle/>
          <a:p>
            <a:fld id="{52FFD4C1-B1C6-4F8E-AE2A-AFD930076E3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20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Picture 7"/>
          <p:cNvPicPr/>
          <p:nvPr/>
        </p:nvPicPr>
        <p:blipFill>
          <a:blip r:embed="rId2"/>
          <a:srcRect l="13602" t="27323" r="46457"/>
          <a:stretch/>
        </p:blipFill>
        <p:spPr>
          <a:xfrm>
            <a:off x="4381560" y="1493280"/>
            <a:ext cx="6444000" cy="5364360"/>
          </a:xfrm>
          <a:prstGeom prst="rect">
            <a:avLst/>
          </a:prstGeom>
          <a:ln w="0">
            <a:noFill/>
          </a:ln>
        </p:spPr>
      </p:pic>
      <p:pic>
        <p:nvPicPr>
          <p:cNvPr id="625" name="Picture 2" descr="Txt file - Free computer icons"/>
          <p:cNvPicPr/>
          <p:nvPr/>
        </p:nvPicPr>
        <p:blipFill>
          <a:blip r:embed="rId3"/>
          <a:stretch/>
        </p:blipFill>
        <p:spPr>
          <a:xfrm>
            <a:off x="513360" y="5250960"/>
            <a:ext cx="1126800" cy="1126800"/>
          </a:xfrm>
          <a:prstGeom prst="rect">
            <a:avLst/>
          </a:prstGeom>
          <a:ln w="0">
            <a:noFill/>
          </a:ln>
        </p:spPr>
      </p:pic>
      <p:sp>
        <p:nvSpPr>
          <p:cNvPr id="626" name="TextBox 11"/>
          <p:cNvSpPr/>
          <p:nvPr/>
        </p:nvSpPr>
        <p:spPr>
          <a:xfrm>
            <a:off x="1640520" y="5731920"/>
            <a:ext cx="21373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Tahoma"/>
                <a:ea typeface="Tahoma"/>
              </a:rPr>
              <a:t>Metadata in README files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itle 1"/>
          <p:cNvSpPr/>
          <p:nvPr/>
        </p:nvSpPr>
        <p:spPr>
          <a:xfrm>
            <a:off x="420480" y="25128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4400" b="1" strike="noStrike" spc="-1">
                <a:solidFill>
                  <a:srgbClr val="7030A0"/>
                </a:solidFill>
                <a:latin typeface="Tahoma"/>
                <a:ea typeface="Tahoma"/>
              </a:rPr>
              <a:t>Metadata</a:t>
            </a:r>
            <a:endParaRPr lang="en-US" sz="4400" b="0" strike="noStrike" spc="-1">
              <a:solidFill>
                <a:srgbClr val="7030A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D5AB97-56AB-6914-8B64-A9667400A2DF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97C1663-AC71-06E1-BDCD-E0DD47B46B6F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40B156BC-8959-8249-1C75-05CC920201D1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" descr="Research with solid fill">
                <a:extLst>
                  <a:ext uri="{FF2B5EF4-FFF2-40B4-BE49-F238E27FC236}">
                    <a16:creationId xmlns:a16="http://schemas.microsoft.com/office/drawing/2014/main" id="{10AC3FAC-0C52-3408-E541-4285B7C87106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B8BF9B4D-E1D6-0EF5-B853-9B9A7C5911B2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CD14F5F3-DD6D-8325-29E7-2333EDF3CBF3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8402E20-3B55-1825-D4C0-0C3E0F9EE723}"/>
              </a:ext>
            </a:extLst>
          </p:cNvPr>
          <p:cNvSpPr>
            <a:spLocks noGrp="1"/>
          </p:cNvSpPr>
          <p:nvPr>
            <p:ph type="sldNum" idx="63"/>
          </p:nvPr>
        </p:nvSpPr>
        <p:spPr/>
        <p:txBody>
          <a:bodyPr/>
          <a:lstStyle/>
          <a:p>
            <a:fld id="{52FFD4C1-B1C6-4F8E-AE2A-AFD930076E3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052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Picture 8"/>
          <p:cNvPicPr/>
          <p:nvPr/>
        </p:nvPicPr>
        <p:blipFill>
          <a:blip r:embed="rId3"/>
          <a:srcRect b="40190"/>
          <a:stretch/>
        </p:blipFill>
        <p:spPr>
          <a:xfrm>
            <a:off x="367094" y="1002960"/>
            <a:ext cx="11323185" cy="54183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338" name="TextBox 9"/>
          <p:cNvSpPr/>
          <p:nvPr/>
        </p:nvSpPr>
        <p:spPr>
          <a:xfrm>
            <a:off x="221040" y="243000"/>
            <a:ext cx="363168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README files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C38E3C4-CE62-7ED1-FFE8-95754F790FEF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A72A74B4-2DC2-2CA7-BEBB-098CC1A0FFB7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0236EEB8-1732-3660-F029-013966CFA2B3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4" descr="Research with solid fill">
                <a:extLst>
                  <a:ext uri="{FF2B5EF4-FFF2-40B4-BE49-F238E27FC236}">
                    <a16:creationId xmlns:a16="http://schemas.microsoft.com/office/drawing/2014/main" id="{F1BAA52F-FFB8-5E15-AA87-F3FD052533C2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6681663-D5C1-E53D-EDC5-649CF41FEA23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B25D40F-1B74-B1C4-D486-83B606D8D672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FE6A70-389D-91E1-4D64-9CEB94E3605A}"/>
              </a:ext>
            </a:extLst>
          </p:cNvPr>
          <p:cNvSpPr/>
          <p:nvPr/>
        </p:nvSpPr>
        <p:spPr>
          <a:xfrm>
            <a:off x="367775" y="1950720"/>
            <a:ext cx="1280160" cy="2667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5F31FF-5FF1-98EF-06F2-B49783CE6E44}"/>
              </a:ext>
            </a:extLst>
          </p:cNvPr>
          <p:cNvSpPr/>
          <p:nvPr/>
        </p:nvSpPr>
        <p:spPr>
          <a:xfrm>
            <a:off x="367774" y="2637149"/>
            <a:ext cx="1922507" cy="2667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0D67DA-DE44-2169-62B7-D19792685744}"/>
              </a:ext>
            </a:extLst>
          </p:cNvPr>
          <p:cNvSpPr/>
          <p:nvPr/>
        </p:nvSpPr>
        <p:spPr>
          <a:xfrm>
            <a:off x="367773" y="4098173"/>
            <a:ext cx="965284" cy="2667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99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3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2573640" y="2690280"/>
            <a:ext cx="7043760" cy="146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l-PL" sz="9000" b="1" strike="noStrike" spc="-1">
                <a:solidFill>
                  <a:srgbClr val="6420A6"/>
                </a:solidFill>
                <a:latin typeface="Tahoma"/>
                <a:ea typeface="Tahoma"/>
              </a:rPr>
              <a:t>File Naming</a:t>
            </a:r>
            <a:endParaRPr lang="en-US" sz="9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5CC77C-FC2E-9186-C63D-E18F4388B946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552E6A0-88B9-B2E5-31EE-34773D35E189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D30D0296-3C30-5E7D-0CCF-267D50F5CC94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" descr="Research with solid fill">
                <a:extLst>
                  <a:ext uri="{FF2B5EF4-FFF2-40B4-BE49-F238E27FC236}">
                    <a16:creationId xmlns:a16="http://schemas.microsoft.com/office/drawing/2014/main" id="{017D06E1-A90A-4A7A-639D-203A22B9BCEF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529A5B94-7318-4576-D2C8-FA0585CF2738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1BECC235-B6FE-B26F-CE8E-6932A2C7ED54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374760" y="2116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File Naming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5160" y="16146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350" b="1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Naming + Organisation Goals</a:t>
            </a:r>
            <a:endParaRPr lang="en-US" sz="2350" b="0" strike="noStrike" spc="-1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3312197786"/>
              </p:ext>
            </p:extLst>
          </p:nvPr>
        </p:nvGraphicFramePr>
        <p:xfrm>
          <a:off x="372886" y="2210400"/>
          <a:ext cx="5157360" cy="368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5871062" y="1798200"/>
            <a:ext cx="606960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350" b="1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Standardised Naming Conventions are…</a:t>
            </a:r>
            <a:endParaRPr lang="en-US" sz="235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/>
          </p:nvPr>
        </p:nvSpPr>
        <p:spPr>
          <a:xfrm>
            <a:off x="6066000" y="2883240"/>
            <a:ext cx="5339160" cy="200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55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 Consistent.  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 Encoding of experimental factors.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 Meaningful to you and your collaborators.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 Give you a sense of the content.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 Easily identify if something is missing.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A61B7B-540E-7188-1B75-EC8687FD1961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3D9C7870-0746-52B2-7D6A-BB99FBCC47D6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B9C474AF-054B-CF80-39B6-870BC2EDBE68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4" descr="Research with solid fill">
                <a:extLst>
                  <a:ext uri="{FF2B5EF4-FFF2-40B4-BE49-F238E27FC236}">
                    <a16:creationId xmlns:a16="http://schemas.microsoft.com/office/drawing/2014/main" id="{71917447-4557-31E6-F010-C7E38F1B8880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CE0B1A8-E6C2-F085-CF3A-8BD0C37E2A73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B9C91FA-559C-8C11-6782-A069DD1EC0E5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19480" y="225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File Naming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1027424" y="1630619"/>
            <a:ext cx="10705860" cy="460963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2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500" b="0" strike="noStrike" spc="-1">
                <a:solidFill>
                  <a:schemeClr val="dk1"/>
                </a:solidFill>
                <a:latin typeface="Tahoma"/>
                <a:ea typeface="Tahoma"/>
              </a:rPr>
              <a:t>File names include:</a:t>
            </a:r>
            <a:endParaRPr lang="en-US" sz="35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3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000" b="0" strike="noStrike" spc="-1">
                <a:solidFill>
                  <a:schemeClr val="dk1"/>
                </a:solidFill>
                <a:latin typeface="Tahoma"/>
                <a:ea typeface="Tahoma"/>
              </a:rPr>
              <a:t>Date → ISO format: YYYY-MM-DD or YYYYMMDD (e.g. 20241106)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endParaRPr lang="en-US" sz="3000" b="0" strike="noStrike" spc="-1">
              <a:solidFill>
                <a:schemeClr val="dk1"/>
              </a:solidFill>
              <a:latin typeface="Tahoma"/>
              <a:ea typeface="Tahoma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endParaRPr lang="en-US" sz="3000" b="0" strike="noStrike" spc="-1">
              <a:solidFill>
                <a:schemeClr val="dk1"/>
              </a:solidFill>
              <a:latin typeface="Tahoma"/>
              <a:ea typeface="Tahoma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endParaRPr lang="en-US" sz="3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000" b="0" strike="noStrike" spc="-1">
                <a:solidFill>
                  <a:schemeClr val="dk1"/>
                </a:solidFill>
                <a:latin typeface="Tahoma"/>
                <a:ea typeface="Tahoma"/>
              </a:rPr>
              <a:t>Version Number → Use leading zeroes (e.g. v005 instead of v5)</a:t>
            </a: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endParaRPr lang="en-US" sz="3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000" b="0" strike="noStrike" spc="-1">
                <a:solidFill>
                  <a:schemeClr val="dk1"/>
                </a:solidFill>
                <a:latin typeface="Tahoma"/>
                <a:ea typeface="Tahoma"/>
              </a:rPr>
              <a:t>Prefix for Numerical Value → e.g. S003, TR005</a:t>
            </a: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br>
              <a:rPr sz="3000"/>
            </a:br>
            <a:r>
              <a:rPr lang="en-US" sz="3000" b="0" i="1" strike="noStrike" spc="-1">
                <a:solidFill>
                  <a:schemeClr val="dk1"/>
                </a:solidFill>
                <a:latin typeface="Tahoma"/>
              </a:rPr>
              <a:t> </a:t>
            </a:r>
            <a:endParaRPr lang="en-US" sz="30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9" name="TextBox 17"/>
          <p:cNvSpPr/>
          <p:nvPr/>
        </p:nvSpPr>
        <p:spPr>
          <a:xfrm>
            <a:off x="917487" y="3235385"/>
            <a:ext cx="10705859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Add </a:t>
            </a:r>
            <a:r>
              <a:rPr lang="en-US" sz="2400" spc="-1">
                <a:solidFill>
                  <a:schemeClr val="dk1"/>
                </a:solidFill>
                <a:latin typeface="Tahoma"/>
                <a:ea typeface="Tahoma"/>
              </a:rPr>
              <a:t>the date </a:t>
            </a:r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at the end of the file </a:t>
            </a:r>
            <a:r>
              <a:rPr lang="en-US" sz="2400" b="0" i="1" strike="noStrike" spc="-1">
                <a:solidFill>
                  <a:schemeClr val="dk1"/>
                </a:solidFill>
                <a:latin typeface="Tahoma"/>
                <a:ea typeface="Tahoma"/>
              </a:rPr>
              <a:t>UNLESS</a:t>
            </a:r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 you </a:t>
            </a:r>
            <a:r>
              <a:rPr lang="en-US" sz="2400" spc="-1" err="1">
                <a:solidFill>
                  <a:schemeClr val="dk1"/>
                </a:solidFill>
                <a:latin typeface="Tahoma"/>
                <a:ea typeface="Tahoma"/>
              </a:rPr>
              <a:t>organise</a:t>
            </a:r>
            <a:r>
              <a:rPr lang="en-US" sz="2400" spc="-1">
                <a:solidFill>
                  <a:schemeClr val="dk1"/>
                </a:solidFill>
                <a:latin typeface="Tahoma"/>
                <a:ea typeface="Tahoma"/>
              </a:rPr>
              <a:t> </a:t>
            </a:r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files chronologically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" descr="Tips - Free marketing icons">
            <a:extLst>
              <a:ext uri="{FF2B5EF4-FFF2-40B4-BE49-F238E27FC236}">
                <a16:creationId xmlns:a16="http://schemas.microsoft.com/office/drawing/2014/main" id="{8C3911B3-4E79-09F3-18F3-BBE8963CD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78221" y="3109367"/>
            <a:ext cx="639266" cy="63926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3B01617-A98A-3B38-6EF4-E2D4098AD626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7749AE50-8071-0309-BEF9-11A4E83359F9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91C180F5-21ED-FCD7-F658-036CEB370671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4" descr="Research with solid fill">
                <a:extLst>
                  <a:ext uri="{FF2B5EF4-FFF2-40B4-BE49-F238E27FC236}">
                    <a16:creationId xmlns:a16="http://schemas.microsoft.com/office/drawing/2014/main" id="{52112279-ECEC-CE0A-EA5D-74F679D3D8B0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1E194E8-24BD-4B02-E07A-1DC204A6C99B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2795C28-156F-FFE7-1CD4-5250B9DEEA6C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19480" y="225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File Naming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519480" y="163062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File names include: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Relevant Biological or Experimental Info</a:t>
            </a: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endParaRPr lang="en-US" sz="2400" spc="-1">
              <a:solidFill>
                <a:schemeClr val="dk1"/>
              </a:solidFill>
              <a:latin typeface="Tahoma"/>
              <a:ea typeface="Tahoma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US" sz="2400" spc="-1">
                <a:solidFill>
                  <a:schemeClr val="dk1"/>
                </a:solidFill>
                <a:latin typeface="Tahoma"/>
                <a:ea typeface="Tahoma"/>
              </a:rPr>
              <a:t>e.g.: </a:t>
            </a:r>
          </a:p>
          <a:p>
            <a:pPr marL="342900" indent="-3429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pitchFamily="2" charset="2"/>
              <a:buChar char="ü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Species name, Genotypes, Site, Patient ID, Drug treatments/ Doses, </a:t>
            </a:r>
            <a:r>
              <a:rPr lang="en-US" sz="2000" spc="-1">
                <a:solidFill>
                  <a:schemeClr val="dk1"/>
                </a:solidFill>
                <a:latin typeface="Tahoma"/>
                <a:ea typeface="Tahoma"/>
              </a:rPr>
              <a:t>Environmental conditions</a:t>
            </a: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,</a:t>
            </a:r>
            <a:r>
              <a:rPr lang="en-US" sz="2000" spc="-1">
                <a:solidFill>
                  <a:schemeClr val="dk1"/>
                </a:solidFill>
                <a:latin typeface="Tahoma"/>
                <a:ea typeface="Tahoma"/>
              </a:rPr>
              <a:t> </a:t>
            </a: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Markers, Technique.</a:t>
            </a:r>
            <a:endParaRPr lang="en-US" sz="2000" b="0" strike="noStrike" spc="-1">
              <a:solidFill>
                <a:schemeClr val="dk1"/>
              </a:solidFill>
              <a:latin typeface="Tahoma"/>
              <a:ea typeface="Tahoma"/>
              <a:cs typeface="Tahoma"/>
            </a:endParaRPr>
          </a:p>
          <a:p>
            <a:pPr marL="342900" indent="-3429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pitchFamily="2" charset="2"/>
              <a:buChar char="ü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Data operation (normalized, cleaned, detrended, clustered)</a:t>
            </a:r>
            <a:br>
              <a:rPr sz="2400"/>
            </a:br>
            <a:r>
              <a:rPr lang="en-US" sz="2400" b="0" i="1" strike="noStrike" spc="-1">
                <a:solidFill>
                  <a:schemeClr val="dk1"/>
                </a:solidFill>
                <a:latin typeface="Tahoma"/>
              </a:rPr>
              <a:t>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" name="Picture 1" descr="Categories - Free web icons">
            <a:extLst>
              <a:ext uri="{FF2B5EF4-FFF2-40B4-BE49-F238E27FC236}">
                <a16:creationId xmlns:a16="http://schemas.microsoft.com/office/drawing/2014/main" id="{9C4DD82C-C2D6-2C82-BCFA-916ACBE83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559" y="4551641"/>
            <a:ext cx="1918961" cy="191896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D2BED83-878B-C6CC-269A-2713551C36DC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17E90B73-AFBD-A9A7-8DCD-120DF05E09A4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E9420E04-5052-08C9-FE27-ACFA26C7DFFC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4" descr="Research with solid fill">
                <a:extLst>
                  <a:ext uri="{FF2B5EF4-FFF2-40B4-BE49-F238E27FC236}">
                    <a16:creationId xmlns:a16="http://schemas.microsoft.com/office/drawing/2014/main" id="{3105E6AA-7B98-87EF-59D7-B6FE98FAADC3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C60DDE3-1485-6F91-5E6A-49D430614715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9115CF4D-B1F4-12F0-89AE-473806821F12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113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File Naming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600" b="0" strike="noStrike" spc="-1">
                <a:solidFill>
                  <a:schemeClr val="dk1"/>
                </a:solidFill>
                <a:latin typeface="Tahoma"/>
                <a:ea typeface="Tahoma"/>
              </a:rPr>
              <a:t>File names include:</a:t>
            </a:r>
            <a:endParaRPr lang="en-US" sz="26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File Format Extension → e.g.: .docx, .xlsx, .mov, .tiff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endParaRPr lang="en-US" sz="2200" spc="-1">
              <a:solidFill>
                <a:schemeClr val="dk1"/>
              </a:solidFill>
              <a:latin typeface="Tahoma"/>
              <a:ea typeface="Tahoma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br>
              <a:rPr sz="2400"/>
            </a:b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0747343-A7E4-30E0-734B-61178EDA4292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5364B0E5-1A4E-1062-2BA1-76816707A582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54F3D753-5C6B-8459-1520-C3DF5F6A360C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4" descr="Research with solid fill">
                <a:extLst>
                  <a:ext uri="{FF2B5EF4-FFF2-40B4-BE49-F238E27FC236}">
                    <a16:creationId xmlns:a16="http://schemas.microsoft.com/office/drawing/2014/main" id="{431F64DF-9568-847E-367E-60A58D76101E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7AD8849-B8CE-8C2D-1AFD-E4738AFCC2B1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776397D7-BB71-7B06-4229-E377766599A2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pic>
        <p:nvPicPr>
          <p:cNvPr id="9" name="Picture 8" descr="What are file types and how to identify them - Dragon Data Recovery">
            <a:extLst>
              <a:ext uri="{FF2B5EF4-FFF2-40B4-BE49-F238E27FC236}">
                <a16:creationId xmlns:a16="http://schemas.microsoft.com/office/drawing/2014/main" id="{B6D951F6-EC1B-5BBE-69A5-535DA19B8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996" y="3603572"/>
            <a:ext cx="5180339" cy="25729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F5B33B-73C0-0E9E-10BA-50CCA136D2DC}"/>
              </a:ext>
            </a:extLst>
          </p:cNvPr>
          <p:cNvSpPr txBox="1"/>
          <p:nvPr/>
        </p:nvSpPr>
        <p:spPr>
          <a:xfrm>
            <a:off x="5554351" y="6320255"/>
            <a:ext cx="3146241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">
                <a:latin typeface="Tahoma"/>
                <a:ea typeface="Tahoma"/>
                <a:cs typeface="Tahoma"/>
              </a:rPr>
              <a:t>https://dragondatarecovery.co.uk/what-are-file-types-and-how-to-identify-them/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File Naming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1414" lnSpcReduction="2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An excellent example: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5200" b="1" strike="noStrike" spc="-1">
                <a:solidFill>
                  <a:schemeClr val="dk1"/>
                </a:solidFill>
                <a:latin typeface="Tahoma"/>
                <a:ea typeface="Tahoma"/>
              </a:rPr>
              <a:t>LD_phyA_off_t04_2020-08-12_norm.xlsx</a:t>
            </a:r>
            <a:endParaRPr lang="en-US" sz="5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We know that the file is…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>
                <a:solidFill>
                  <a:schemeClr val="dk1"/>
                </a:solidFill>
                <a:latin typeface="Tahoma"/>
                <a:ea typeface="Tahoma"/>
              </a:rPr>
              <a:t>from an experiment long day (LD).</a:t>
            </a:r>
            <a:endParaRPr lang="en-US" sz="26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>
                <a:solidFill>
                  <a:schemeClr val="dk1"/>
                </a:solidFill>
                <a:latin typeface="Tahoma"/>
                <a:ea typeface="Tahoma"/>
              </a:rPr>
              <a:t>for genotype </a:t>
            </a:r>
            <a:r>
              <a:rPr lang="en-US" sz="2600" b="0" strike="noStrike" spc="-1" err="1">
                <a:solidFill>
                  <a:schemeClr val="dk1"/>
                </a:solidFill>
                <a:latin typeface="Tahoma"/>
                <a:ea typeface="Tahoma"/>
              </a:rPr>
              <a:t>phyA</a:t>
            </a:r>
            <a:r>
              <a:rPr lang="en-US" sz="2600" b="0" strike="noStrike" spc="-1">
                <a:solidFill>
                  <a:schemeClr val="dk1"/>
                </a:solidFill>
                <a:latin typeface="Tahoma"/>
                <a:ea typeface="Tahoma"/>
              </a:rPr>
              <a:t>.</a:t>
            </a:r>
            <a:endParaRPr lang="en-US" sz="26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>
                <a:solidFill>
                  <a:schemeClr val="dk1"/>
                </a:solidFill>
                <a:latin typeface="Tahoma"/>
                <a:ea typeface="Tahoma"/>
              </a:rPr>
              <a:t>with media without sucrose (off).</a:t>
            </a:r>
            <a:endParaRPr lang="en-US" sz="26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>
                <a:solidFill>
                  <a:schemeClr val="dk1"/>
                </a:solidFill>
                <a:latin typeface="Tahoma"/>
                <a:ea typeface="Tahoma"/>
              </a:rPr>
              <a:t>at timepoint 4 (t04).</a:t>
            </a:r>
            <a:endParaRPr lang="en-US" sz="26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 err="1">
                <a:solidFill>
                  <a:schemeClr val="dk1"/>
                </a:solidFill>
                <a:latin typeface="Tahoma"/>
                <a:ea typeface="Tahoma"/>
              </a:rPr>
              <a:t>normalised</a:t>
            </a:r>
            <a:r>
              <a:rPr lang="en-US" sz="2600" b="0" strike="noStrike" spc="-1">
                <a:solidFill>
                  <a:schemeClr val="dk1"/>
                </a:solidFill>
                <a:latin typeface="Tahoma"/>
                <a:ea typeface="Tahoma"/>
              </a:rPr>
              <a:t> data (norm).</a:t>
            </a:r>
            <a:endParaRPr lang="en-US" sz="26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br>
              <a:rPr sz="2400"/>
            </a:b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" name="Picture 1" descr="File:Microsoft Office Excel (2025–present).svg - Wikipedia">
            <a:extLst>
              <a:ext uri="{FF2B5EF4-FFF2-40B4-BE49-F238E27FC236}">
                <a16:creationId xmlns:a16="http://schemas.microsoft.com/office/drawing/2014/main" id="{29A0615B-790D-A69F-D4FD-5F6FB9DB3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181" y="5332837"/>
            <a:ext cx="953899" cy="98425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A4B5151-D0BB-C415-6474-218B3DE191D7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ED42F42A-C4BC-6695-6F65-A10BE533DC00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24162E59-5C50-1AB7-09C0-F2DD9941AB6E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4" descr="Research with solid fill">
                <a:extLst>
                  <a:ext uri="{FF2B5EF4-FFF2-40B4-BE49-F238E27FC236}">
                    <a16:creationId xmlns:a16="http://schemas.microsoft.com/office/drawing/2014/main" id="{9C3A48CD-9D81-D580-18DA-0C35E415D8A7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C22E05F-F5F5-CE2F-4D2D-E44E581A9843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F349A5B4-6FBA-1FEE-0DA7-1B8BF99A9DE9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File Naming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1409" lnSpcReduction="20000"/>
          </a:bodyPr>
          <a:lstStyle/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Best to avoid the following: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Spaces → </a:t>
            </a:r>
            <a:r>
              <a:rPr lang="en-US" sz="2400" b="0" i="1" strike="noStrike" spc="-1">
                <a:solidFill>
                  <a:schemeClr val="dk1"/>
                </a:solidFill>
                <a:latin typeface="Tahoma"/>
                <a:ea typeface="Tahoma"/>
              </a:rPr>
              <a:t>use _ or - instead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Commas + Special Characters → </a:t>
            </a:r>
            <a:r>
              <a:rPr lang="en-GB" sz="2400" b="0" i="1" strike="noStrike" spc="-1">
                <a:solidFill>
                  <a:schemeClr val="dk1"/>
                </a:solidFill>
                <a:latin typeface="Tahoma"/>
                <a:ea typeface="Tahoma"/>
              </a:rPr>
              <a:t>e.g. ~ ! @ # $ % &lt; &gt; ?[ ] { } ‘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Language-specific characters → </a:t>
            </a:r>
            <a:r>
              <a:rPr lang="en-US" sz="2400" b="0" i="1" strike="noStrike" spc="-1">
                <a:solidFill>
                  <a:schemeClr val="dk1"/>
                </a:solidFill>
                <a:latin typeface="Tahoma"/>
                <a:ea typeface="Tahoma"/>
              </a:rPr>
              <a:t>e.g. ó ę ż ï ň ũ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Long names → </a:t>
            </a:r>
            <a:r>
              <a:rPr lang="en-US" sz="2400" b="0" i="1" strike="noStrike" spc="-1">
                <a:solidFill>
                  <a:schemeClr val="dk1"/>
                </a:solidFill>
                <a:latin typeface="Tahoma"/>
                <a:ea typeface="Tahoma"/>
              </a:rPr>
              <a:t>fewer than 30 characters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Deep Paths with Long Names → </a:t>
            </a:r>
            <a:r>
              <a:rPr lang="en-US" sz="2600" b="0" i="1" strike="noStrike" spc="-1">
                <a:solidFill>
                  <a:schemeClr val="dk1"/>
                </a:solidFill>
                <a:latin typeface="Tahoma"/>
                <a:ea typeface="Tahoma"/>
              </a:rPr>
              <a:t>i.e. deeply nested folders with long names</a:t>
            </a:r>
            <a:endParaRPr lang="en-US" sz="26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Parent Element Info →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l-PL" sz="2800" b="0" strike="noStrike" spc="-1">
                <a:solidFill>
                  <a:srgbClr val="0070C0"/>
                </a:solidFill>
                <a:latin typeface="Tahoma"/>
                <a:ea typeface="Tahoma"/>
              </a:rPr>
              <a:t>	</a:t>
            </a:r>
            <a:r>
              <a:rPr lang="pl-PL" sz="2800" b="0" i="1" strike="noStrike" spc="-1">
                <a:solidFill>
                  <a:schemeClr val="dk1"/>
                </a:solidFill>
                <a:latin typeface="Tahoma"/>
                <a:ea typeface="Tahoma"/>
              </a:rPr>
              <a:t>ELN_MI_20200101.tiff in Electron_Microscopy folder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br>
              <a:rPr sz="2400"/>
            </a:b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58F048-3C79-9008-03C0-077B0DE58B0E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54862CF-7952-F35C-49D2-DAD15E585324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D93E3C17-A6B0-EEA3-2435-71B8129AABE0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" descr="Research with solid fill">
                <a:extLst>
                  <a:ext uri="{FF2B5EF4-FFF2-40B4-BE49-F238E27FC236}">
                    <a16:creationId xmlns:a16="http://schemas.microsoft.com/office/drawing/2014/main" id="{9BD7DD27-B938-276E-AE83-F1C944A35355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BE337A31-6FFC-5632-8116-C413229D2BA9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729CF81C-B7E1-95B6-5E0F-7F39B6B3AF45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pic>
        <p:nvPicPr>
          <p:cNvPr id="8" name="Picture 7" descr="Symbol attention Vectors - Download Free High-Quality Vectors | Magnific  (formerly Freepik)">
            <a:extLst>
              <a:ext uri="{FF2B5EF4-FFF2-40B4-BE49-F238E27FC236}">
                <a16:creationId xmlns:a16="http://schemas.microsoft.com/office/drawing/2014/main" id="{3D364355-3476-3975-8347-0B727F95D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731" y="1408756"/>
            <a:ext cx="828754" cy="83505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3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Box 1"/>
          <p:cNvSpPr/>
          <p:nvPr/>
        </p:nvSpPr>
        <p:spPr>
          <a:xfrm>
            <a:off x="2509200" y="2828880"/>
            <a:ext cx="717372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0" b="1" strike="noStrike" spc="-1">
                <a:solidFill>
                  <a:srgbClr val="6420A6"/>
                </a:solidFill>
                <a:latin typeface="Tahoma"/>
                <a:ea typeface="Tahoma"/>
              </a:rPr>
              <a:t>Data Structure</a:t>
            </a:r>
            <a:endParaRPr lang="en-US" sz="72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6B1612-DD2C-7748-0E9F-CCD2F29BFEB5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AD6F825-BD1D-FA0C-E4CB-55B3B7AA1B70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D449C18F-34C4-42E0-71D3-27FC7CC64ADC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" descr="Research with solid fill">
                <a:extLst>
                  <a:ext uri="{FF2B5EF4-FFF2-40B4-BE49-F238E27FC236}">
                    <a16:creationId xmlns:a16="http://schemas.microsoft.com/office/drawing/2014/main" id="{409F6F46-CD2A-5999-F48A-1F79DD971479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620AAEC1-5F1B-D87F-8D2B-C29423F948AB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BE0E102C-07B4-24F1-9F37-802A4C8325CE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Picture 4" descr="Diagram&#10;&#10;Description automatically generated"/>
          <p:cNvPicPr/>
          <p:nvPr/>
        </p:nvPicPr>
        <p:blipFill>
          <a:blip r:embed="rId2"/>
          <a:srcRect l="12942" t="5207" r="12283" b="9121"/>
          <a:stretch/>
        </p:blipFill>
        <p:spPr>
          <a:xfrm>
            <a:off x="453960" y="1486080"/>
            <a:ext cx="5880240" cy="3765600"/>
          </a:xfrm>
          <a:prstGeom prst="rect">
            <a:avLst/>
          </a:prstGeom>
          <a:ln w="0">
            <a:noFill/>
          </a:ln>
        </p:spPr>
      </p:pic>
      <p:sp>
        <p:nvSpPr>
          <p:cNvPr id="323" name="TextBox 3"/>
          <p:cNvSpPr/>
          <p:nvPr/>
        </p:nvSpPr>
        <p:spPr>
          <a:xfrm>
            <a:off x="151920" y="243000"/>
            <a:ext cx="546948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Project organization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ectangle 8"/>
          <p:cNvSpPr/>
          <p:nvPr/>
        </p:nvSpPr>
        <p:spPr>
          <a:xfrm>
            <a:off x="3843720" y="5251680"/>
            <a:ext cx="2736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GB" sz="1200" b="0" i="1" strike="noStrike" spc="-1">
                <a:solidFill>
                  <a:schemeClr val="dk1"/>
                </a:solidFill>
                <a:latin typeface="Tahoma"/>
                <a:ea typeface="Tahoma"/>
              </a:rPr>
              <a:t>Figure credits: Andrés Romanowski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9"/>
          <p:cNvSpPr/>
          <p:nvPr/>
        </p:nvSpPr>
        <p:spPr>
          <a:xfrm>
            <a:off x="6923520" y="1012680"/>
            <a:ext cx="384336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4400" b="0" i="1" strike="noStrike" spc="-1">
                <a:solidFill>
                  <a:schemeClr val="dk1"/>
                </a:solidFill>
                <a:latin typeface="Tahoma"/>
                <a:ea typeface="Tahoma"/>
              </a:rPr>
              <a:t>Folders vs Files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10"/>
          <p:cNvSpPr/>
          <p:nvPr/>
        </p:nvSpPr>
        <p:spPr>
          <a:xfrm>
            <a:off x="6959880" y="1686240"/>
            <a:ext cx="5181840" cy="307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Tahoma"/>
                <a:ea typeface="Tahoma"/>
              </a:rPr>
              <a:t>Folders permit grouping relevant data together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Folders help to keep files names short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2780FD-7CB8-8EF8-FC9D-0ADFF16A94B5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225E7AB-642A-8453-676E-5C2E6EBBBD35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FBF49D99-2D92-FDE7-AB70-7DA4B906019E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" descr="Research with solid fill">
                <a:extLst>
                  <a:ext uri="{FF2B5EF4-FFF2-40B4-BE49-F238E27FC236}">
                    <a16:creationId xmlns:a16="http://schemas.microsoft.com/office/drawing/2014/main" id="{A5A36A28-4E2A-BFB8-986C-CC25EBC8D631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671B5EFC-0841-12CE-9E03-E89010EFF772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FF8A9109-5BA9-B45A-E9D7-FF0A6DE9E8BC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Box 3"/>
          <p:cNvSpPr/>
          <p:nvPr/>
        </p:nvSpPr>
        <p:spPr>
          <a:xfrm>
            <a:off x="249643" y="243000"/>
            <a:ext cx="546948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Project organization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0C4B53-A61C-886D-72C7-7C5517B3E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75"/>
          <a:stretch>
            <a:fillRect/>
          </a:stretch>
        </p:blipFill>
        <p:spPr>
          <a:xfrm>
            <a:off x="249643" y="2322573"/>
            <a:ext cx="3077800" cy="391528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FBC075-6895-0A35-1BD8-AE575628C079}"/>
              </a:ext>
            </a:extLst>
          </p:cNvPr>
          <p:cNvSpPr/>
          <p:nvPr/>
        </p:nvSpPr>
        <p:spPr>
          <a:xfrm>
            <a:off x="0" y="3421656"/>
            <a:ext cx="879499" cy="73989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657DE8-0BEB-E6DB-4A73-B8B2DCB4C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24"/>
          <a:stretch>
            <a:fillRect/>
          </a:stretch>
        </p:blipFill>
        <p:spPr>
          <a:xfrm>
            <a:off x="2905261" y="2436727"/>
            <a:ext cx="3275754" cy="40196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84E9A7-5142-BE6D-CA1F-6AD3AA23C2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926" y="2338277"/>
            <a:ext cx="3164633" cy="35236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F662CD-B628-1738-C5FE-6B97821CD9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619" y="2338277"/>
            <a:ext cx="3190738" cy="4362022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7D1C587-292F-DB11-F13E-E11B65A954A9}"/>
              </a:ext>
            </a:extLst>
          </p:cNvPr>
          <p:cNvSpPr/>
          <p:nvPr/>
        </p:nvSpPr>
        <p:spPr>
          <a:xfrm>
            <a:off x="8751619" y="481631"/>
            <a:ext cx="1558066" cy="69801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E7A11D-6783-664D-EFF9-D22DDF47D7D0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F558B38-F252-AC12-5AED-45A39C473FE0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11" name="Oval 3">
                <a:extLst>
                  <a:ext uri="{FF2B5EF4-FFF2-40B4-BE49-F238E27FC236}">
                    <a16:creationId xmlns:a16="http://schemas.microsoft.com/office/drawing/2014/main" id="{CE3A985C-F0F2-4C95-4A26-304F90DFF03A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4" name="Graphic 4" descr="Research with solid fill">
                <a:extLst>
                  <a:ext uri="{FF2B5EF4-FFF2-40B4-BE49-F238E27FC236}">
                    <a16:creationId xmlns:a16="http://schemas.microsoft.com/office/drawing/2014/main" id="{B0D81611-D83A-973A-25FA-8B334620A79A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149A38DA-287B-F985-EA2A-41A2DA556856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EA49776A-0004-7445-E6D8-4CECCEFE76D4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pic>
        <p:nvPicPr>
          <p:cNvPr id="13" name="Picture 12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DCB638F3-D139-B953-D183-B3886C1B7D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7870" y="512162"/>
            <a:ext cx="1733246" cy="1686395"/>
          </a:xfrm>
          <a:prstGeom prst="rect">
            <a:avLst/>
          </a:prstGeom>
        </p:spPr>
      </p:pic>
      <p:pic>
        <p:nvPicPr>
          <p:cNvPr id="15" name="Picture 14" descr="A blue and black text&#10;&#10;AI-generated content may be incorrect.">
            <a:extLst>
              <a:ext uri="{FF2B5EF4-FFF2-40B4-BE49-F238E27FC236}">
                <a16:creationId xmlns:a16="http://schemas.microsoft.com/office/drawing/2014/main" id="{266A9BF3-32FB-489B-8CD4-DCA68619A2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2271" y="1614566"/>
            <a:ext cx="1465601" cy="5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693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958EB-782F-1B02-3E75-F47514D94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Box 3">
            <a:extLst>
              <a:ext uri="{FF2B5EF4-FFF2-40B4-BE49-F238E27FC236}">
                <a16:creationId xmlns:a16="http://schemas.microsoft.com/office/drawing/2014/main" id="{2F4FA17E-95E4-CF87-C27A-A0FB399F7C8C}"/>
              </a:ext>
            </a:extLst>
          </p:cNvPr>
          <p:cNvSpPr/>
          <p:nvPr/>
        </p:nvSpPr>
        <p:spPr>
          <a:xfrm>
            <a:off x="249643" y="243000"/>
            <a:ext cx="546948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Project organization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93EF03-7BD0-DC74-F304-8C331EE82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75"/>
          <a:stretch>
            <a:fillRect/>
          </a:stretch>
        </p:blipFill>
        <p:spPr>
          <a:xfrm>
            <a:off x="249643" y="1736604"/>
            <a:ext cx="3077800" cy="391528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9E611E-5C9A-4C4A-7628-629882FDA71A}"/>
              </a:ext>
            </a:extLst>
          </p:cNvPr>
          <p:cNvSpPr/>
          <p:nvPr/>
        </p:nvSpPr>
        <p:spPr>
          <a:xfrm>
            <a:off x="0" y="2835687"/>
            <a:ext cx="879499" cy="73989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4C5E38-1BCD-F2CD-500B-C4181DED3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24"/>
          <a:stretch>
            <a:fillRect/>
          </a:stretch>
        </p:blipFill>
        <p:spPr>
          <a:xfrm>
            <a:off x="2905261" y="1850758"/>
            <a:ext cx="3275754" cy="40196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F53EC4-97AF-B0E4-D073-CFDA5E469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168" y="1736604"/>
            <a:ext cx="3164633" cy="35236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877054-D9E6-1214-7504-C3C6F02CE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619" y="1289865"/>
            <a:ext cx="3190738" cy="43620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007A24-C6AA-552D-9E6E-8B8BC2DAF64E}"/>
              </a:ext>
            </a:extLst>
          </p:cNvPr>
          <p:cNvSpPr txBox="1"/>
          <p:nvPr/>
        </p:nvSpPr>
        <p:spPr>
          <a:xfrm>
            <a:off x="163150" y="5791164"/>
            <a:ext cx="2828604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hlinkClick r:id="rId6"/>
              </a:rPr>
              <a:t>Good enough practice in scientific computing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6A7C9-7D8A-F339-3EC6-898E8B3AB1BC}"/>
              </a:ext>
            </a:extLst>
          </p:cNvPr>
          <p:cNvSpPr txBox="1"/>
          <p:nvPr/>
        </p:nvSpPr>
        <p:spPr>
          <a:xfrm>
            <a:off x="3301948" y="5860610"/>
            <a:ext cx="225954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Organise</a:t>
            </a:r>
            <a:r>
              <a:rPr lang="en-US"/>
              <a:t> by analysis or by figure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3C05EB-DE85-23F2-63C3-B75347478FD0}"/>
              </a:ext>
            </a:extLst>
          </p:cNvPr>
          <p:cNvSpPr txBox="1"/>
          <p:nvPr/>
        </p:nvSpPr>
        <p:spPr>
          <a:xfrm>
            <a:off x="6319060" y="5870361"/>
            <a:ext cx="225954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hlinkClick r:id="rId7"/>
              </a:rPr>
              <a:t>Brain imaging data structure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46DAF-7751-ED14-F249-8F2E8541668F}"/>
              </a:ext>
            </a:extLst>
          </p:cNvPr>
          <p:cNvSpPr txBox="1"/>
          <p:nvPr/>
        </p:nvSpPr>
        <p:spPr>
          <a:xfrm>
            <a:off x="9130040" y="5949461"/>
            <a:ext cx="255495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Outcomes of experimental conditions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256446E-BB7F-643C-656D-6308716514F2}"/>
              </a:ext>
            </a:extLst>
          </p:cNvPr>
          <p:cNvSpPr/>
          <p:nvPr/>
        </p:nvSpPr>
        <p:spPr>
          <a:xfrm>
            <a:off x="111682" y="1584495"/>
            <a:ext cx="2793579" cy="412527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3DD96C4-84ED-976A-D9A0-CE59A00E67AC}"/>
              </a:ext>
            </a:extLst>
          </p:cNvPr>
          <p:cNvSpPr/>
          <p:nvPr/>
        </p:nvSpPr>
        <p:spPr>
          <a:xfrm>
            <a:off x="3017975" y="1631610"/>
            <a:ext cx="2793579" cy="412527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91C08F5-9982-87F8-8709-39E670364C33}"/>
              </a:ext>
            </a:extLst>
          </p:cNvPr>
          <p:cNvSpPr/>
          <p:nvPr/>
        </p:nvSpPr>
        <p:spPr>
          <a:xfrm>
            <a:off x="5983062" y="1665894"/>
            <a:ext cx="2931540" cy="412527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DA2B32-CC63-ECF7-E9B6-6842B54C5633}"/>
              </a:ext>
            </a:extLst>
          </p:cNvPr>
          <p:cNvSpPr/>
          <p:nvPr/>
        </p:nvSpPr>
        <p:spPr>
          <a:xfrm>
            <a:off x="8974594" y="1228798"/>
            <a:ext cx="3017809" cy="458505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884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F3165ED-EA84-88A1-7821-BD4E5EC17029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16" name="Group 2">
              <a:extLst>
                <a:ext uri="{FF2B5EF4-FFF2-40B4-BE49-F238E27FC236}">
                  <a16:creationId xmlns:a16="http://schemas.microsoft.com/office/drawing/2014/main" id="{766958AE-8C33-0901-2173-CAB99F041243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19" name="Oval 3">
                <a:extLst>
                  <a:ext uri="{FF2B5EF4-FFF2-40B4-BE49-F238E27FC236}">
                    <a16:creationId xmlns:a16="http://schemas.microsoft.com/office/drawing/2014/main" id="{CDEFE2B2-DD75-027C-962B-7D72F97EB843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20" name="Graphic 4" descr="Research with solid fill">
                <a:extLst>
                  <a:ext uri="{FF2B5EF4-FFF2-40B4-BE49-F238E27FC236}">
                    <a16:creationId xmlns:a16="http://schemas.microsoft.com/office/drawing/2014/main" id="{F4029850-96FB-0CE6-3D42-EA533EE9B7F6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BDB4EBDC-CEC2-984D-CE05-B39A976173A4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84BE005F-F0C0-5549-C0C2-63300B419C73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56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544404" y="571948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6420A6"/>
                </a:solidFill>
                <a:latin typeface="Tahoma"/>
                <a:ea typeface="Tahoma"/>
              </a:rPr>
              <a:t>Re</a:t>
            </a:r>
            <a:r>
              <a:rPr lang="en-US" spc="-1">
                <a:solidFill>
                  <a:srgbClr val="6420A6"/>
                </a:solidFill>
                <a:latin typeface="Tahoma"/>
                <a:ea typeface="Tahoma"/>
              </a:rPr>
              <a:t>cord your data structure in a README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US" sz="2800" spc="-1">
                <a:solidFill>
                  <a:schemeClr val="dk1"/>
                </a:solidFill>
                <a:latin typeface="Tahoma"/>
                <a:ea typeface="Tahoma"/>
              </a:rPr>
              <a:t>Add to your dataset directory</a:t>
            </a: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PROJECT_STRUCTURE (README) file → naming convention, directory structure and abbreviations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" name="Picture 1" descr="Structure Icon by Andi Nur Abdillah – download in PNG, SVG">
            <a:extLst>
              <a:ext uri="{FF2B5EF4-FFF2-40B4-BE49-F238E27FC236}">
                <a16:creationId xmlns:a16="http://schemas.microsoft.com/office/drawing/2014/main" id="{A2B1BC52-BDAC-76A1-6DC1-57CAA360F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775" y="4001040"/>
            <a:ext cx="2339224" cy="233922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7446E4F-C7A1-9B83-31EB-9F86E50A9442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91722D8F-C245-A3D8-E68E-BC4A228A3B1F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5F91FCBD-EAF2-0913-783B-660933FF8CF8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4" descr="Research with solid fill">
                <a:extLst>
                  <a:ext uri="{FF2B5EF4-FFF2-40B4-BE49-F238E27FC236}">
                    <a16:creationId xmlns:a16="http://schemas.microsoft.com/office/drawing/2014/main" id="{9034C27A-4803-446F-CAEC-CD3D77E873A2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4BFFC78-85BA-9523-E0DF-7A71F2F25808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F131F26-15E2-4229-1E17-E9DD8EB6BECE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pic>
        <p:nvPicPr>
          <p:cNvPr id="10" name="Picture 2" descr="Txt file - Free computer icons">
            <a:extLst>
              <a:ext uri="{FF2B5EF4-FFF2-40B4-BE49-F238E27FC236}">
                <a16:creationId xmlns:a16="http://schemas.microsoft.com/office/drawing/2014/main" id="{E9D87A24-6CFD-ED12-CA0A-00AF858C30C3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38080" y="5166812"/>
            <a:ext cx="1126800" cy="1126800"/>
          </a:xfrm>
          <a:prstGeom prst="rect">
            <a:avLst/>
          </a:prstGeom>
          <a:ln w="0">
            <a:noFill/>
          </a:ln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8038ED6D-D471-7080-03CC-59288ABF7D9E}"/>
              </a:ext>
            </a:extLst>
          </p:cNvPr>
          <p:cNvSpPr/>
          <p:nvPr/>
        </p:nvSpPr>
        <p:spPr>
          <a:xfrm>
            <a:off x="1965240" y="5647772"/>
            <a:ext cx="21373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Tahoma"/>
                <a:ea typeface="Tahoma"/>
              </a:rPr>
              <a:t>Metadata in README files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998BF2D-F321-BAD8-7789-800D36E40CD4}"/>
              </a:ext>
            </a:extLst>
          </p:cNvPr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5719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Picture 11" descr="A close-up photo of a stopwatch with a pool in the background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-16920" y="0"/>
            <a:ext cx="12208920" cy="7224840"/>
          </a:xfrm>
          <a:prstGeom prst="rect">
            <a:avLst/>
          </a:prstGeom>
          <a:ln w="0">
            <a:noFill/>
          </a:ln>
        </p:spPr>
      </p:pic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strike="noStrike" spc="-1">
                <a:solidFill>
                  <a:srgbClr val="6420A6"/>
                </a:solidFill>
                <a:latin typeface="Tahoma"/>
                <a:ea typeface="Tahoma"/>
              </a:rPr>
              <a:t>Exercise #1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838080" y="1701720"/>
            <a:ext cx="10486800" cy="478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4980" lnSpcReduction="1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Resource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Trainee’s Personal Data Files or Provided Data Files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u="sng" spc="-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Exercise materials</a:t>
            </a:r>
            <a:endParaRPr lang="en-US" sz="2400" b="0" strike="noStrike" spc="-1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Task A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Edit file names and folder structure according to best practices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Task B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Edit the ReadMe file with the following info: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Folder description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Author(s) info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Description of folder contents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Tahoma"/>
                <a:ea typeface="Tahoma"/>
              </a:rPr>
              <a:t>Naming conventions used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Output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Basic folder stub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7" name="TextBox 9"/>
          <p:cNvSpPr/>
          <p:nvPr/>
        </p:nvSpPr>
        <p:spPr>
          <a:xfrm>
            <a:off x="5830920" y="5489280"/>
            <a:ext cx="6105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EA2A7E"/>
                </a:solidFill>
                <a:latin typeface="Tahoma"/>
                <a:ea typeface="Tahoma"/>
              </a:rPr>
              <a:t>Meaningful</a:t>
            </a:r>
            <a:r>
              <a:rPr lang="en-US" sz="1800" b="1" strike="noStrike" spc="-1">
                <a:solidFill>
                  <a:schemeClr val="dk1"/>
                </a:solidFill>
                <a:latin typeface="Tahoma"/>
                <a:ea typeface="Tahoma"/>
              </a:rPr>
              <a:t>_</a:t>
            </a:r>
            <a:r>
              <a:rPr lang="en-US" sz="1800" b="1" strike="noStrike" spc="-1">
                <a:solidFill>
                  <a:srgbClr val="EA2A7E"/>
                </a:solidFill>
                <a:latin typeface="Tahoma"/>
                <a:ea typeface="Tahoma"/>
              </a:rPr>
              <a:t>name</a:t>
            </a:r>
            <a:r>
              <a:rPr lang="en-US" sz="1800" b="1" strike="noStrike" spc="-1">
                <a:solidFill>
                  <a:schemeClr val="dk1"/>
                </a:solidFill>
                <a:latin typeface="Tahoma"/>
                <a:ea typeface="Tahoma"/>
              </a:rPr>
              <a:t>_</a:t>
            </a:r>
            <a:r>
              <a:rPr lang="en-US" sz="1800" b="1" strike="noStrike" spc="-1">
                <a:solidFill>
                  <a:srgbClr val="0070C0"/>
                </a:solidFill>
                <a:latin typeface="Tahoma"/>
                <a:ea typeface="Tahoma"/>
              </a:rPr>
              <a:t>date</a:t>
            </a:r>
            <a:r>
              <a:rPr lang="en-US" sz="1800" b="1" strike="noStrike" spc="-1">
                <a:solidFill>
                  <a:schemeClr val="dk1"/>
                </a:solidFill>
                <a:latin typeface="Tahoma"/>
                <a:ea typeface="Tahoma"/>
              </a:rPr>
              <a:t>.</a:t>
            </a:r>
            <a:r>
              <a:rPr lang="en-US" sz="1800" b="1" strike="noStrike" spc="-1">
                <a:solidFill>
                  <a:srgbClr val="7030A0"/>
                </a:solidFill>
                <a:latin typeface="Tahoma"/>
                <a:ea typeface="Tahoma"/>
              </a:rPr>
              <a:t>extension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8" name="Graphic 14" descr="Person with idea outlin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263640" y="494424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349" name="Rounded Rectangle 15"/>
          <p:cNvSpPr/>
          <p:nvPr/>
        </p:nvSpPr>
        <p:spPr>
          <a:xfrm>
            <a:off x="6263640" y="4871520"/>
            <a:ext cx="4739400" cy="10616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1D315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00704F-31D8-CA2E-37EB-39E2F6459CCE}"/>
              </a:ext>
            </a:extLst>
          </p:cNvPr>
          <p:cNvGrpSpPr/>
          <p:nvPr/>
        </p:nvGrpSpPr>
        <p:grpSpPr>
          <a:xfrm>
            <a:off x="11138497" y="55396"/>
            <a:ext cx="1100224" cy="460211"/>
            <a:chOff x="11138497" y="55396"/>
            <a:chExt cx="1100224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1AC2036-633F-940B-4E56-B8173597AE04}"/>
                </a:ext>
              </a:extLst>
            </p:cNvPr>
            <p:cNvGrpSpPr/>
            <p:nvPr/>
          </p:nvGrpSpPr>
          <p:grpSpPr>
            <a:xfrm>
              <a:off x="11138497" y="157701"/>
              <a:ext cx="252000" cy="255600"/>
              <a:chOff x="11095560" y="110520"/>
              <a:chExt cx="284400" cy="251640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E40C5B2E-B90B-02CA-EA17-CD61C365ECD1}"/>
                  </a:ext>
                </a:extLst>
              </p:cNvPr>
              <p:cNvSpPr/>
              <p:nvPr/>
            </p:nvSpPr>
            <p:spPr>
              <a:xfrm>
                <a:off x="11095560" y="110520"/>
                <a:ext cx="284400" cy="251640"/>
              </a:xfrm>
              <a:prstGeom prst="ellipse">
                <a:avLst/>
              </a:prstGeom>
              <a:solidFill>
                <a:srgbClr val="6420A6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" descr="Research with solid fill">
                <a:extLst>
                  <a:ext uri="{FF2B5EF4-FFF2-40B4-BE49-F238E27FC236}">
                    <a16:creationId xmlns:a16="http://schemas.microsoft.com/office/drawing/2014/main" id="{9DF6F16F-2EAD-F3CF-F5EF-EAEFC24C98F2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/>
            </p:blipFill>
            <p:spPr>
              <a:xfrm>
                <a:off x="11143800" y="158400"/>
                <a:ext cx="191160" cy="169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05A9AC0B-7662-1558-AC8B-C270F98C17F9}"/>
                </a:ext>
              </a:extLst>
            </p:cNvPr>
            <p:cNvSpPr/>
            <p:nvPr/>
          </p:nvSpPr>
          <p:spPr>
            <a:xfrm>
              <a:off x="11358521" y="55396"/>
              <a:ext cx="880200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Collecting FAIR data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A4AB68DA-80D4-266E-7154-C2CB00110867}"/>
                </a:ext>
              </a:extLst>
            </p:cNvPr>
            <p:cNvSpPr/>
            <p:nvPr/>
          </p:nvSpPr>
          <p:spPr>
            <a:xfrm flipV="1">
              <a:off x="11458721" y="286337"/>
              <a:ext cx="652680" cy="17640"/>
            </a:xfrm>
            <a:prstGeom prst="rect">
              <a:avLst/>
            </a:prstGeom>
            <a:solidFill>
              <a:srgbClr val="6420A6"/>
            </a:solidFill>
            <a:ln>
              <a:solidFill>
                <a:srgbClr val="6420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27000" rIns="90000" bIns="-27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Picture 11" descr="Pencils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-24120" y="0"/>
            <a:ext cx="12233880" cy="7784640"/>
          </a:xfrm>
          <a:prstGeom prst="rect">
            <a:avLst/>
          </a:prstGeom>
          <a:ln w="0">
            <a:noFill/>
          </a:ln>
        </p:spPr>
      </p:pic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6077160" cy="94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Enduring Understanding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606900" y="1400760"/>
            <a:ext cx="7957980" cy="32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Tahoma"/>
              <a:ea typeface="Tahoma"/>
              <a:cs typeface="Tahoma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Finding your data and is impacted by file naming, metadata, and folder structure. 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(Meta)data that cannot be found cannot be reused or shared </a:t>
            </a:r>
            <a:endParaRPr lang="en-US" sz="2400" b="0" strike="noStrike" spc="-1">
              <a:solidFill>
                <a:schemeClr val="dk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839880" y="3895200"/>
            <a:ext cx="7811640" cy="269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Practical Applications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Tahoma"/>
              <a:ea typeface="Tahoma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Understand your own work in 2 years time!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  <a:ea typeface="Tahoma"/>
              </a:rPr>
              <a:t>Interlinking data analysis results to original raw datasets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Make it easier to pass on your work when you leave the lab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Make your data sharing-ready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59" name="Graphic 2" descr="Lights On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31680" y="576000"/>
            <a:ext cx="914040" cy="91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91D08-5064-02A5-9FA5-1B9FF520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670AA-1EAC-CCF3-4B34-0D67E977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11" y="59028"/>
            <a:ext cx="10972440" cy="540683"/>
          </a:xfrm>
        </p:spPr>
        <p:txBody>
          <a:bodyPr/>
          <a:lstStyle/>
          <a:p>
            <a:r>
              <a:rPr lang="en-GB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Please confirm your attendance here (for Graduate school):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3F8C59-2121-F585-C0AD-0EA550676F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0" t="11947" r="4053" b="9782"/>
          <a:stretch>
            <a:fillRect/>
          </a:stretch>
        </p:blipFill>
        <p:spPr>
          <a:xfrm>
            <a:off x="2845324" y="814283"/>
            <a:ext cx="6277540" cy="56923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 descr="Tea break - Free food and restaurant icons">
            <a:extLst>
              <a:ext uri="{FF2B5EF4-FFF2-40B4-BE49-F238E27FC236}">
                <a16:creationId xmlns:a16="http://schemas.microsoft.com/office/drawing/2014/main" id="{CEFDEFAF-1AC2-1491-7C0C-623B45C5E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225" y="43847"/>
            <a:ext cx="1540872" cy="15408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363F84-68C2-2F9A-8830-5A533AF34E00}"/>
              </a:ext>
            </a:extLst>
          </p:cNvPr>
          <p:cNvSpPr txBox="1"/>
          <p:nvPr/>
        </p:nvSpPr>
        <p:spPr>
          <a:xfrm>
            <a:off x="10650697" y="1406727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 1</a:t>
            </a:r>
          </a:p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(10 min)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F6567F-8D03-23C3-D214-D7B4762E7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14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1939320" y="1253160"/>
            <a:ext cx="98564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000" b="0" strike="noStrike" spc="-1">
                <a:solidFill>
                  <a:schemeClr val="dk1"/>
                </a:solidFill>
                <a:latin typeface="Tahoma"/>
                <a:ea typeface="Tahoma"/>
              </a:rPr>
              <a:t>Managing </a:t>
            </a:r>
            <a:r>
              <a:rPr lang="en-US" sz="5000" b="1" strike="noStrike" spc="-1">
                <a:solidFill>
                  <a:schemeClr val="dk1"/>
                </a:solidFill>
                <a:latin typeface="Tahoma"/>
                <a:ea typeface="Tahoma"/>
              </a:rPr>
              <a:t>INTEROPERABLE</a:t>
            </a:r>
            <a:r>
              <a:rPr lang="en-US" sz="5000" b="0" strike="noStrike" spc="-1">
                <a:solidFill>
                  <a:schemeClr val="dk1"/>
                </a:solidFill>
                <a:latin typeface="Tahoma"/>
                <a:ea typeface="Tahoma"/>
              </a:rPr>
              <a:t> Data</a:t>
            </a:r>
            <a:endParaRPr lang="en-US" sz="5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 type="subTitle"/>
          </p:nvPr>
        </p:nvSpPr>
        <p:spPr>
          <a:xfrm>
            <a:off x="2440800" y="3415320"/>
            <a:ext cx="88538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ahoma"/>
                <a:ea typeface="Tahoma"/>
              </a:rPr>
              <a:t>In what ways and why is data interoperability arguably the most complex aspect of FAIR practice? 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Box 5"/>
          <p:cNvSpPr/>
          <p:nvPr/>
        </p:nvSpPr>
        <p:spPr>
          <a:xfrm>
            <a:off x="675360" y="5081040"/>
            <a:ext cx="366624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200" b="0" u="sng" strike="noStrike" spc="-1">
                <a:solidFill>
                  <a:srgbClr val="0563C1"/>
                </a:solidFill>
                <a:uFillTx/>
                <a:latin typeface="Tahoma"/>
                <a:ea typeface="Tahoma"/>
                <a:hlinkClick r:id="rId2" action="ppaction://hlinksldjump"/>
              </a:rPr>
              <a:t>File Formatting + Types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Rectangle 2"/>
          <p:cNvSpPr/>
          <p:nvPr/>
        </p:nvSpPr>
        <p:spPr>
          <a:xfrm>
            <a:off x="2633040" y="3605040"/>
            <a:ext cx="8469360" cy="35640"/>
          </a:xfrm>
          <a:prstGeom prst="rect">
            <a:avLst/>
          </a:prstGeom>
          <a:solidFill>
            <a:srgbClr val="FC4C01"/>
          </a:solidFill>
          <a:ln>
            <a:solidFill>
              <a:srgbClr val="FC4C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9000" rIns="90000" bIns="-9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ahoma"/>
              <a:ea typeface="Tahoma"/>
            </a:endParaRPr>
          </a:p>
        </p:txBody>
      </p:sp>
      <p:grpSp>
        <p:nvGrpSpPr>
          <p:cNvPr id="547" name="Group 7"/>
          <p:cNvGrpSpPr/>
          <p:nvPr/>
        </p:nvGrpSpPr>
        <p:grpSpPr>
          <a:xfrm>
            <a:off x="601920" y="1850760"/>
            <a:ext cx="1742760" cy="1799640"/>
            <a:chOff x="601920" y="1850760"/>
            <a:chExt cx="1742760" cy="1799640"/>
          </a:xfrm>
        </p:grpSpPr>
        <p:sp>
          <p:nvSpPr>
            <p:cNvPr id="548" name="Oval 1"/>
            <p:cNvSpPr/>
            <p:nvPr/>
          </p:nvSpPr>
          <p:spPr>
            <a:xfrm>
              <a:off x="601920" y="1850760"/>
              <a:ext cx="1742760" cy="1799640"/>
            </a:xfrm>
            <a:prstGeom prst="ellipse">
              <a:avLst/>
            </a:prstGeom>
            <a:solidFill>
              <a:srgbClr val="FC4C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pic>
          <p:nvPicPr>
            <p:cNvPr id="549" name="Graphic 6" descr="Badminton outlin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>
            <a:xfrm>
              <a:off x="860040" y="2064960"/>
              <a:ext cx="1310760" cy="135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81D02-4B4C-118F-ADB5-322621911605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2B48BA4B-CF01-40F1-B4CB-65EDD3CDFC9C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8166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extBox 8"/>
          <p:cNvSpPr/>
          <p:nvPr/>
        </p:nvSpPr>
        <p:spPr>
          <a:xfrm>
            <a:off x="422640" y="1719000"/>
            <a:ext cx="484308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GB" sz="2200" b="0" strike="noStrike" spc="-1">
                <a:solidFill>
                  <a:schemeClr val="dk1"/>
                </a:solidFill>
                <a:latin typeface="Tahoma"/>
                <a:ea typeface="Tahoma"/>
              </a:rPr>
              <a:t>The ability to exchange and use data across multiple systems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itle 1"/>
          <p:cNvSpPr/>
          <p:nvPr/>
        </p:nvSpPr>
        <p:spPr>
          <a:xfrm>
            <a:off x="420480" y="25128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4400" b="1" strike="noStrike" spc="-1">
                <a:solidFill>
                  <a:srgbClr val="DF5532"/>
                </a:solidFill>
                <a:latin typeface="Tahoma"/>
                <a:ea typeface="Tahoma"/>
              </a:rPr>
              <a:t>What is data interoperability?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2" name="Group 1"/>
          <p:cNvGrpSpPr/>
          <p:nvPr/>
        </p:nvGrpSpPr>
        <p:grpSpPr>
          <a:xfrm>
            <a:off x="11068304" y="99112"/>
            <a:ext cx="1123696" cy="398655"/>
            <a:chOff x="11068304" y="99112"/>
            <a:chExt cx="1123696" cy="398655"/>
          </a:xfrm>
        </p:grpSpPr>
        <p:grpSp>
          <p:nvGrpSpPr>
            <p:cNvPr id="553" name="Group 2"/>
            <p:cNvGrpSpPr/>
            <p:nvPr/>
          </p:nvGrpSpPr>
          <p:grpSpPr>
            <a:xfrm>
              <a:off x="11068304" y="185040"/>
              <a:ext cx="251640" cy="251640"/>
              <a:chOff x="11068304" y="185040"/>
              <a:chExt cx="251640" cy="251640"/>
            </a:xfrm>
          </p:grpSpPr>
          <p:sp>
            <p:nvSpPr>
              <p:cNvPr id="554" name="Oval 5"/>
              <p:cNvSpPr/>
              <p:nvPr/>
            </p:nvSpPr>
            <p:spPr>
              <a:xfrm>
                <a:off x="11068304" y="185040"/>
                <a:ext cx="251640" cy="251640"/>
              </a:xfrm>
              <a:prstGeom prst="ellipse">
                <a:avLst/>
              </a:prstGeom>
              <a:solidFill>
                <a:srgbClr val="FC4C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555" name="Graphic 7" descr="Badminton outline"/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105400" y="216180"/>
                <a:ext cx="189360" cy="1893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56" name="Rectangle 3"/>
            <p:cNvSpPr/>
            <p:nvPr/>
          </p:nvSpPr>
          <p:spPr>
            <a:xfrm flipV="1">
              <a:off x="11363760" y="298440"/>
              <a:ext cx="759240" cy="24840"/>
            </a:xfrm>
            <a:prstGeom prst="rect">
              <a:avLst/>
            </a:prstGeom>
            <a:solidFill>
              <a:srgbClr val="FC4C01"/>
            </a:solidFill>
            <a:ln>
              <a:solidFill>
                <a:srgbClr val="FC4C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557" name="TextBox 4"/>
            <p:cNvSpPr/>
            <p:nvPr/>
          </p:nvSpPr>
          <p:spPr>
            <a:xfrm>
              <a:off x="11247276" y="99112"/>
              <a:ext cx="944724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0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Interoperable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000" spc="-1">
                  <a:solidFill>
                    <a:schemeClr val="dk1"/>
                  </a:solidFill>
                  <a:latin typeface="Tahoma"/>
                  <a:ea typeface="Tahoma"/>
                </a:rPr>
                <a:t> Data</a:t>
              </a:r>
            </a:p>
          </p:txBody>
        </p:sp>
      </p:grpSp>
      <p:pic>
        <p:nvPicPr>
          <p:cNvPr id="558" name="Picture 6"/>
          <p:cNvPicPr/>
          <p:nvPr/>
        </p:nvPicPr>
        <p:blipFill>
          <a:blip r:embed="rId4"/>
          <a:stretch/>
        </p:blipFill>
        <p:spPr>
          <a:xfrm>
            <a:off x="517320" y="3256560"/>
            <a:ext cx="4335480" cy="2621160"/>
          </a:xfrm>
          <a:prstGeom prst="rect">
            <a:avLst/>
          </a:prstGeom>
          <a:ln w="0">
            <a:noFill/>
          </a:ln>
        </p:spPr>
      </p:pic>
      <p:cxnSp>
        <p:nvCxnSpPr>
          <p:cNvPr id="559" name="Straight Arrow Connector 13"/>
          <p:cNvCxnSpPr/>
          <p:nvPr/>
        </p:nvCxnSpPr>
        <p:spPr>
          <a:xfrm>
            <a:off x="5729760" y="1922040"/>
            <a:ext cx="9720" cy="4167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560" name="TextBox 15"/>
          <p:cNvSpPr/>
          <p:nvPr/>
        </p:nvSpPr>
        <p:spPr>
          <a:xfrm>
            <a:off x="6092280" y="1719000"/>
            <a:ext cx="5750280" cy="159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GB" sz="2200" b="0" strike="noStrike" spc="-1">
                <a:solidFill>
                  <a:schemeClr val="dk1"/>
                </a:solidFill>
                <a:latin typeface="Tahoma"/>
                <a:ea typeface="Tahoma"/>
              </a:rPr>
              <a:t>The ability of diverse datasets to be merged and aggregated in meaningful ways 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Box 17"/>
          <p:cNvSpPr/>
          <p:nvPr/>
        </p:nvSpPr>
        <p:spPr>
          <a:xfrm>
            <a:off x="6400800" y="3306600"/>
            <a:ext cx="177696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0.5L milk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3 eggs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150g flour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Box 18"/>
          <p:cNvSpPr/>
          <p:nvPr/>
        </p:nvSpPr>
        <p:spPr>
          <a:xfrm>
            <a:off x="9403560" y="3306600"/>
            <a:ext cx="176796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1 gallon milk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200g egg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3oz flour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Box 19"/>
          <p:cNvSpPr/>
          <p:nvPr/>
        </p:nvSpPr>
        <p:spPr>
          <a:xfrm>
            <a:off x="8396640" y="3406320"/>
            <a:ext cx="59760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GB" sz="4000" b="0" strike="noStrike" spc="-1">
                <a:solidFill>
                  <a:schemeClr val="dk1"/>
                </a:solidFill>
                <a:latin typeface="Tahoma"/>
                <a:ea typeface="Tahoma"/>
              </a:rPr>
              <a:t>+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Box 20"/>
          <p:cNvSpPr/>
          <p:nvPr/>
        </p:nvSpPr>
        <p:spPr>
          <a:xfrm>
            <a:off x="7797960" y="5175360"/>
            <a:ext cx="59760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GB" sz="4000" b="0" strike="noStrike" spc="-1">
                <a:solidFill>
                  <a:schemeClr val="dk1"/>
                </a:solidFill>
                <a:latin typeface="Tahoma"/>
                <a:ea typeface="Tahoma"/>
              </a:rPr>
              <a:t>=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5" name="Picture 21"/>
          <p:cNvPicPr/>
          <p:nvPr/>
        </p:nvPicPr>
        <p:blipFill>
          <a:blip r:embed="rId5"/>
          <a:stretch/>
        </p:blipFill>
        <p:spPr>
          <a:xfrm>
            <a:off x="8692920" y="4862160"/>
            <a:ext cx="929160" cy="155088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32906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232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TextBox 1"/>
          <p:cNvSpPr/>
          <p:nvPr/>
        </p:nvSpPr>
        <p:spPr>
          <a:xfrm>
            <a:off x="3182400" y="1720800"/>
            <a:ext cx="582732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0" b="1" strike="noStrike" spc="-1">
                <a:solidFill>
                  <a:srgbClr val="DF5532"/>
                </a:solidFill>
                <a:latin typeface="Arial"/>
              </a:rPr>
              <a:t>File Types and Formatting</a:t>
            </a:r>
            <a:endParaRPr lang="en-US" sz="72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07B9D4-C238-7412-4E09-1E654876CE1A}"/>
              </a:ext>
            </a:extLst>
          </p:cNvPr>
          <p:cNvGrpSpPr/>
          <p:nvPr/>
        </p:nvGrpSpPr>
        <p:grpSpPr>
          <a:xfrm>
            <a:off x="11068304" y="99112"/>
            <a:ext cx="1123696" cy="398655"/>
            <a:chOff x="11068304" y="99112"/>
            <a:chExt cx="1123696" cy="39865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C3C818B-DF76-5622-228D-596126A69DAB}"/>
                </a:ext>
              </a:extLst>
            </p:cNvPr>
            <p:cNvGrpSpPr/>
            <p:nvPr/>
          </p:nvGrpSpPr>
          <p:grpSpPr>
            <a:xfrm>
              <a:off x="11068304" y="185040"/>
              <a:ext cx="251640" cy="251640"/>
              <a:chOff x="11068304" y="185040"/>
              <a:chExt cx="251640" cy="25164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D2560CE-49C7-AFB2-60A9-67885809D76C}"/>
                  </a:ext>
                </a:extLst>
              </p:cNvPr>
              <p:cNvSpPr/>
              <p:nvPr/>
            </p:nvSpPr>
            <p:spPr>
              <a:xfrm>
                <a:off x="11068304" y="185040"/>
                <a:ext cx="251640" cy="251640"/>
              </a:xfrm>
              <a:prstGeom prst="ellipse">
                <a:avLst/>
              </a:prstGeom>
              <a:solidFill>
                <a:srgbClr val="FC4C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7" descr="Badminton outline">
                <a:extLst>
                  <a:ext uri="{FF2B5EF4-FFF2-40B4-BE49-F238E27FC236}">
                    <a16:creationId xmlns:a16="http://schemas.microsoft.com/office/drawing/2014/main" id="{08A62135-47D3-049E-35B6-8B69B322A2D6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105400" y="216180"/>
                <a:ext cx="189360" cy="1893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6D1FA85-F02B-F4A8-E62A-66A10B305520}"/>
                </a:ext>
              </a:extLst>
            </p:cNvPr>
            <p:cNvSpPr/>
            <p:nvPr/>
          </p:nvSpPr>
          <p:spPr>
            <a:xfrm flipV="1">
              <a:off x="11363760" y="298440"/>
              <a:ext cx="759240" cy="24840"/>
            </a:xfrm>
            <a:prstGeom prst="rect">
              <a:avLst/>
            </a:prstGeom>
            <a:solidFill>
              <a:srgbClr val="FC4C01"/>
            </a:solidFill>
            <a:ln>
              <a:solidFill>
                <a:srgbClr val="FC4C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2C1392-6C3C-6B20-2F22-937187775B04}"/>
                </a:ext>
              </a:extLst>
            </p:cNvPr>
            <p:cNvSpPr/>
            <p:nvPr/>
          </p:nvSpPr>
          <p:spPr>
            <a:xfrm>
              <a:off x="11247276" y="99112"/>
              <a:ext cx="944724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0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Interoperable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000" spc="-1">
                  <a:solidFill>
                    <a:schemeClr val="dk1"/>
                  </a:solidFill>
                  <a:latin typeface="Tahoma"/>
                  <a:ea typeface="Tahoma"/>
                </a:rPr>
                <a:t>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27382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798200" cy="134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5400" b="0" strike="noStrike" spc="-1">
                <a:solidFill>
                  <a:schemeClr val="dk1"/>
                </a:solidFill>
                <a:latin typeface="Tahoma"/>
                <a:ea typeface="Tahoma"/>
              </a:rPr>
              <a:t>FAIR file formats in biological practice</a:t>
            </a:r>
            <a:endParaRPr lang="en-U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5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080" y="1865160"/>
            <a:ext cx="10423800" cy="18000"/>
          </a:xfrm>
          <a:custGeom>
            <a:avLst/>
            <a:gdLst>
              <a:gd name="textAreaLeft" fmla="*/ 0 w 10423800"/>
              <a:gd name="textAreaRight" fmla="*/ 10424160 w 1042380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10424160" h="18288" fill="none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ED7D3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7" name="Diagram7"/>
          <p:cNvGraphicFramePr/>
          <p:nvPr/>
        </p:nvGraphicFramePr>
        <p:xfrm>
          <a:off x="838080" y="2228040"/>
          <a:ext cx="10515240" cy="3948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960E9C41-7871-5169-B94B-835FDF38E2E8}"/>
              </a:ext>
            </a:extLst>
          </p:cNvPr>
          <p:cNvGrpSpPr/>
          <p:nvPr/>
        </p:nvGrpSpPr>
        <p:grpSpPr>
          <a:xfrm>
            <a:off x="11068304" y="99112"/>
            <a:ext cx="1123696" cy="398655"/>
            <a:chOff x="11068304" y="99112"/>
            <a:chExt cx="1123696" cy="39865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F00DF1F-EC42-716B-91CA-B938EF4B7153}"/>
                </a:ext>
              </a:extLst>
            </p:cNvPr>
            <p:cNvGrpSpPr/>
            <p:nvPr/>
          </p:nvGrpSpPr>
          <p:grpSpPr>
            <a:xfrm>
              <a:off x="11068304" y="185040"/>
              <a:ext cx="251640" cy="251640"/>
              <a:chOff x="11068304" y="185040"/>
              <a:chExt cx="251640" cy="25164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D79AB8F-8B4F-4A79-C52D-CEED2C61C1DD}"/>
                  </a:ext>
                </a:extLst>
              </p:cNvPr>
              <p:cNvSpPr/>
              <p:nvPr/>
            </p:nvSpPr>
            <p:spPr>
              <a:xfrm>
                <a:off x="11068304" y="185040"/>
                <a:ext cx="251640" cy="251640"/>
              </a:xfrm>
              <a:prstGeom prst="ellipse">
                <a:avLst/>
              </a:prstGeom>
              <a:solidFill>
                <a:srgbClr val="FC4C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7" descr="Badminton outline">
                <a:extLst>
                  <a:ext uri="{FF2B5EF4-FFF2-40B4-BE49-F238E27FC236}">
                    <a16:creationId xmlns:a16="http://schemas.microsoft.com/office/drawing/2014/main" id="{5A4A1E82-3769-E9FD-0A8F-EF10789472D3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/>
            </p:blipFill>
            <p:spPr>
              <a:xfrm>
                <a:off x="11105400" y="216180"/>
                <a:ext cx="189360" cy="1893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61DF31D-7E39-26F3-6638-DD08678EC11B}"/>
                </a:ext>
              </a:extLst>
            </p:cNvPr>
            <p:cNvSpPr/>
            <p:nvPr/>
          </p:nvSpPr>
          <p:spPr>
            <a:xfrm flipV="1">
              <a:off x="11363760" y="298440"/>
              <a:ext cx="759240" cy="24840"/>
            </a:xfrm>
            <a:prstGeom prst="rect">
              <a:avLst/>
            </a:prstGeom>
            <a:solidFill>
              <a:srgbClr val="FC4C01"/>
            </a:solidFill>
            <a:ln>
              <a:solidFill>
                <a:srgbClr val="FC4C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EEBC1EC-00DC-9B71-1879-9F153A215F07}"/>
                </a:ext>
              </a:extLst>
            </p:cNvPr>
            <p:cNvSpPr/>
            <p:nvPr/>
          </p:nvSpPr>
          <p:spPr>
            <a:xfrm>
              <a:off x="11247276" y="99112"/>
              <a:ext cx="944724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0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Interoperable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000" spc="-1">
                  <a:solidFill>
                    <a:schemeClr val="dk1"/>
                  </a:solidFill>
                  <a:latin typeface="Tahoma"/>
                  <a:ea typeface="Tahoma"/>
                </a:rPr>
                <a:t> Data</a:t>
              </a:r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ECFCF6A-97A5-8700-D426-B6486466EECB}"/>
              </a:ext>
            </a:extLst>
          </p:cNvPr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2696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extBox 8"/>
          <p:cNvSpPr/>
          <p:nvPr/>
        </p:nvSpPr>
        <p:spPr>
          <a:xfrm>
            <a:off x="558720" y="1664640"/>
            <a:ext cx="11093040" cy="41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200" b="1" strike="noStrike" spc="-1">
                <a:solidFill>
                  <a:schemeClr val="dk1"/>
                </a:solidFill>
                <a:latin typeface="Tahoma"/>
                <a:ea typeface="Tahoma"/>
              </a:rPr>
              <a:t>Use standard formats wherever possible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000000"/>
              </a:buClr>
              <a:buFont typeface="Courier New"/>
              <a:buChar char="o"/>
            </a:pPr>
            <a:r>
              <a:rPr lang="en-GB" sz="2200" b="0" strike="noStrike" spc="-1">
                <a:solidFill>
                  <a:schemeClr val="dk1"/>
                </a:solidFill>
                <a:latin typeface="Tahoma"/>
                <a:ea typeface="Tahoma"/>
              </a:rPr>
              <a:t>Dates in ISO8601 format: 2025-10-16 14:53:02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200" b="1" strike="noStrike" spc="-1">
                <a:solidFill>
                  <a:schemeClr val="dk1"/>
                </a:solidFill>
                <a:latin typeface="Tahoma"/>
                <a:ea typeface="Tahoma"/>
              </a:rPr>
              <a:t>Be consistent!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000000"/>
              </a:buClr>
              <a:buFont typeface="Courier New"/>
              <a:buChar char="o"/>
            </a:pPr>
            <a:r>
              <a:rPr lang="en-GB" sz="2200" b="0" strike="noStrike" spc="-1">
                <a:solidFill>
                  <a:schemeClr val="dk1"/>
                </a:solidFill>
                <a:latin typeface="Tahoma"/>
                <a:ea typeface="Tahoma"/>
              </a:rPr>
              <a:t>For a variable with two levels: TRUE/FALSE, 0/1, Yes/No,…?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000000"/>
              </a:buClr>
              <a:buFont typeface="Courier New"/>
              <a:buChar char="o"/>
            </a:pPr>
            <a:r>
              <a:rPr lang="en-GB" sz="2200" b="0" strike="noStrike" spc="-1">
                <a:solidFill>
                  <a:schemeClr val="dk1"/>
                </a:solidFill>
                <a:latin typeface="Tahoma"/>
                <a:ea typeface="Tahoma"/>
              </a:rPr>
              <a:t>Use the same units (often standard within a field)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200" b="1" strike="noStrike" spc="-1">
                <a:solidFill>
                  <a:schemeClr val="dk1"/>
                </a:solidFill>
                <a:latin typeface="Tahoma"/>
                <a:ea typeface="Tahoma"/>
              </a:rPr>
              <a:t>Think ahead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000000"/>
              </a:buClr>
              <a:buFont typeface="Courier New"/>
              <a:buChar char="o"/>
            </a:pPr>
            <a:r>
              <a:rPr lang="en-GB" sz="2200" b="0" strike="noStrike" spc="-1">
                <a:solidFill>
                  <a:schemeClr val="dk1"/>
                </a:solidFill>
                <a:latin typeface="Tahoma"/>
                <a:ea typeface="Tahoma"/>
              </a:rPr>
              <a:t>Every time you change your data formatting, you will either break interoperability with previous data, or generate work to re-format it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itle 1"/>
          <p:cNvSpPr/>
          <p:nvPr/>
        </p:nvSpPr>
        <p:spPr>
          <a:xfrm>
            <a:off x="420480" y="25128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4400" b="1" strike="noStrike" spc="-1">
                <a:solidFill>
                  <a:srgbClr val="DF5532"/>
                </a:solidFill>
                <a:latin typeface="Tahoma"/>
                <a:ea typeface="Tahoma"/>
              </a:rPr>
              <a:t>Data formatting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9E10C2-D791-6CEC-2BD5-89493F9BCD8E}"/>
              </a:ext>
            </a:extLst>
          </p:cNvPr>
          <p:cNvGrpSpPr/>
          <p:nvPr/>
        </p:nvGrpSpPr>
        <p:grpSpPr>
          <a:xfrm>
            <a:off x="11068304" y="99112"/>
            <a:ext cx="1123696" cy="398655"/>
            <a:chOff x="11068304" y="99112"/>
            <a:chExt cx="1123696" cy="39865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7033F22-909A-FD19-E53F-DADA0F43E2A4}"/>
                </a:ext>
              </a:extLst>
            </p:cNvPr>
            <p:cNvGrpSpPr/>
            <p:nvPr/>
          </p:nvGrpSpPr>
          <p:grpSpPr>
            <a:xfrm>
              <a:off x="11068304" y="185040"/>
              <a:ext cx="251640" cy="251640"/>
              <a:chOff x="11068304" y="185040"/>
              <a:chExt cx="251640" cy="25164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737AD33-F399-FB18-2FDD-1AB6E2FFA470}"/>
                  </a:ext>
                </a:extLst>
              </p:cNvPr>
              <p:cNvSpPr/>
              <p:nvPr/>
            </p:nvSpPr>
            <p:spPr>
              <a:xfrm>
                <a:off x="11068304" y="185040"/>
                <a:ext cx="251640" cy="251640"/>
              </a:xfrm>
              <a:prstGeom prst="ellipse">
                <a:avLst/>
              </a:prstGeom>
              <a:solidFill>
                <a:srgbClr val="FC4C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7" descr="Badminton outline">
                <a:extLst>
                  <a:ext uri="{FF2B5EF4-FFF2-40B4-BE49-F238E27FC236}">
                    <a16:creationId xmlns:a16="http://schemas.microsoft.com/office/drawing/2014/main" id="{5A0B3761-D095-E15D-9B04-4825320177CD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105400" y="216180"/>
                <a:ext cx="189360" cy="1893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48AE129-2DCA-1C72-DB61-B74041A2C2FF}"/>
                </a:ext>
              </a:extLst>
            </p:cNvPr>
            <p:cNvSpPr/>
            <p:nvPr/>
          </p:nvSpPr>
          <p:spPr>
            <a:xfrm flipV="1">
              <a:off x="11363760" y="298440"/>
              <a:ext cx="759240" cy="24840"/>
            </a:xfrm>
            <a:prstGeom prst="rect">
              <a:avLst/>
            </a:prstGeom>
            <a:solidFill>
              <a:srgbClr val="FC4C01"/>
            </a:solidFill>
            <a:ln>
              <a:solidFill>
                <a:srgbClr val="FC4C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29E4AD4-F9F0-A024-E7F6-916F009AC836}"/>
                </a:ext>
              </a:extLst>
            </p:cNvPr>
            <p:cNvSpPr/>
            <p:nvPr/>
          </p:nvSpPr>
          <p:spPr>
            <a:xfrm>
              <a:off x="11247276" y="99112"/>
              <a:ext cx="944724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0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Interoperable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000" spc="-1">
                  <a:solidFill>
                    <a:schemeClr val="dk1"/>
                  </a:solidFill>
                  <a:latin typeface="Tahoma"/>
                  <a:ea typeface="Tahoma"/>
                </a:rPr>
                <a:t>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00364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Picture 9" descr="A close-up photo of a stopwatch with a pool in the background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3240" y="0"/>
            <a:ext cx="12188160" cy="7224840"/>
          </a:xfrm>
          <a:prstGeom prst="rect">
            <a:avLst/>
          </a:prstGeom>
          <a:ln w="0">
            <a:noFill/>
          </a:ln>
        </p:spPr>
      </p:pic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506700" y="1432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strike="noStrike" spc="-1">
                <a:solidFill>
                  <a:srgbClr val="DF5532"/>
                </a:solidFill>
                <a:latin typeface="Tahoma"/>
                <a:ea typeface="Tahoma"/>
              </a:rPr>
              <a:t>Exercise #2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/>
          </p:nvPr>
        </p:nvSpPr>
        <p:spPr>
          <a:xfrm>
            <a:off x="761040" y="1298520"/>
            <a:ext cx="10716840" cy="527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480" lnSpcReduction="1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Resource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File examples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u="sng" spc="-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Exercise materials</a:t>
            </a:r>
            <a:endParaRPr lang="en-US" sz="2400" b="0" strike="noStrike" spc="-1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Task A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Which of these file formats are interoperable or not?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Try to copy the "</a:t>
            </a:r>
            <a:r>
              <a:rPr lang="en-US" sz="2800" b="0" strike="noStrike" spc="-1" err="1">
                <a:solidFill>
                  <a:schemeClr val="dk1"/>
                </a:solidFill>
                <a:latin typeface="Tahoma"/>
                <a:ea typeface="Tahoma"/>
              </a:rPr>
              <a:t>Supplementary_table.pdf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" data into Excel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Try to open "SI_fig_1.opj"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Is "</a:t>
            </a:r>
            <a:r>
              <a:rPr lang="en-US" sz="2800" b="0" strike="noStrike" spc="-1" err="1">
                <a:solidFill>
                  <a:schemeClr val="dk1"/>
                </a:solidFill>
                <a:latin typeface="Tahoma"/>
                <a:ea typeface="Tahoma"/>
              </a:rPr>
              <a:t>Fitting_model.png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" interoperable?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Is the example Python script interoperable?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Open the "</a:t>
            </a:r>
            <a:r>
              <a:rPr lang="en-US" sz="2800" b="0" strike="noStrike" spc="-1" err="1">
                <a:solidFill>
                  <a:schemeClr val="dk1"/>
                </a:solidFill>
                <a:latin typeface="Tahoma"/>
                <a:ea typeface="Tahoma"/>
              </a:rPr>
              <a:t>Ens_data.xlsx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" file: is it interoperable?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-"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Task B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What alternative file formats would increase interoperability?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Output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Context about the interoperability of different file formats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2C2919-66E5-9998-46A5-FAA4298632CE}"/>
              </a:ext>
            </a:extLst>
          </p:cNvPr>
          <p:cNvSpPr txBox="1"/>
          <p:nvPr/>
        </p:nvSpPr>
        <p:spPr>
          <a:xfrm>
            <a:off x="3974560" y="672882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(10 min)</a:t>
            </a: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67646433-F3BB-DAF2-4F2D-0A8AE130C70B}"/>
              </a:ext>
            </a:extLst>
          </p:cNvPr>
          <p:cNvGrpSpPr/>
          <p:nvPr/>
        </p:nvGrpSpPr>
        <p:grpSpPr>
          <a:xfrm>
            <a:off x="11068304" y="99112"/>
            <a:ext cx="1123696" cy="398655"/>
            <a:chOff x="11068304" y="99112"/>
            <a:chExt cx="1123696" cy="398655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813E2D87-D96D-A789-B799-01B95F67A486}"/>
                </a:ext>
              </a:extLst>
            </p:cNvPr>
            <p:cNvGrpSpPr/>
            <p:nvPr/>
          </p:nvGrpSpPr>
          <p:grpSpPr>
            <a:xfrm>
              <a:off x="11068304" y="185040"/>
              <a:ext cx="251640" cy="251640"/>
              <a:chOff x="11068304" y="185040"/>
              <a:chExt cx="251640" cy="251640"/>
            </a:xfrm>
          </p:grpSpPr>
          <p:sp>
            <p:nvSpPr>
              <p:cNvPr id="7" name="Oval 5">
                <a:extLst>
                  <a:ext uri="{FF2B5EF4-FFF2-40B4-BE49-F238E27FC236}">
                    <a16:creationId xmlns:a16="http://schemas.microsoft.com/office/drawing/2014/main" id="{D16F5F3F-A6AB-53A4-6C7F-C254CC383A08}"/>
                  </a:ext>
                </a:extLst>
              </p:cNvPr>
              <p:cNvSpPr/>
              <p:nvPr/>
            </p:nvSpPr>
            <p:spPr>
              <a:xfrm>
                <a:off x="11068304" y="185040"/>
                <a:ext cx="251640" cy="251640"/>
              </a:xfrm>
              <a:prstGeom prst="ellipse">
                <a:avLst/>
              </a:prstGeom>
              <a:solidFill>
                <a:srgbClr val="FC4C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7" descr="Badminton outline">
                <a:extLst>
                  <a:ext uri="{FF2B5EF4-FFF2-40B4-BE49-F238E27FC236}">
                    <a16:creationId xmlns:a16="http://schemas.microsoft.com/office/drawing/2014/main" id="{00DA16F2-E17B-8733-4EAA-1ADFFAB8811E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/>
            </p:blipFill>
            <p:spPr>
              <a:xfrm>
                <a:off x="11105400" y="216180"/>
                <a:ext cx="189360" cy="1893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8FE825DC-B9B1-A7B8-9A73-420C6EAC6B2E}"/>
                </a:ext>
              </a:extLst>
            </p:cNvPr>
            <p:cNvSpPr/>
            <p:nvPr/>
          </p:nvSpPr>
          <p:spPr>
            <a:xfrm flipV="1">
              <a:off x="11363760" y="298440"/>
              <a:ext cx="759240" cy="24840"/>
            </a:xfrm>
            <a:prstGeom prst="rect">
              <a:avLst/>
            </a:prstGeom>
            <a:solidFill>
              <a:srgbClr val="FC4C01"/>
            </a:solidFill>
            <a:ln>
              <a:solidFill>
                <a:srgbClr val="FC4C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0B5680CE-CF9F-5930-D239-98B8F2D23E79}"/>
                </a:ext>
              </a:extLst>
            </p:cNvPr>
            <p:cNvSpPr/>
            <p:nvPr/>
          </p:nvSpPr>
          <p:spPr>
            <a:xfrm>
              <a:off x="11247276" y="99112"/>
              <a:ext cx="944724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0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Interoperable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000" spc="-1">
                  <a:solidFill>
                    <a:schemeClr val="dk1"/>
                  </a:solidFill>
                  <a:latin typeface="Tahoma"/>
                  <a:ea typeface="Tahoma"/>
                </a:rPr>
                <a:t> Data</a:t>
              </a:r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199F2F9-F5BA-4D72-03C7-F20739A46606}"/>
              </a:ext>
            </a:extLst>
          </p:cNvPr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0112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Picture 11" descr="Pencils"/>
          <p:cNvPicPr/>
          <p:nvPr/>
        </p:nvPicPr>
        <p:blipFill>
          <a:blip r:embed="rId2">
            <a:alphaModFix amt="50000"/>
          </a:blip>
          <a:stretch/>
        </p:blipFill>
        <p:spPr>
          <a:xfrm>
            <a:off x="-24120" y="0"/>
            <a:ext cx="12233880" cy="7784640"/>
          </a:xfrm>
          <a:prstGeom prst="rect">
            <a:avLst/>
          </a:prstGeom>
          <a:ln w="0">
            <a:noFill/>
          </a:ln>
        </p:spPr>
      </p:pic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797400" y="299520"/>
            <a:ext cx="545148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Enduring Understanding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/>
          </p:nvPr>
        </p:nvSpPr>
        <p:spPr>
          <a:xfrm>
            <a:off x="801360" y="4316400"/>
            <a:ext cx="7821360" cy="224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Practical Applications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Let other people reuse your data (and cite you for it!)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Facilitate collaborations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Keep access to your data if you lose access to software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/>
          </p:nvPr>
        </p:nvSpPr>
        <p:spPr>
          <a:xfrm>
            <a:off x="906480" y="1754640"/>
            <a:ext cx="4549320" cy="23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ahoma"/>
                <a:ea typeface="Tahoma"/>
              </a:rPr>
              <a:t>At any scale, data interoperability can be logistically challenging (i.e. between different software) and conceptually challenging (i.e. removing data from its original context may yield different findings).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58" name="Graphic 10" descr="Lights On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431680" y="576000"/>
            <a:ext cx="914040" cy="914040"/>
          </a:xfrm>
          <a:prstGeom prst="rect">
            <a:avLst/>
          </a:prstGeom>
          <a:ln w="0"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E8C6A74-6EC6-3ABD-A878-CE057087D77A}"/>
              </a:ext>
            </a:extLst>
          </p:cNvPr>
          <p:cNvGrpSpPr/>
          <p:nvPr/>
        </p:nvGrpSpPr>
        <p:grpSpPr>
          <a:xfrm>
            <a:off x="11068304" y="99112"/>
            <a:ext cx="1123696" cy="398655"/>
            <a:chOff x="11068304" y="99112"/>
            <a:chExt cx="1123696" cy="39865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8E9A30D-F6CB-44F6-94B4-DA7A49042B7A}"/>
                </a:ext>
              </a:extLst>
            </p:cNvPr>
            <p:cNvGrpSpPr/>
            <p:nvPr/>
          </p:nvGrpSpPr>
          <p:grpSpPr>
            <a:xfrm>
              <a:off x="11068304" y="185040"/>
              <a:ext cx="251640" cy="251640"/>
              <a:chOff x="11068304" y="185040"/>
              <a:chExt cx="251640" cy="25164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CB1A32E-0A87-C380-521A-DDEDDDEB8CC0}"/>
                  </a:ext>
                </a:extLst>
              </p:cNvPr>
              <p:cNvSpPr/>
              <p:nvPr/>
            </p:nvSpPr>
            <p:spPr>
              <a:xfrm>
                <a:off x="11068304" y="185040"/>
                <a:ext cx="251640" cy="251640"/>
              </a:xfrm>
              <a:prstGeom prst="ellipse">
                <a:avLst/>
              </a:prstGeom>
              <a:solidFill>
                <a:srgbClr val="FC4C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7" descr="Badminton outline">
                <a:extLst>
                  <a:ext uri="{FF2B5EF4-FFF2-40B4-BE49-F238E27FC236}">
                    <a16:creationId xmlns:a16="http://schemas.microsoft.com/office/drawing/2014/main" id="{B8A86FB3-DA2F-8434-8F99-08978DC8BD0E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105400" y="216180"/>
                <a:ext cx="189360" cy="1893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81507A-11BC-AB4B-A67B-6B46E92D8CC1}"/>
                </a:ext>
              </a:extLst>
            </p:cNvPr>
            <p:cNvSpPr/>
            <p:nvPr/>
          </p:nvSpPr>
          <p:spPr>
            <a:xfrm flipV="1">
              <a:off x="11363760" y="298440"/>
              <a:ext cx="759240" cy="24840"/>
            </a:xfrm>
            <a:prstGeom prst="rect">
              <a:avLst/>
            </a:prstGeom>
            <a:solidFill>
              <a:srgbClr val="FC4C01"/>
            </a:solidFill>
            <a:ln>
              <a:solidFill>
                <a:srgbClr val="FC4C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93049A-0045-622B-E331-B4E606CBAF28}"/>
                </a:ext>
              </a:extLst>
            </p:cNvPr>
            <p:cNvSpPr/>
            <p:nvPr/>
          </p:nvSpPr>
          <p:spPr>
            <a:xfrm>
              <a:off x="11247276" y="99112"/>
              <a:ext cx="944724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0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Interoperable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000" spc="-1">
                  <a:solidFill>
                    <a:schemeClr val="dk1"/>
                  </a:solidFill>
                  <a:latin typeface="Tahoma"/>
                  <a:ea typeface="Tahoma"/>
                </a:rPr>
                <a:t>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62461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EB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ubTitle"/>
          </p:nvPr>
        </p:nvSpPr>
        <p:spPr>
          <a:xfrm>
            <a:off x="2514960" y="360654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200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Tahoma"/>
                <a:ea typeface="Tahoma"/>
              </a:rPr>
              <a:t>Using digital tools to make data </a:t>
            </a:r>
            <a:r>
              <a:rPr lang="en-US" sz="2200" b="1" strike="noStrike" spc="-1">
                <a:solidFill>
                  <a:srgbClr val="000000"/>
                </a:solidFill>
                <a:latin typeface="Tahoma"/>
                <a:ea typeface="Tahoma"/>
              </a:rPr>
              <a:t>FAIR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5"/>
          <p:cNvSpPr/>
          <p:nvPr/>
        </p:nvSpPr>
        <p:spPr>
          <a:xfrm>
            <a:off x="654360" y="5076360"/>
            <a:ext cx="7476180" cy="1015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000" b="0" u="sng" strike="noStrike" spc="-1">
                <a:solidFill>
                  <a:srgbClr val="0563C1"/>
                </a:solidFill>
                <a:uFillTx/>
                <a:latin typeface="Tahoma"/>
                <a:ea typeface="Tahoma"/>
                <a:hlinkClick r:id="rId3" action="ppaction://hlinksldjump"/>
              </a:rPr>
              <a:t>Electronic Notebooks</a:t>
            </a:r>
            <a:r>
              <a:rPr lang="en-US" sz="2000" u="sng" spc="-1">
                <a:solidFill>
                  <a:srgbClr val="0563C1"/>
                </a:solidFill>
                <a:latin typeface="Tahoma"/>
                <a:ea typeface="Tahoma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000" b="0" u="sng" strike="noStrike" spc="-1">
                <a:solidFill>
                  <a:srgbClr val="0563C1"/>
                </a:solidFill>
                <a:uFillTx/>
                <a:latin typeface="Tahoma"/>
                <a:ea typeface="Tahoma"/>
                <a:hlinkClick r:id="rId4" action="ppaction://hlinksldjump"/>
              </a:rPr>
              <a:t>Jupyter Notebooks</a:t>
            </a:r>
            <a:endParaRPr lang="en-US" sz="2000" b="0" u="sng" strike="noStrike" spc="-1">
              <a:solidFill>
                <a:srgbClr val="0563C1"/>
              </a:solidFill>
              <a:uFillTx/>
              <a:latin typeface="Tahoma"/>
              <a:ea typeface="Tahoma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000" u="sng" spc="-1">
                <a:solidFill>
                  <a:srgbClr val="0563C1"/>
                </a:solidFill>
                <a:latin typeface="Tahoma"/>
                <a:ea typeface="Tahoma"/>
                <a:hlinkClick r:id="rId5" action="ppaction://hlinksldjump"/>
              </a:rPr>
              <a:t>Repositories: making your data </a:t>
            </a:r>
            <a:r>
              <a:rPr lang="en-US" sz="2000" b="1" u="sng" spc="-1">
                <a:solidFill>
                  <a:srgbClr val="0563C1"/>
                </a:solidFill>
                <a:latin typeface="Tahoma"/>
                <a:ea typeface="Tahoma"/>
                <a:hlinkClick r:id="rId5" action="ppaction://hlinksldjump"/>
              </a:rPr>
              <a:t>F</a:t>
            </a:r>
            <a:r>
              <a:rPr lang="en-US" sz="2000" u="sng" spc="-1">
                <a:solidFill>
                  <a:srgbClr val="0563C1"/>
                </a:solidFill>
                <a:latin typeface="Tahoma"/>
                <a:ea typeface="Tahoma"/>
                <a:hlinkClick r:id="rId5" action="ppaction://hlinksldjump"/>
              </a:rPr>
              <a:t>indable and </a:t>
            </a:r>
            <a:r>
              <a:rPr lang="en-US" sz="2000" b="1" u="sng" spc="-1">
                <a:solidFill>
                  <a:srgbClr val="0563C1"/>
                </a:solidFill>
                <a:latin typeface="Tahoma"/>
                <a:ea typeface="Tahoma"/>
                <a:hlinkClick r:id="rId5" action="ppaction://hlinksldjump"/>
              </a:rPr>
              <a:t>A</a:t>
            </a:r>
            <a:r>
              <a:rPr lang="en-US" sz="2000" u="sng" spc="-1">
                <a:solidFill>
                  <a:srgbClr val="0563C1"/>
                </a:solidFill>
                <a:latin typeface="Tahoma"/>
                <a:ea typeface="Tahoma"/>
                <a:hlinkClick r:id="rId5" action="ppaction://hlinksldjump"/>
              </a:rPr>
              <a:t>ccessible!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Rectangle 1"/>
          <p:cNvSpPr/>
          <p:nvPr/>
        </p:nvSpPr>
        <p:spPr>
          <a:xfrm>
            <a:off x="2514960" y="3753360"/>
            <a:ext cx="9220320" cy="45360"/>
          </a:xfrm>
          <a:prstGeom prst="rect">
            <a:avLst/>
          </a:prstGeom>
          <a:solidFill>
            <a:srgbClr val="D22773"/>
          </a:solidFill>
          <a:ln>
            <a:solidFill>
              <a:srgbClr val="D22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D22773"/>
              </a:solidFill>
              <a:latin typeface="Tahoma"/>
              <a:ea typeface="Tahoma"/>
            </a:endParaRPr>
          </a:p>
        </p:txBody>
      </p:sp>
      <p:grpSp>
        <p:nvGrpSpPr>
          <p:cNvPr id="363" name="Group 10"/>
          <p:cNvGrpSpPr/>
          <p:nvPr/>
        </p:nvGrpSpPr>
        <p:grpSpPr>
          <a:xfrm>
            <a:off x="516600" y="2529000"/>
            <a:ext cx="1799640" cy="1799640"/>
            <a:chOff x="516600" y="2529000"/>
            <a:chExt cx="1799640" cy="1799640"/>
          </a:xfrm>
        </p:grpSpPr>
        <p:sp>
          <p:nvSpPr>
            <p:cNvPr id="364" name="Oval 2"/>
            <p:cNvSpPr/>
            <p:nvPr/>
          </p:nvSpPr>
          <p:spPr>
            <a:xfrm>
              <a:off x="516600" y="2529000"/>
              <a:ext cx="1799640" cy="1799640"/>
            </a:xfrm>
            <a:prstGeom prst="ellipse">
              <a:avLst/>
            </a:prstGeom>
            <a:solidFill>
              <a:srgbClr val="D2277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pic>
          <p:nvPicPr>
            <p:cNvPr id="365" name="Graphic 6" descr="Bamboo with solid fill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882720" y="2919600"/>
              <a:ext cx="1115280" cy="11152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66" name="TextBox 7"/>
          <p:cNvSpPr/>
          <p:nvPr/>
        </p:nvSpPr>
        <p:spPr>
          <a:xfrm>
            <a:off x="2514960" y="2754000"/>
            <a:ext cx="9852120" cy="9372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5500" b="0" strike="noStrike" spc="-1">
                <a:solidFill>
                  <a:schemeClr val="dk1"/>
                </a:solidFill>
                <a:latin typeface="Tahoma"/>
                <a:ea typeface="Tahoma"/>
              </a:rPr>
              <a:t>Managin</a:t>
            </a:r>
            <a:r>
              <a:rPr lang="en-US" sz="5500" spc="-1">
                <a:solidFill>
                  <a:schemeClr val="dk1"/>
                </a:solidFill>
                <a:latin typeface="Tahoma"/>
                <a:ea typeface="Tahoma"/>
              </a:rPr>
              <a:t>g </a:t>
            </a:r>
            <a:r>
              <a:rPr lang="en-US" sz="5500" b="0" strike="noStrike" spc="-1">
                <a:solidFill>
                  <a:schemeClr val="dk1"/>
                </a:solidFill>
                <a:latin typeface="Tahoma"/>
                <a:ea typeface="Tahoma"/>
              </a:rPr>
              <a:t>FAIR data records</a:t>
            </a:r>
            <a:endParaRPr lang="en-US" sz="5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EB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1"/>
          <p:cNvSpPr/>
          <p:nvPr/>
        </p:nvSpPr>
        <p:spPr>
          <a:xfrm>
            <a:off x="759600" y="2274840"/>
            <a:ext cx="1067256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0" b="1" strike="noStrike" spc="-1">
                <a:solidFill>
                  <a:srgbClr val="D22773"/>
                </a:solidFill>
                <a:latin typeface="Tahoma"/>
                <a:ea typeface="Tahoma"/>
              </a:rPr>
              <a:t>Electronic Lab Notebooks</a:t>
            </a:r>
            <a:endParaRPr lang="en-US" sz="7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Picture 2" descr="12,800+ Pink Post It Note Stock Photos, Pictures &amp; Royalty-Free Images -  iStock | Calendar"/>
          <p:cNvPicPr/>
          <p:nvPr/>
        </p:nvPicPr>
        <p:blipFill>
          <a:blip r:embed="rId2"/>
          <a:srcRect l="19355" r="18892"/>
          <a:stretch/>
        </p:blipFill>
        <p:spPr>
          <a:xfrm>
            <a:off x="7843320" y="1704960"/>
            <a:ext cx="3459240" cy="3716640"/>
          </a:xfrm>
          <a:prstGeom prst="rect">
            <a:avLst/>
          </a:prstGeom>
          <a:ln w="0">
            <a:noFill/>
          </a:ln>
        </p:spPr>
      </p:pic>
      <p:sp>
        <p:nvSpPr>
          <p:cNvPr id="399" name="TextBox 4"/>
          <p:cNvSpPr/>
          <p:nvPr/>
        </p:nvSpPr>
        <p:spPr>
          <a:xfrm>
            <a:off x="8388720" y="2541960"/>
            <a:ext cx="2577960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strike="noStrike" spc="-1">
                <a:solidFill>
                  <a:schemeClr val="dk1"/>
                </a:solidFill>
                <a:latin typeface="Tahoma"/>
                <a:ea typeface="Tahoma"/>
              </a:rPr>
              <a:t>REMEMBER!</a:t>
            </a:r>
            <a:endParaRPr lang="en-US" sz="1800" b="1" strike="noStrike" spc="-1">
              <a:solidFill>
                <a:schemeClr val="dk1"/>
              </a:solidFill>
              <a:latin typeface="Arial"/>
              <a:cs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Both protocols and laboratory records need to be detailed, accurate and complete.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5"/>
          <p:cNvSpPr/>
          <p:nvPr/>
        </p:nvSpPr>
        <p:spPr>
          <a:xfrm>
            <a:off x="335880" y="316440"/>
            <a:ext cx="11368440" cy="51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2800" b="1" strike="noStrike" spc="-1">
                <a:solidFill>
                  <a:schemeClr val="dk1"/>
                </a:solidFill>
                <a:latin typeface="Tahoma"/>
                <a:ea typeface="Tahoma"/>
              </a:rPr>
              <a:t>Good Lab Records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7" name="Picture 11"/>
          <p:cNvPicPr/>
          <p:nvPr/>
        </p:nvPicPr>
        <p:blipFill>
          <a:blip r:embed="rId3"/>
          <a:stretch/>
        </p:blipFill>
        <p:spPr>
          <a:xfrm>
            <a:off x="0" y="724680"/>
            <a:ext cx="7772040" cy="3081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" name="Diagram4"/>
          <p:cNvGraphicFramePr/>
          <p:nvPr>
            <p:extLst>
              <p:ext uri="{D42A27DB-BD31-4B8C-83A1-F6EECF244321}">
                <p14:modId xmlns:p14="http://schemas.microsoft.com/office/powerpoint/2010/main" val="784849399"/>
              </p:ext>
            </p:extLst>
          </p:nvPr>
        </p:nvGraphicFramePr>
        <p:xfrm>
          <a:off x="422640" y="1247760"/>
          <a:ext cx="6877800" cy="516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46676FE3-7E36-DF26-BD8A-BE1A8C896F6F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244AF38-3F62-D916-B7C3-613683809FB1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45" name="Oval 8">
                <a:extLst>
                  <a:ext uri="{FF2B5EF4-FFF2-40B4-BE49-F238E27FC236}">
                    <a16:creationId xmlns:a16="http://schemas.microsoft.com/office/drawing/2014/main" id="{613F58BC-CD1D-254D-81C6-0B95E800F008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46" name="Graphic 10" descr="Bamboo with solid fill">
                <a:extLst>
                  <a:ext uri="{FF2B5EF4-FFF2-40B4-BE49-F238E27FC236}">
                    <a16:creationId xmlns:a16="http://schemas.microsoft.com/office/drawing/2014/main" id="{A1B28B97-2E8F-0C9D-E9A2-A29B2C40AB4E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3" name="TextBox 3">
              <a:extLst>
                <a:ext uri="{FF2B5EF4-FFF2-40B4-BE49-F238E27FC236}">
                  <a16:creationId xmlns:a16="http://schemas.microsoft.com/office/drawing/2014/main" id="{609F7121-1405-7939-5CBB-08E509332531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6F0BE70A-661D-D9F4-6EF8-4E70302C0F2D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Box 10"/>
          <p:cNvSpPr/>
          <p:nvPr/>
        </p:nvSpPr>
        <p:spPr>
          <a:xfrm>
            <a:off x="335880" y="316440"/>
            <a:ext cx="11368440" cy="51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2800" b="1" strike="noStrike" spc="-1">
                <a:solidFill>
                  <a:schemeClr val="dk1"/>
                </a:solidFill>
                <a:latin typeface="Tahoma"/>
                <a:ea typeface="Tahoma"/>
              </a:rPr>
              <a:t>Good Lab Records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5" name="Picture 11"/>
          <p:cNvPicPr/>
          <p:nvPr/>
        </p:nvPicPr>
        <p:blipFill>
          <a:blip r:embed="rId2"/>
          <a:stretch/>
        </p:blipFill>
        <p:spPr>
          <a:xfrm>
            <a:off x="0" y="724680"/>
            <a:ext cx="7772040" cy="3081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5" name="Diagram5"/>
          <p:cNvGraphicFramePr/>
          <p:nvPr>
            <p:extLst>
              <p:ext uri="{D42A27DB-BD31-4B8C-83A1-F6EECF244321}">
                <p14:modId xmlns:p14="http://schemas.microsoft.com/office/powerpoint/2010/main" val="3300633374"/>
              </p:ext>
            </p:extLst>
          </p:nvPr>
        </p:nvGraphicFramePr>
        <p:xfrm>
          <a:off x="480240" y="1633680"/>
          <a:ext cx="5558040" cy="4433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6" name="Picture 4" descr="Sketching Science on X: &quot;Cooking and working in a lab are similar in some  ways, but different in others. Both require following recipes or protocols,  testing results, and cleaning materials. But cooking"/>
          <p:cNvPicPr/>
          <p:nvPr/>
        </p:nvPicPr>
        <p:blipFill>
          <a:blip r:embed="rId8"/>
          <a:stretch/>
        </p:blipFill>
        <p:spPr>
          <a:xfrm>
            <a:off x="6871320" y="1080000"/>
            <a:ext cx="3973680" cy="5153760"/>
          </a:xfrm>
          <a:prstGeom prst="rect">
            <a:avLst/>
          </a:prstGeom>
          <a:ln w="0">
            <a:noFill/>
          </a:ln>
        </p:spPr>
      </p:pic>
      <p:sp>
        <p:nvSpPr>
          <p:cNvPr id="417" name="TextBox 12"/>
          <p:cNvSpPr/>
          <p:nvPr/>
        </p:nvSpPr>
        <p:spPr>
          <a:xfrm>
            <a:off x="8705880" y="6067800"/>
            <a:ext cx="195192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strike="noStrike" spc="-1">
                <a:solidFill>
                  <a:schemeClr val="dk1"/>
                </a:solidFill>
                <a:latin typeface="Tahoma"/>
                <a:ea typeface="Tahoma"/>
              </a:rPr>
              <a:t>Figure credits @sketchscience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06F086-E8DC-A35D-0C99-CCDE0351159E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D68608D-F1FA-71E7-78E1-987C558FB794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7" name="Oval 8">
                <a:extLst>
                  <a:ext uri="{FF2B5EF4-FFF2-40B4-BE49-F238E27FC236}">
                    <a16:creationId xmlns:a16="http://schemas.microsoft.com/office/drawing/2014/main" id="{19525A15-4D38-3E79-A09F-3968244A02BB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10" descr="Bamboo with solid fill">
                <a:extLst>
                  <a:ext uri="{FF2B5EF4-FFF2-40B4-BE49-F238E27FC236}">
                    <a16:creationId xmlns:a16="http://schemas.microsoft.com/office/drawing/2014/main" id="{35DAFD42-DBED-EA96-E9B0-4DC74B79BE41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A113AC9-CB72-B958-58E4-53FFE88D6E7D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5FF9446D-090B-3B2C-64BC-E1C6095DD2CA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Box 4"/>
          <p:cNvSpPr/>
          <p:nvPr/>
        </p:nvSpPr>
        <p:spPr>
          <a:xfrm>
            <a:off x="171360" y="2771640"/>
            <a:ext cx="396252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Tahoma"/>
                <a:ea typeface="Tahoma"/>
              </a:rPr>
              <a:t>Let’s </a:t>
            </a:r>
            <a:r>
              <a:rPr lang="en-GB" sz="1800" b="0" i="1" strike="noStrike" spc="-1">
                <a:solidFill>
                  <a:schemeClr val="dk1"/>
                </a:solidFill>
                <a:latin typeface="Tahoma"/>
                <a:ea typeface="Tahoma"/>
              </a:rPr>
              <a:t>make ourselves a cup of tea.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7"/>
          <p:cNvSpPr/>
          <p:nvPr/>
        </p:nvSpPr>
        <p:spPr>
          <a:xfrm>
            <a:off x="575280" y="3429000"/>
            <a:ext cx="3299760" cy="912600"/>
          </a:xfrm>
          <a:prstGeom prst="rect">
            <a:avLst/>
          </a:prstGeom>
          <a:solidFill>
            <a:schemeClr val="bg2"/>
          </a:solidFill>
          <a:ln>
            <a:solidFill>
              <a:srgbClr val="D22773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rgbClr val="333333"/>
                </a:solidFill>
                <a:latin typeface="Tahoma"/>
                <a:ea typeface="Tahoma"/>
              </a:rPr>
              <a:t>Here’s a peer-reviewed protocol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rgbClr val="333333"/>
                </a:solidFill>
                <a:latin typeface="Tahoma"/>
                <a:ea typeface="Tahoma"/>
              </a:rPr>
              <a:t>for making tea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Arrow: Right 8"/>
          <p:cNvSpPr/>
          <p:nvPr/>
        </p:nvSpPr>
        <p:spPr>
          <a:xfrm>
            <a:off x="4134240" y="3668400"/>
            <a:ext cx="830160" cy="444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2"/>
          </a:solidFill>
          <a:ln>
            <a:solidFill>
              <a:srgbClr val="D227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Tahoma"/>
              <a:ea typeface="Tahoma"/>
            </a:endParaRPr>
          </a:p>
        </p:txBody>
      </p:sp>
      <p:sp>
        <p:nvSpPr>
          <p:cNvPr id="421" name="TextBox 10"/>
          <p:cNvSpPr/>
          <p:nvPr/>
        </p:nvSpPr>
        <p:spPr>
          <a:xfrm>
            <a:off x="7248240" y="6492960"/>
            <a:ext cx="34668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200" b="0" i="1" strike="noStrike" spc="-1">
                <a:solidFill>
                  <a:srgbClr val="333333"/>
                </a:solidFill>
                <a:latin typeface="Tahoma"/>
                <a:ea typeface="Tahoma"/>
              </a:rPr>
              <a:t>Figure credits: Dr Ines Boehm and Ben Thomas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44640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Tahoma"/>
                <a:ea typeface="Tahoma"/>
              </a:rPr>
              <a:t>ELNs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29" name="Picture 13"/>
          <p:cNvPicPr/>
          <p:nvPr/>
        </p:nvPicPr>
        <p:blipFill>
          <a:blip r:embed="rId2"/>
          <a:stretch/>
        </p:blipFill>
        <p:spPr>
          <a:xfrm>
            <a:off x="127800" y="1261080"/>
            <a:ext cx="7772040" cy="308160"/>
          </a:xfrm>
          <a:prstGeom prst="rect">
            <a:avLst/>
          </a:prstGeom>
          <a:ln w="0">
            <a:noFill/>
          </a:ln>
        </p:spPr>
      </p:pic>
      <p:pic>
        <p:nvPicPr>
          <p:cNvPr id="430" name="Picture 5"/>
          <p:cNvPicPr/>
          <p:nvPr/>
        </p:nvPicPr>
        <p:blipFill>
          <a:blip r:embed="rId3"/>
          <a:stretch/>
        </p:blipFill>
        <p:spPr>
          <a:xfrm>
            <a:off x="5223960" y="687960"/>
            <a:ext cx="5554080" cy="5693400"/>
          </a:xfrm>
          <a:prstGeom prst="rect">
            <a:avLst/>
          </a:prstGeom>
          <a:ln w="0"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92E18D1-DAEA-EC2F-0BBC-C5C09AE772D7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AB67DA-A087-8412-EFDD-1B7A14E06FE0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12" name="Oval 8">
                <a:extLst>
                  <a:ext uri="{FF2B5EF4-FFF2-40B4-BE49-F238E27FC236}">
                    <a16:creationId xmlns:a16="http://schemas.microsoft.com/office/drawing/2014/main" id="{991471B9-2F29-AC06-129B-04EB816DBDD7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3" name="Graphic 10" descr="Bamboo with solid fill">
                <a:extLst>
                  <a:ext uri="{FF2B5EF4-FFF2-40B4-BE49-F238E27FC236}">
                    <a16:creationId xmlns:a16="http://schemas.microsoft.com/office/drawing/2014/main" id="{30CED13B-F99C-E2AB-26BD-28D4900C89F0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70F9E59D-B262-C1F9-0CA2-877FD02F84D9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FA54AECF-63D7-EC4D-83A8-B3CFEBD7FA2C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4" descr="Nalgene™ Lab Notebooks with PolyPaper™ Pages"/>
          <p:cNvPicPr/>
          <p:nvPr/>
        </p:nvPicPr>
        <p:blipFill>
          <a:blip r:embed="rId2"/>
          <a:srcRect l="16890" r="14259"/>
          <a:stretch/>
        </p:blipFill>
        <p:spPr>
          <a:xfrm>
            <a:off x="3164400" y="432000"/>
            <a:ext cx="1584000" cy="2305080"/>
          </a:xfrm>
          <a:prstGeom prst="rect">
            <a:avLst/>
          </a:prstGeom>
          <a:ln w="0">
            <a:noFill/>
          </a:ln>
        </p:spPr>
      </p:pic>
      <p:sp>
        <p:nvSpPr>
          <p:cNvPr id="432" name="TextBox 7"/>
          <p:cNvSpPr/>
          <p:nvPr/>
        </p:nvSpPr>
        <p:spPr>
          <a:xfrm>
            <a:off x="575280" y="3130560"/>
            <a:ext cx="5182560" cy="6397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70AD47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It does not require the internet.​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70AD47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Directly draw on your records.</a:t>
            </a:r>
            <a:r>
              <a:rPr lang="en-GB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3" name="Picture 9" descr="Unified ELN workspace"/>
          <p:cNvPicPr/>
          <p:nvPr/>
        </p:nvPicPr>
        <p:blipFill>
          <a:blip r:embed="rId3"/>
          <a:stretch/>
        </p:blipFill>
        <p:spPr>
          <a:xfrm>
            <a:off x="7690680" y="500760"/>
            <a:ext cx="3663000" cy="2285640"/>
          </a:xfrm>
          <a:prstGeom prst="rect">
            <a:avLst/>
          </a:prstGeom>
          <a:ln w="0">
            <a:noFill/>
          </a:ln>
        </p:spPr>
      </p:pic>
      <p:sp>
        <p:nvSpPr>
          <p:cNvPr id="434" name="TextBox 10"/>
          <p:cNvSpPr/>
          <p:nvPr/>
        </p:nvSpPr>
        <p:spPr>
          <a:xfrm>
            <a:off x="6186600" y="2974680"/>
            <a:ext cx="5273280" cy="28342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70AD47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Your data is organised and searchable.</a:t>
            </a:r>
            <a:r>
              <a:rPr lang="en-US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70AD47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Allows off-site archiving</a:t>
            </a:r>
            <a:r>
              <a:rPr lang="en-US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​.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70AD47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You can have templates (e.g.: protocols/assay / entries )</a:t>
            </a:r>
            <a:r>
              <a:rPr lang="en-US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​ - </a:t>
            </a:r>
            <a:r>
              <a:rPr lang="en-GB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Easy to copy data entries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70AD47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Can be shared instantly; global access within a group</a:t>
            </a:r>
            <a:r>
              <a:rPr lang="en-US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​.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70AD47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Doesn’t take up physical space (no record rooms/folders)​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70AD47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Regular backups</a:t>
            </a:r>
            <a:r>
              <a:rPr lang="en-US" sz="1800" b="0" strike="noStrike" spc="-1">
                <a:solidFill>
                  <a:schemeClr val="accent6"/>
                </a:solidFill>
                <a:latin typeface="Tahoma"/>
                <a:ea typeface="Tahoma"/>
              </a:rPr>
              <a:t>​.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11"/>
          <p:cNvSpPr/>
          <p:nvPr/>
        </p:nvSpPr>
        <p:spPr>
          <a:xfrm>
            <a:off x="6195960" y="5751000"/>
            <a:ext cx="5264640" cy="6397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EC002D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EC002D"/>
                </a:solidFill>
                <a:latin typeface="Tahoma"/>
                <a:ea typeface="Tahoma"/>
              </a:rPr>
              <a:t>Requires internet access​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C002D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EC002D"/>
                </a:solidFill>
                <a:latin typeface="Tahoma"/>
                <a:ea typeface="Tahoma"/>
              </a:rPr>
              <a:t>Better if you have a laptop or tablet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12"/>
          <p:cNvSpPr/>
          <p:nvPr/>
        </p:nvSpPr>
        <p:spPr>
          <a:xfrm>
            <a:off x="1805400" y="342900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Tahoma"/>
              <a:ea typeface="Tahoma"/>
            </a:endParaRPr>
          </a:p>
        </p:txBody>
      </p:sp>
      <p:sp>
        <p:nvSpPr>
          <p:cNvPr id="437" name="TextBox 13"/>
          <p:cNvSpPr/>
          <p:nvPr/>
        </p:nvSpPr>
        <p:spPr>
          <a:xfrm>
            <a:off x="573120" y="3899160"/>
            <a:ext cx="5180040" cy="14626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EC002D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EC002D"/>
                </a:solidFill>
                <a:latin typeface="Tahoma"/>
                <a:ea typeface="Tahoma"/>
              </a:rPr>
              <a:t>​</a:t>
            </a:r>
            <a:r>
              <a:rPr lang="en-US" sz="1800" b="0" strike="noStrike" spc="-1">
                <a:solidFill>
                  <a:srgbClr val="EC002D"/>
                </a:solidFill>
                <a:latin typeface="Tahoma"/>
                <a:ea typeface="Tahoma"/>
              </a:rPr>
              <a:t>Can be lost or damaged​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C002D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EC002D"/>
                </a:solidFill>
                <a:latin typeface="Tahoma"/>
                <a:ea typeface="Tahoma"/>
              </a:rPr>
              <a:t>Handwriting is not always intelligible 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C002D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EC002D"/>
                </a:solidFill>
                <a:latin typeface="Tahoma"/>
                <a:ea typeface="Tahoma"/>
              </a:rPr>
              <a:t>Hard to edit and share​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C002D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EC002D"/>
                </a:solidFill>
                <a:latin typeface="Tahoma"/>
                <a:ea typeface="Tahoma"/>
              </a:rPr>
              <a:t>Hard to reuse information​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C002D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EC002D"/>
                </a:solidFill>
                <a:latin typeface="Tahoma"/>
                <a:ea typeface="Tahoma"/>
              </a:rPr>
              <a:t>Not findable/ accessible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14"/>
          <p:cNvSpPr/>
          <p:nvPr/>
        </p:nvSpPr>
        <p:spPr>
          <a:xfrm>
            <a:off x="4910400" y="3243960"/>
            <a:ext cx="169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  <a:ea typeface="Tahoma"/>
              </a:rPr>
              <a:t>Pros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Box 15"/>
          <p:cNvSpPr/>
          <p:nvPr/>
        </p:nvSpPr>
        <p:spPr>
          <a:xfrm>
            <a:off x="4910400" y="4589640"/>
            <a:ext cx="169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Tahoma"/>
                <a:ea typeface="Tahoma"/>
              </a:rPr>
              <a:t>Cons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Box 16"/>
          <p:cNvSpPr/>
          <p:nvPr/>
        </p:nvSpPr>
        <p:spPr>
          <a:xfrm>
            <a:off x="10496520" y="4912560"/>
            <a:ext cx="169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Tahoma"/>
                <a:ea typeface="Tahoma"/>
              </a:rPr>
              <a:t>Pros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17"/>
          <p:cNvSpPr/>
          <p:nvPr/>
        </p:nvSpPr>
        <p:spPr>
          <a:xfrm>
            <a:off x="10694880" y="5817960"/>
            <a:ext cx="169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Tahoma"/>
                <a:ea typeface="Tahoma"/>
              </a:rPr>
              <a:t>Cons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772560" y="1311840"/>
            <a:ext cx="30751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l-PL" sz="4400" b="1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Paper 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3" name="TextBox 20"/>
          <p:cNvSpPr/>
          <p:nvPr/>
        </p:nvSpPr>
        <p:spPr>
          <a:xfrm>
            <a:off x="6188040" y="1585800"/>
            <a:ext cx="2742840" cy="76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l-PL" sz="4400" b="1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ELN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872225-0183-83AB-A6C6-9D726200DAFE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6D2FB85-3269-85D4-B554-61327936C95F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6" name="Oval 8">
                <a:extLst>
                  <a:ext uri="{FF2B5EF4-FFF2-40B4-BE49-F238E27FC236}">
                    <a16:creationId xmlns:a16="http://schemas.microsoft.com/office/drawing/2014/main" id="{A56B2ABA-48F3-1BB2-883B-408E5BB46526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10" descr="Bamboo with solid fill">
                <a:extLst>
                  <a:ext uri="{FF2B5EF4-FFF2-40B4-BE49-F238E27FC236}">
                    <a16:creationId xmlns:a16="http://schemas.microsoft.com/office/drawing/2014/main" id="{44121D4F-9D4A-AA47-8D41-1AB1B45F5E67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BE37735-62F0-0A64-F052-6C58C6844E50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4B94CB0D-86BA-D253-5CD3-5216A5A32BCD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itle 1"/>
          <p:cNvSpPr/>
          <p:nvPr/>
        </p:nvSpPr>
        <p:spPr>
          <a:xfrm>
            <a:off x="3604320" y="193680"/>
            <a:ext cx="6096600" cy="60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noAutofit/>
          </a:bodyPr>
          <a:lstStyle/>
          <a:p>
            <a:pPr defTabSz="914400">
              <a:lnSpc>
                <a:spcPct val="90000"/>
              </a:lnSpc>
            </a:pPr>
            <a:endParaRPr lang="en-GB" sz="2800" b="0" strike="noStrike" spc="-1">
              <a:solidFill>
                <a:srgbClr val="0070C0"/>
              </a:solidFill>
              <a:latin typeface="Tahoma"/>
              <a:ea typeface="Tahoma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406800" y="186840"/>
            <a:ext cx="8318880" cy="122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000" b="1" strike="noStrike" spc="-1">
                <a:solidFill>
                  <a:srgbClr val="D22773"/>
                </a:solidFill>
                <a:latin typeface="Tahoma"/>
                <a:ea typeface="Tahoma"/>
              </a:rPr>
              <a:t>How do I choose an ELN?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2" name="TextBox 1"/>
          <p:cNvSpPr/>
          <p:nvPr/>
        </p:nvSpPr>
        <p:spPr>
          <a:xfrm>
            <a:off x="3297960" y="1627560"/>
            <a:ext cx="6263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2800" b="0" strike="noStrike" spc="-1">
                <a:solidFill>
                  <a:schemeClr val="dk1"/>
                </a:solidFill>
                <a:latin typeface="Tahoma"/>
                <a:ea typeface="Tahoma"/>
              </a:rPr>
              <a:t>Does my group already use one?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7"/>
          <p:cNvSpPr/>
          <p:nvPr/>
        </p:nvSpPr>
        <p:spPr>
          <a:xfrm>
            <a:off x="3948480" y="3525840"/>
            <a:ext cx="20646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24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Use that one!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Arrow: Down 8"/>
          <p:cNvSpPr/>
          <p:nvPr/>
        </p:nvSpPr>
        <p:spPr>
          <a:xfrm>
            <a:off x="4629240" y="2371320"/>
            <a:ext cx="432360" cy="937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rgbClr val="0070C0"/>
              </a:solidFill>
              <a:latin typeface="Tahoma"/>
              <a:ea typeface="Tahoma"/>
            </a:endParaRPr>
          </a:p>
        </p:txBody>
      </p:sp>
      <p:sp>
        <p:nvSpPr>
          <p:cNvPr id="455" name="Arrow: Down 9"/>
          <p:cNvSpPr/>
          <p:nvPr/>
        </p:nvSpPr>
        <p:spPr>
          <a:xfrm>
            <a:off x="6598440" y="2371320"/>
            <a:ext cx="483840" cy="937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rgbClr val="0070C0"/>
              </a:solidFill>
              <a:latin typeface="Tahoma"/>
              <a:ea typeface="Tahoma"/>
            </a:endParaRPr>
          </a:p>
        </p:txBody>
      </p:sp>
      <p:sp>
        <p:nvSpPr>
          <p:cNvPr id="456" name="TextBox 10"/>
          <p:cNvSpPr/>
          <p:nvPr/>
        </p:nvSpPr>
        <p:spPr>
          <a:xfrm>
            <a:off x="3876480" y="2509200"/>
            <a:ext cx="7707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2800" b="1" strike="noStrike" spc="-1">
                <a:solidFill>
                  <a:srgbClr val="92D050"/>
                </a:solidFill>
                <a:latin typeface="Tahoma"/>
                <a:ea typeface="Tahoma"/>
              </a:rPr>
              <a:t>Yes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Box 16"/>
          <p:cNvSpPr/>
          <p:nvPr/>
        </p:nvSpPr>
        <p:spPr>
          <a:xfrm>
            <a:off x="7157880" y="2501640"/>
            <a:ext cx="6872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2800" b="1" strike="noStrike" spc="-1">
                <a:solidFill>
                  <a:srgbClr val="0070C0"/>
                </a:solidFill>
                <a:latin typeface="Tahoma"/>
                <a:ea typeface="Tahoma"/>
              </a:rPr>
              <a:t>No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Box 17"/>
          <p:cNvSpPr/>
          <p:nvPr/>
        </p:nvSpPr>
        <p:spPr>
          <a:xfrm>
            <a:off x="6429600" y="3548880"/>
            <a:ext cx="5288400" cy="283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Things to consider: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Cost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Traceable? (data cannot be deleted and is time-stamped)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Where are the servers located?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Can the data be downloaded?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What happens to the data when someone leaves the group?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9" name="Picture 2" descr="24+ Thousand Child Thinking Icon Royalty-Free Images, Stock Photos &amp;  Pictures | Shutterstock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-7560" y="3468600"/>
            <a:ext cx="3858120" cy="3022200"/>
          </a:xfrm>
          <a:prstGeom prst="rect">
            <a:avLst/>
          </a:prstGeom>
          <a:ln w="0"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7198F9E-675A-06E8-B402-BB350F7D9C5A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36FA1F5-4C37-7D17-2672-71B75079DB77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12" name="Oval 8">
                <a:extLst>
                  <a:ext uri="{FF2B5EF4-FFF2-40B4-BE49-F238E27FC236}">
                    <a16:creationId xmlns:a16="http://schemas.microsoft.com/office/drawing/2014/main" id="{11EEF72C-5B72-64C9-893B-8E15429CB9A5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3" name="Graphic 10" descr="Bamboo with solid fill">
                <a:extLst>
                  <a:ext uri="{FF2B5EF4-FFF2-40B4-BE49-F238E27FC236}">
                    <a16:creationId xmlns:a16="http://schemas.microsoft.com/office/drawing/2014/main" id="{1ABD9465-F997-C681-C3CF-43F3A1E48615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AB270A23-BAC3-B07F-39FD-74F7E21E8F90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368CFCCA-E22C-F4E7-5507-81B6B098B809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Box 10"/>
          <p:cNvSpPr/>
          <p:nvPr/>
        </p:nvSpPr>
        <p:spPr>
          <a:xfrm>
            <a:off x="477360" y="1268640"/>
            <a:ext cx="3416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2400" b="1" strike="noStrike" spc="-1">
                <a:solidFill>
                  <a:schemeClr val="dk1"/>
                </a:solidFill>
                <a:latin typeface="Tahoma"/>
                <a:ea typeface="Tahoma"/>
              </a:rPr>
              <a:t>WikiBench (UoE Wiki)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397440" y="300240"/>
            <a:ext cx="8229240" cy="85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3400" b="1" strike="noStrike" spc="-1">
                <a:solidFill>
                  <a:srgbClr val="D22773"/>
                </a:solidFill>
                <a:latin typeface="Tahoma"/>
                <a:ea typeface="Tahoma"/>
              </a:rPr>
              <a:t>Which ELNs are used in SBS?</a:t>
            </a:r>
            <a:endParaRPr lang="en-US" sz="3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68" name="Picture 24"/>
          <p:cNvPicPr/>
          <p:nvPr/>
        </p:nvPicPr>
        <p:blipFill>
          <a:blip r:embed="rId3"/>
          <a:stretch/>
        </p:blipFill>
        <p:spPr>
          <a:xfrm>
            <a:off x="7069320" y="1687680"/>
            <a:ext cx="3733560" cy="1194480"/>
          </a:xfrm>
          <a:prstGeom prst="rect">
            <a:avLst/>
          </a:prstGeom>
          <a:ln w="0">
            <a:noFill/>
          </a:ln>
        </p:spPr>
      </p:pic>
      <p:pic>
        <p:nvPicPr>
          <p:cNvPr id="469" name="Picture 13"/>
          <p:cNvPicPr/>
          <p:nvPr/>
        </p:nvPicPr>
        <p:blipFill>
          <a:blip r:embed="rId4"/>
          <a:stretch/>
        </p:blipFill>
        <p:spPr>
          <a:xfrm>
            <a:off x="487080" y="1749960"/>
            <a:ext cx="4869720" cy="4660920"/>
          </a:xfrm>
          <a:prstGeom prst="rect">
            <a:avLst/>
          </a:prstGeom>
          <a:ln w="0">
            <a:noFill/>
          </a:ln>
        </p:spPr>
      </p:pic>
      <p:pic>
        <p:nvPicPr>
          <p:cNvPr id="470" name="Picture 25"/>
          <p:cNvPicPr/>
          <p:nvPr/>
        </p:nvPicPr>
        <p:blipFill>
          <a:blip r:embed="rId5"/>
          <a:stretch/>
        </p:blipFill>
        <p:spPr>
          <a:xfrm>
            <a:off x="7069320" y="785880"/>
            <a:ext cx="3933000" cy="828720"/>
          </a:xfrm>
          <a:prstGeom prst="rect">
            <a:avLst/>
          </a:prstGeom>
          <a:ln w="0">
            <a:noFill/>
          </a:ln>
        </p:spPr>
      </p:pic>
      <p:pic>
        <p:nvPicPr>
          <p:cNvPr id="471" name="Picture 27"/>
          <p:cNvPicPr/>
          <p:nvPr/>
        </p:nvPicPr>
        <p:blipFill>
          <a:blip r:embed="rId6"/>
          <a:stretch/>
        </p:blipFill>
        <p:spPr>
          <a:xfrm>
            <a:off x="7069320" y="2955240"/>
            <a:ext cx="3483000" cy="647640"/>
          </a:xfrm>
          <a:prstGeom prst="rect">
            <a:avLst/>
          </a:prstGeom>
          <a:ln w="0">
            <a:noFill/>
          </a:ln>
        </p:spPr>
      </p:pic>
      <p:pic>
        <p:nvPicPr>
          <p:cNvPr id="472" name="Picture 29"/>
          <p:cNvPicPr/>
          <p:nvPr/>
        </p:nvPicPr>
        <p:blipFill>
          <a:blip r:embed="rId7"/>
          <a:srcRect r="51954"/>
          <a:stretch/>
        </p:blipFill>
        <p:spPr>
          <a:xfrm>
            <a:off x="7069320" y="3838320"/>
            <a:ext cx="1684080" cy="1517760"/>
          </a:xfrm>
          <a:prstGeom prst="rect">
            <a:avLst/>
          </a:prstGeom>
          <a:ln w="0">
            <a:noFill/>
          </a:ln>
        </p:spPr>
      </p:pic>
      <p:sp>
        <p:nvSpPr>
          <p:cNvPr id="473" name="TextBox 1"/>
          <p:cNvSpPr/>
          <p:nvPr/>
        </p:nvSpPr>
        <p:spPr>
          <a:xfrm>
            <a:off x="8791920" y="5027040"/>
            <a:ext cx="1107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For code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Picture 2"/>
          <p:cNvPicPr/>
          <p:nvPr/>
        </p:nvPicPr>
        <p:blipFill>
          <a:blip r:embed="rId8"/>
          <a:stretch/>
        </p:blipFill>
        <p:spPr>
          <a:xfrm>
            <a:off x="7069320" y="5747760"/>
            <a:ext cx="3052080" cy="456840"/>
          </a:xfrm>
          <a:prstGeom prst="rect">
            <a:avLst/>
          </a:prstGeom>
          <a:ln w="0">
            <a:noFill/>
          </a:ln>
        </p:spPr>
      </p:pic>
      <p:sp>
        <p:nvSpPr>
          <p:cNvPr id="475" name="TextBox 11"/>
          <p:cNvSpPr/>
          <p:nvPr/>
        </p:nvSpPr>
        <p:spPr>
          <a:xfrm>
            <a:off x="7022880" y="6226560"/>
            <a:ext cx="3416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For keeping/sharing protocols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26B185-21A1-C672-6558-FBE39E8B6A03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87BDF1-0B71-5DE7-A308-8A7568AA6045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12" name="Oval 8">
                <a:extLst>
                  <a:ext uri="{FF2B5EF4-FFF2-40B4-BE49-F238E27FC236}">
                    <a16:creationId xmlns:a16="http://schemas.microsoft.com/office/drawing/2014/main" id="{51C59080-4A70-7E23-BF65-37A955957CA6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3" name="Graphic 10" descr="Bamboo with solid fill">
                <a:extLst>
                  <a:ext uri="{FF2B5EF4-FFF2-40B4-BE49-F238E27FC236}">
                    <a16:creationId xmlns:a16="http://schemas.microsoft.com/office/drawing/2014/main" id="{43FBFCA3-5D21-E238-A04C-116F0E4183C2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FBB39FE0-13D0-FAE5-FE13-1AB99A67DDB8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2C4346B8-D990-A9A7-379E-5BDB5ADE42BD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Picture 5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582120" y="5705280"/>
            <a:ext cx="3201120" cy="674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6" name="Diagram6"/>
          <p:cNvGraphicFramePr/>
          <p:nvPr>
            <p:extLst>
              <p:ext uri="{D42A27DB-BD31-4B8C-83A1-F6EECF244321}">
                <p14:modId xmlns:p14="http://schemas.microsoft.com/office/powerpoint/2010/main" val="2586195873"/>
              </p:ext>
            </p:extLst>
          </p:nvPr>
        </p:nvGraphicFramePr>
        <p:xfrm>
          <a:off x="2673360" y="1248840"/>
          <a:ext cx="6844680" cy="455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89" name="Picture 12"/>
          <p:cNvPicPr/>
          <p:nvPr/>
        </p:nvPicPr>
        <p:blipFill>
          <a:blip r:embed="rId9"/>
          <a:stretch/>
        </p:blipFill>
        <p:spPr>
          <a:xfrm>
            <a:off x="0" y="1025640"/>
            <a:ext cx="7772040" cy="308160"/>
          </a:xfrm>
          <a:prstGeom prst="rect">
            <a:avLst/>
          </a:prstGeom>
          <a:ln w="0">
            <a:noFill/>
          </a:ln>
        </p:spPr>
      </p:pic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341640" y="1094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1" strike="noStrike" spc="-1">
                <a:solidFill>
                  <a:schemeClr val="dk1"/>
                </a:solidFill>
                <a:latin typeface="Tahoma"/>
                <a:ea typeface="Tahoma"/>
              </a:rPr>
              <a:t>Example of good record keeping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1" name="TextBox 13">
            <a:hlinkClick r:id="rId2"/>
          </p:cNvPr>
          <p:cNvSpPr/>
          <p:nvPr/>
        </p:nvSpPr>
        <p:spPr>
          <a:xfrm>
            <a:off x="4285800" y="5906520"/>
            <a:ext cx="65829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u="sng" strike="noStrike" spc="-1">
                <a:solidFill>
                  <a:schemeClr val="dk1"/>
                </a:solidFill>
                <a:highlight>
                  <a:srgbClr val="FFC6E2"/>
                </a:highlight>
                <a:uFillTx/>
                <a:latin typeface="Tahoma"/>
                <a:ea typeface="Tahoma"/>
                <a:hlinkClick r:id="rId2"/>
              </a:rPr>
              <a:t>https://benchling.com/s/etr-0FdV1H0rpWeHk4H72NOg/edit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16"/>
          <p:cNvSpPr/>
          <p:nvPr/>
        </p:nvSpPr>
        <p:spPr>
          <a:xfrm>
            <a:off x="9683280" y="4824360"/>
            <a:ext cx="2347920" cy="516600"/>
          </a:xfrm>
          <a:prstGeom prst="rect">
            <a:avLst/>
          </a:prstGeom>
          <a:noFill/>
          <a:ln w="9525">
            <a:solidFill>
              <a:srgbClr val="EA2A7E"/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ahoma"/>
                <a:ea typeface="Tahoma"/>
              </a:rPr>
              <a:t>Issues accessing the link? Please let us know </a:t>
            </a:r>
            <a:r>
              <a:rPr lang="en-US" sz="1400" b="0" strike="noStrike" spc="-1">
                <a:solidFill>
                  <a:schemeClr val="dk1"/>
                </a:solidFill>
                <a:latin typeface="Wingdings"/>
                <a:ea typeface="Tahoma"/>
              </a:rPr>
              <a:t>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3" name="Graphic 29" descr="Questions outlin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5638680" y="2971800"/>
            <a:ext cx="914040" cy="914040"/>
          </a:xfrm>
          <a:prstGeom prst="rect">
            <a:avLst/>
          </a:prstGeom>
          <a:ln w="0">
            <a:noFill/>
          </a:ln>
        </p:spPr>
      </p:pic>
      <p:pic>
        <p:nvPicPr>
          <p:cNvPr id="494" name="Graphic 31" descr="Questions outlin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638680" y="2971800"/>
            <a:ext cx="914040" cy="914040"/>
          </a:xfrm>
          <a:prstGeom prst="rect">
            <a:avLst/>
          </a:prstGeom>
          <a:ln w="0">
            <a:noFill/>
          </a:ln>
        </p:spPr>
      </p:pic>
      <p:pic>
        <p:nvPicPr>
          <p:cNvPr id="495" name="Graphic 33" descr="Questions outlin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0785600" y="5465880"/>
            <a:ext cx="914040" cy="914040"/>
          </a:xfrm>
          <a:prstGeom prst="rect">
            <a:avLst/>
          </a:prstGeom>
          <a:ln w="0">
            <a:noFill/>
          </a:ln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B84A9F8D-1AA7-5726-7187-7E6280303B1E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63992C8-0637-3E79-A932-281EA668298C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39" name="Oval 8">
                <a:extLst>
                  <a:ext uri="{FF2B5EF4-FFF2-40B4-BE49-F238E27FC236}">
                    <a16:creationId xmlns:a16="http://schemas.microsoft.com/office/drawing/2014/main" id="{054182C8-5B07-9952-C29B-47BBBAEC884F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40" name="Graphic 10" descr="Bamboo with solid fill">
                <a:extLst>
                  <a:ext uri="{FF2B5EF4-FFF2-40B4-BE49-F238E27FC236}">
                    <a16:creationId xmlns:a16="http://schemas.microsoft.com/office/drawing/2014/main" id="{A05FCDC4-C98C-8171-F972-FD45D88AC3BA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7" name="TextBox 3">
              <a:extLst>
                <a:ext uri="{FF2B5EF4-FFF2-40B4-BE49-F238E27FC236}">
                  <a16:creationId xmlns:a16="http://schemas.microsoft.com/office/drawing/2014/main" id="{2992E747-0D0D-76C9-2644-42008F132DA2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6F25B714-D256-05B3-7BC4-E5A6FC4BB395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Picture 2" descr="Benchling More than Doubles Customer Base for the Second Consecutive Year"/>
          <p:cNvPicPr/>
          <p:nvPr/>
        </p:nvPicPr>
        <p:blipFill>
          <a:blip r:embed="rId3"/>
          <a:stretch/>
        </p:blipFill>
        <p:spPr>
          <a:xfrm>
            <a:off x="4853520" y="5006520"/>
            <a:ext cx="2477520" cy="1301760"/>
          </a:xfrm>
          <a:prstGeom prst="rect">
            <a:avLst/>
          </a:prstGeom>
          <a:ln w="0">
            <a:noFill/>
          </a:ln>
        </p:spPr>
      </p:pic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62640" y="372960"/>
            <a:ext cx="8229240" cy="85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GB" sz="4000" b="1" strike="noStrike" spc="-1">
                <a:solidFill>
                  <a:schemeClr val="dk1"/>
                </a:solidFill>
                <a:latin typeface="Tahoma"/>
                <a:ea typeface="Tahoma"/>
              </a:rPr>
              <a:t>ELNs Resources from </a:t>
            </a:r>
            <a:r>
              <a:rPr lang="en-GB" sz="4000" b="1" strike="noStrike" spc="-1" err="1">
                <a:solidFill>
                  <a:schemeClr val="dk1"/>
                </a:solidFill>
                <a:latin typeface="Tahoma"/>
                <a:ea typeface="Tahoma"/>
              </a:rPr>
              <a:t>BioRDM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8" name="TextBox 2"/>
          <p:cNvSpPr/>
          <p:nvPr/>
        </p:nvSpPr>
        <p:spPr>
          <a:xfrm>
            <a:off x="9538560" y="6032160"/>
            <a:ext cx="2169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bio_rdm@ed.ac.uk</a:t>
            </a:r>
            <a:r>
              <a:rPr lang="en-US" sz="1800" b="0" strike="noStrike" spc="-1">
                <a:solidFill>
                  <a:schemeClr val="dk1"/>
                </a:solidFill>
                <a:latin typeface="Tahoma"/>
                <a:ea typeface="Tahoma"/>
              </a:rPr>
              <a:t>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Box 12"/>
          <p:cNvSpPr/>
          <p:nvPr/>
        </p:nvSpPr>
        <p:spPr>
          <a:xfrm>
            <a:off x="1328760" y="4509360"/>
            <a:ext cx="9770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u="sng" strike="noStrike" spc="-1">
                <a:solidFill>
                  <a:srgbClr val="6DC553"/>
                </a:solidFill>
                <a:uFillTx/>
                <a:latin typeface="Tahoma"/>
                <a:ea typeface="Tahoma"/>
                <a:hlinkClick r:id="rId4"/>
              </a:rPr>
              <a:t>https://www.wiki.ed.ac.uk/spaces/RDMS/pages/463750251/Benchling+quick+tutorial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15"/>
          <p:cNvSpPr/>
          <p:nvPr/>
        </p:nvSpPr>
        <p:spPr>
          <a:xfrm>
            <a:off x="2767680" y="2217600"/>
            <a:ext cx="7850520" cy="4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u="sng" strike="noStrike" spc="-1">
                <a:solidFill>
                  <a:srgbClr val="6DC553"/>
                </a:solidFill>
                <a:uFillTx/>
                <a:latin typeface="Tahoma"/>
                <a:ea typeface="Tahoma"/>
                <a:hlinkClick r:id="rId5"/>
              </a:rPr>
              <a:t>https://www.wiki.ed.ac.uk/x/f0SkGw</a:t>
            </a:r>
            <a:r>
              <a:rPr lang="pl-PL" sz="1800" b="0" strike="noStrike" spc="-1">
                <a:solidFill>
                  <a:srgbClr val="6DC553"/>
                </a:solidFill>
                <a:latin typeface="Tahoma"/>
                <a:ea typeface="Tahoma"/>
              </a:rPr>
              <a:t>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5"/>
          <p:cNvSpPr/>
          <p:nvPr/>
        </p:nvSpPr>
        <p:spPr>
          <a:xfrm>
            <a:off x="461160" y="3752640"/>
            <a:ext cx="35949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Hands-on tutorial on Benchling: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Arrow: Down 11"/>
          <p:cNvSpPr/>
          <p:nvPr/>
        </p:nvSpPr>
        <p:spPr>
          <a:xfrm rot="13951800">
            <a:off x="2266200" y="2714040"/>
            <a:ext cx="427320" cy="501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22773"/>
          </a:solidFill>
          <a:ln>
            <a:solidFill>
              <a:srgbClr val="D227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dk1"/>
              </a:solidFill>
              <a:latin typeface="Tahoma"/>
              <a:ea typeface="Tahoma"/>
            </a:endParaRPr>
          </a:p>
        </p:txBody>
      </p:sp>
      <p:sp>
        <p:nvSpPr>
          <p:cNvPr id="503" name="Arrow: Down 14"/>
          <p:cNvSpPr/>
          <p:nvPr/>
        </p:nvSpPr>
        <p:spPr>
          <a:xfrm rot="18205800">
            <a:off x="2226600" y="1815480"/>
            <a:ext cx="427320" cy="501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22773"/>
          </a:solidFill>
          <a:ln>
            <a:solidFill>
              <a:srgbClr val="D227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dk1"/>
              </a:solidFill>
              <a:latin typeface="Tahoma"/>
              <a:ea typeface="Tahoma"/>
            </a:endParaRPr>
          </a:p>
        </p:txBody>
      </p:sp>
      <p:pic>
        <p:nvPicPr>
          <p:cNvPr id="510" name="Picture 10" descr="A pink arrows pointing to the left&#10;&#10;AI-generated content may be incorrect."/>
          <p:cNvPicPr/>
          <p:nvPr/>
        </p:nvPicPr>
        <p:blipFill>
          <a:blip r:embed="rId6"/>
          <a:stretch/>
        </p:blipFill>
        <p:spPr>
          <a:xfrm rot="10800000">
            <a:off x="6618240" y="1616760"/>
            <a:ext cx="863280" cy="1854000"/>
          </a:xfrm>
          <a:prstGeom prst="rect">
            <a:avLst/>
          </a:prstGeom>
          <a:ln w="0">
            <a:noFill/>
          </a:ln>
        </p:spPr>
      </p:pic>
      <p:pic>
        <p:nvPicPr>
          <p:cNvPr id="511" name="Picture 13"/>
          <p:cNvPicPr/>
          <p:nvPr/>
        </p:nvPicPr>
        <p:blipFill>
          <a:blip r:embed="rId7"/>
          <a:stretch/>
        </p:blipFill>
        <p:spPr>
          <a:xfrm>
            <a:off x="0" y="1025640"/>
            <a:ext cx="7772040" cy="308160"/>
          </a:xfrm>
          <a:prstGeom prst="rect">
            <a:avLst/>
          </a:prstGeom>
          <a:ln w="0">
            <a:noFill/>
          </a:ln>
        </p:spPr>
      </p:pic>
      <p:pic>
        <p:nvPicPr>
          <p:cNvPr id="512" name="Picture 2" descr="mail Vector Icons free download in SVG, PNG Format"/>
          <p:cNvPicPr/>
          <p:nvPr/>
        </p:nvPicPr>
        <p:blipFill>
          <a:blip r:embed="rId8"/>
          <a:stretch/>
        </p:blipFill>
        <p:spPr>
          <a:xfrm>
            <a:off x="9084600" y="5952960"/>
            <a:ext cx="527760" cy="527760"/>
          </a:xfrm>
          <a:prstGeom prst="rect">
            <a:avLst/>
          </a:prstGeom>
          <a:ln w="0"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8B48034-9AA6-C821-54B4-5F802CFF8E3F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043BCA1-C0E1-DD9B-71BB-3BAA2B0B1AE7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12" name="Oval 8">
                <a:extLst>
                  <a:ext uri="{FF2B5EF4-FFF2-40B4-BE49-F238E27FC236}">
                    <a16:creationId xmlns:a16="http://schemas.microsoft.com/office/drawing/2014/main" id="{08DD50CB-86F2-CCD0-4F77-93BA1507C8E7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3" name="Graphic 10" descr="Bamboo with solid fill">
                <a:extLst>
                  <a:ext uri="{FF2B5EF4-FFF2-40B4-BE49-F238E27FC236}">
                    <a16:creationId xmlns:a16="http://schemas.microsoft.com/office/drawing/2014/main" id="{E63F0331-B759-151D-59DA-DA44B7A29A8A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AF71DC85-1807-ACE0-8A78-3D93A4F2BE89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35005073-FC8B-0D29-ED12-D63E812CA288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" name="Rectangle 10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4" name="TextBox 5"/>
          <p:cNvSpPr/>
          <p:nvPr/>
        </p:nvSpPr>
        <p:spPr>
          <a:xfrm>
            <a:off x="290520" y="214560"/>
            <a:ext cx="1868400" cy="107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5833"/>
          </a:bodyPr>
          <a:lstStyle/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5200" b="0" strike="noStrike" spc="-1">
                <a:solidFill>
                  <a:schemeClr val="dk1"/>
                </a:solidFill>
                <a:latin typeface="Tahoma"/>
                <a:ea typeface="Tahoma"/>
              </a:rPr>
              <a:t>Demo</a:t>
            </a:r>
            <a:endParaRPr lang="en-US" sz="5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5" name="Picture 2" descr="Project Jupyter | Try Jupyter"/>
          <p:cNvPicPr/>
          <p:nvPr/>
        </p:nvPicPr>
        <p:blipFill>
          <a:blip r:embed="rId2"/>
          <a:stretch/>
        </p:blipFill>
        <p:spPr>
          <a:xfrm>
            <a:off x="1627200" y="1616760"/>
            <a:ext cx="8937360" cy="4691880"/>
          </a:xfrm>
          <a:prstGeom prst="rect">
            <a:avLst/>
          </a:prstGeom>
          <a:ln w="0">
            <a:noFill/>
          </a:ln>
        </p:spPr>
      </p:pic>
      <p:pic>
        <p:nvPicPr>
          <p:cNvPr id="522" name="Picture 12"/>
          <p:cNvPicPr/>
          <p:nvPr/>
        </p:nvPicPr>
        <p:blipFill>
          <a:blip r:embed="rId3"/>
          <a:stretch/>
        </p:blipFill>
        <p:spPr>
          <a:xfrm>
            <a:off x="0" y="1025640"/>
            <a:ext cx="7772040" cy="308160"/>
          </a:xfrm>
          <a:prstGeom prst="rect">
            <a:avLst/>
          </a:prstGeom>
          <a:ln w="0"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01597E0-6471-CB31-ABD0-7FAA88C76B33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EA0D8D8-B97B-43D8-A55A-F032763DC512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6" name="Oval 8">
                <a:extLst>
                  <a:ext uri="{FF2B5EF4-FFF2-40B4-BE49-F238E27FC236}">
                    <a16:creationId xmlns:a16="http://schemas.microsoft.com/office/drawing/2014/main" id="{2FED2B1A-40D6-755B-9F77-34DAD0B32ACD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10" descr="Bamboo with solid fill">
                <a:extLst>
                  <a:ext uri="{FF2B5EF4-FFF2-40B4-BE49-F238E27FC236}">
                    <a16:creationId xmlns:a16="http://schemas.microsoft.com/office/drawing/2014/main" id="{AFB7B121-7E33-66DF-CE2F-0162559CFBCD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3D1DDB-E951-CFC9-799F-8BA6E3911FDD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54EA17F5-E051-3503-7B01-74C48B64F8B3}"/>
                </a:ext>
              </a:extLst>
            </p:cNvPr>
            <p:cNvSpPr/>
            <p:nvPr/>
          </p:nvSpPr>
          <p:spPr>
            <a:xfrm flipV="1">
              <a:off x="11353680" y="316440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B54092B-A9EA-7CF4-882B-684F5D1BAC24}"/>
              </a:ext>
            </a:extLst>
          </p:cNvPr>
          <p:cNvSpPr txBox="1"/>
          <p:nvPr/>
        </p:nvSpPr>
        <p:spPr>
          <a:xfrm>
            <a:off x="-112636" y="6096274"/>
            <a:ext cx="3127917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US" sz="2400" u="sng" spc="-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Demo materials</a:t>
            </a:r>
            <a:endParaRPr lang="en-US" sz="2400" b="0" strike="noStrike" spc="-1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A03BA1-03E1-2B53-27A3-2D3FB176D875}"/>
              </a:ext>
            </a:extLst>
          </p:cNvPr>
          <p:cNvSpPr txBox="1"/>
          <p:nvPr/>
        </p:nvSpPr>
        <p:spPr>
          <a:xfrm>
            <a:off x="4071524" y="5281206"/>
            <a:ext cx="571169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If you are producing code, you must use version control Git</a:t>
            </a:r>
          </a:p>
          <a:p>
            <a:endParaRPr lang="en-GB"/>
          </a:p>
          <a:p>
            <a:r>
              <a:rPr lang="en-GB">
                <a:hlinkClick r:id="rId2"/>
              </a:rPr>
              <a:t>https://swcarpentry.github.io/git-novice/</a:t>
            </a:r>
            <a:r>
              <a:rPr lang="en-GB"/>
              <a:t> 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3" name="Picture 2" descr="Git - Wikipedia">
            <a:extLst>
              <a:ext uri="{FF2B5EF4-FFF2-40B4-BE49-F238E27FC236}">
                <a16:creationId xmlns:a16="http://schemas.microsoft.com/office/drawing/2014/main" id="{73540930-ECDD-A6D0-FC04-F1B72F754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367" y="6070838"/>
            <a:ext cx="1512755" cy="631102"/>
          </a:xfrm>
          <a:prstGeom prst="rect">
            <a:avLst/>
          </a:prstGeom>
        </p:spPr>
      </p:pic>
      <p:sp>
        <p:nvSpPr>
          <p:cNvPr id="4" name="PlaceHolder 1">
            <a:extLst>
              <a:ext uri="{FF2B5EF4-FFF2-40B4-BE49-F238E27FC236}">
                <a16:creationId xmlns:a16="http://schemas.microsoft.com/office/drawing/2014/main" id="{C0459967-F3CE-B7C8-7550-B88AE27F6D15}"/>
              </a:ext>
            </a:extLst>
          </p:cNvPr>
          <p:cNvSpPr txBox="1">
            <a:spLocks/>
          </p:cNvSpPr>
          <p:nvPr/>
        </p:nvSpPr>
        <p:spPr>
          <a:xfrm>
            <a:off x="62640" y="372960"/>
            <a:ext cx="4676884" cy="85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b="1" spc="-1">
                <a:solidFill>
                  <a:schemeClr val="dk1"/>
                </a:solidFill>
                <a:latin typeface="Tahoma"/>
                <a:ea typeface="Tahoma"/>
              </a:rPr>
              <a:t>Version control</a:t>
            </a:r>
            <a:endParaRPr lang="en-US" sz="4000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FA7BF3F7-004C-1401-CE2B-C5AE27F66F0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1025640"/>
            <a:ext cx="7772040" cy="308160"/>
          </a:xfrm>
          <a:prstGeom prst="rect">
            <a:avLst/>
          </a:prstGeom>
          <a:ln w="0">
            <a:noFill/>
          </a:ln>
        </p:spPr>
      </p:pic>
      <p:pic>
        <p:nvPicPr>
          <p:cNvPr id="6" name="Graphic 5" descr="Software Carpentry">
            <a:extLst>
              <a:ext uri="{FF2B5EF4-FFF2-40B4-BE49-F238E27FC236}">
                <a16:creationId xmlns:a16="http://schemas.microsoft.com/office/drawing/2014/main" id="{325432EE-2D69-A41E-C69B-E2B5587074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4050" y="5119081"/>
            <a:ext cx="2401323" cy="485982"/>
          </a:xfrm>
          <a:prstGeom prst="rect">
            <a:avLst/>
          </a:prstGeom>
        </p:spPr>
      </p:pic>
      <p:pic>
        <p:nvPicPr>
          <p:cNvPr id="7" name="Graphic 6" descr="A diagram showing how &quot;git add&quot; registers changes in the staging area, while &quot;git commit&quot; moves changes from the staging area to the repository">
            <a:extLst>
              <a:ext uri="{FF2B5EF4-FFF2-40B4-BE49-F238E27FC236}">
                <a16:creationId xmlns:a16="http://schemas.microsoft.com/office/drawing/2014/main" id="{15A73102-EEC6-D1F5-C1DC-D7F46AB48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7579" y="1748183"/>
            <a:ext cx="8935822" cy="3125620"/>
          </a:xfrm>
          <a:prstGeom prst="rect">
            <a:avLst/>
          </a:prstGeom>
        </p:spPr>
      </p:pic>
      <p:grpSp>
        <p:nvGrpSpPr>
          <p:cNvPr id="8" name="Group 1">
            <a:extLst>
              <a:ext uri="{FF2B5EF4-FFF2-40B4-BE49-F238E27FC236}">
                <a16:creationId xmlns:a16="http://schemas.microsoft.com/office/drawing/2014/main" id="{30426565-F56B-C42A-C037-B6D007FC9BBE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12814D1F-8C29-C823-4873-722D3F349645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12" name="Oval 8">
                <a:extLst>
                  <a:ext uri="{FF2B5EF4-FFF2-40B4-BE49-F238E27FC236}">
                    <a16:creationId xmlns:a16="http://schemas.microsoft.com/office/drawing/2014/main" id="{3CB4FA62-6613-3583-9F5A-59AAF5221B95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3" name="Graphic 10" descr="Bamboo with solid fill">
                <a:extLst>
                  <a:ext uri="{FF2B5EF4-FFF2-40B4-BE49-F238E27FC236}">
                    <a16:creationId xmlns:a16="http://schemas.microsoft.com/office/drawing/2014/main" id="{3D952C20-A8E6-3193-FAF8-F02FC3FA5CC8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DDE22C24-FFE7-B18A-B192-5016AEB101C5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551923E7-BEE0-0B5F-313B-9AF4A0FF6F71}"/>
                </a:ext>
              </a:extLst>
            </p:cNvPr>
            <p:cNvSpPr/>
            <p:nvPr/>
          </p:nvSpPr>
          <p:spPr>
            <a:xfrm flipV="1">
              <a:off x="11353680" y="316440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19146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Picture 9" descr="A close-up photo of a stopwatch with a pool in the background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3240" y="0"/>
            <a:ext cx="12188160" cy="7224840"/>
          </a:xfrm>
          <a:prstGeom prst="rect">
            <a:avLst/>
          </a:prstGeom>
          <a:ln w="0">
            <a:noFill/>
          </a:ln>
        </p:spPr>
      </p:pic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strike="noStrike" spc="-1">
                <a:solidFill>
                  <a:srgbClr val="D22773"/>
                </a:solidFill>
                <a:latin typeface="Tahoma"/>
                <a:ea typeface="Tahoma"/>
              </a:rPr>
              <a:t>Exercise #3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/>
          </p:nvPr>
        </p:nvSpPr>
        <p:spPr>
          <a:xfrm>
            <a:off x="590276" y="1645902"/>
            <a:ext cx="11279644" cy="484885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3909" lnSpcReduction="2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Resource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Wet lab protocol or Piece of Code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u="sng" spc="-1">
                <a:solidFill>
                  <a:schemeClr val="dk1"/>
                </a:solidFill>
                <a:latin typeface="Tahoma"/>
                <a:ea typeface="Tahoma"/>
                <a:cs typeface="Tahom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Exercise materials</a:t>
            </a:r>
            <a:endParaRPr lang="en-US" sz="2400" b="0" strike="noStrike" spc="-1">
              <a:solidFill>
                <a:schemeClr val="dk1"/>
              </a:solidFill>
              <a:latin typeface="Tahoma"/>
              <a:ea typeface="Tahoma"/>
              <a:cs typeface="Tahoma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>
              <a:spcBef>
                <a:spcPts val="1001"/>
              </a:spcBef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Task Option A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Create a protocol on an </a:t>
            </a:r>
            <a:r>
              <a:rPr lang="en-US" sz="2800" spc="-1">
                <a:solidFill>
                  <a:schemeClr val="dk1"/>
                </a:solidFill>
                <a:latin typeface="Tahoma"/>
                <a:ea typeface="Tahoma"/>
              </a:rPr>
              <a:t>ELN</a:t>
            </a:r>
          </a:p>
          <a:p>
            <a:pPr marL="685800" lvl="1" indent="-228600"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Create an account at: </a:t>
            </a:r>
            <a:r>
              <a:rPr lang="en-US" sz="2400" kern="0" spc="-1">
                <a:solidFill>
                  <a:schemeClr val="dk1"/>
                </a:solidFill>
                <a:latin typeface="Tahoma"/>
                <a:ea typeface="Tahoma"/>
                <a:cs typeface="Tahom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benchling.com</a:t>
            </a:r>
            <a:endParaRPr lang="en-US" sz="2400" kern="0" spc="-1">
              <a:solidFill>
                <a:schemeClr val="dk1"/>
              </a:solidFill>
              <a:latin typeface="Tahoma"/>
              <a:ea typeface="Tahoma"/>
              <a:cs typeface="Tahoma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Follow the instructions in the "colony_PCR_protocol.docx" file.</a:t>
            </a:r>
            <a:endParaRPr lang="en-US">
              <a:solidFill>
                <a:schemeClr val="dk1"/>
              </a:solidFill>
            </a:endParaRPr>
          </a:p>
          <a:p>
            <a:pPr marL="685800" lvl="1" indent="-228600"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endParaRPr lang="en-US" sz="2400" u="sng" spc="-1">
              <a:solidFill>
                <a:schemeClr val="dk1"/>
              </a:solidFill>
              <a:latin typeface="Tahoma"/>
              <a:ea typeface="Tahoma"/>
            </a:endParaRPr>
          </a:p>
          <a:p>
            <a:pPr marL="228600" indent="-228600">
              <a:spcBef>
                <a:spcPts val="1001"/>
              </a:spcBef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Task Option B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</a:t>
            </a:r>
            <a:r>
              <a:rPr lang="en-US" sz="2800" spc="-1">
                <a:solidFill>
                  <a:schemeClr val="dk1"/>
                </a:solidFill>
                <a:latin typeface="Tahoma"/>
                <a:ea typeface="Tahoma"/>
              </a:rPr>
              <a:t>Complete the task in the Jupyter notebook. </a:t>
            </a:r>
            <a:endParaRPr lang="en-US" sz="2800" b="0" strike="noStrike" spc="-1">
              <a:solidFill>
                <a:schemeClr val="dk1"/>
              </a:solidFill>
              <a:latin typeface="Tahoma"/>
              <a:ea typeface="Tahoma"/>
              <a:cs typeface="Tahoma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800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   1. Access to the server: </a:t>
            </a:r>
            <a:r>
              <a:rPr lang="en-US" sz="2800" kern="0" spc="-1">
                <a:solidFill>
                  <a:schemeClr val="dk1"/>
                </a:solidFill>
                <a:latin typeface="Calibri"/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http://mango.bio.ed.ac.uk/</a:t>
            </a:r>
            <a:r>
              <a:rPr lang="en-US" sz="2800" kern="0" spc="-1" err="1">
                <a:solidFill>
                  <a:schemeClr val="dk1"/>
                </a:solidFill>
                <a:latin typeface="Calibri"/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jupyter</a:t>
            </a:r>
            <a:r>
              <a:rPr lang="en-US" sz="2800" kern="0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800" spc="-1" err="1">
              <a:solidFill>
                <a:schemeClr val="dk1"/>
              </a:solidFill>
              <a:latin typeface="Tahoma"/>
              <a:ea typeface="Tahoma"/>
              <a:cs typeface="Tahoma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800" kern="0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  Password: FAIR2025</a:t>
            </a:r>
            <a:endParaRPr lang="en-US" sz="1800" kern="0">
              <a:solidFill>
                <a:schemeClr val="dk1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800" kern="0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 2</a:t>
            </a:r>
            <a:r>
              <a:rPr lang="en-US" sz="2800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Create a copy with your name and start editing.</a:t>
            </a:r>
            <a:endParaRPr lang="en-US" sz="1800" kern="0">
              <a:solidFill>
                <a:schemeClr val="dk1"/>
              </a:solidFill>
              <a:ea typeface="Calibri Light"/>
              <a:cs typeface="Calibri Light"/>
            </a:endParaRPr>
          </a:p>
          <a:p>
            <a:pPr marL="685800" lvl="1" indent="-228600"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endParaRPr lang="en-US" sz="2800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Outputs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Registered ELN account and protocol stub or commented Jupyter Notebook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AEBCBF-1C0B-D116-36CB-97C596269225}"/>
              </a:ext>
            </a:extLst>
          </p:cNvPr>
          <p:cNvSpPr txBox="1"/>
          <p:nvPr/>
        </p:nvSpPr>
        <p:spPr>
          <a:xfrm>
            <a:off x="4337817" y="910814"/>
            <a:ext cx="188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(15 min)</a:t>
            </a: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730FD7D6-EB42-A277-5BB8-62FB58DBA9C0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FD6D1D93-094B-EF3C-A18F-18CB2916E7DA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7" name="Oval 8">
                <a:extLst>
                  <a:ext uri="{FF2B5EF4-FFF2-40B4-BE49-F238E27FC236}">
                    <a16:creationId xmlns:a16="http://schemas.microsoft.com/office/drawing/2014/main" id="{CF60B129-00CC-5ABD-BF01-44F116039E92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8" name="Graphic 10" descr="Bamboo with solid fill">
                <a:extLst>
                  <a:ext uri="{FF2B5EF4-FFF2-40B4-BE49-F238E27FC236}">
                    <a16:creationId xmlns:a16="http://schemas.microsoft.com/office/drawing/2014/main" id="{EA7EAD2D-7AB5-92A9-1656-8E6844CD8EC6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TextBox 3">
              <a:extLst>
                <a:ext uri="{FF2B5EF4-FFF2-40B4-BE49-F238E27FC236}">
                  <a16:creationId xmlns:a16="http://schemas.microsoft.com/office/drawing/2014/main" id="{311D6B4D-5035-44D2-EB03-ED3A80225195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77225040-F236-10B1-8C42-D3EA547AA259}"/>
                </a:ext>
              </a:extLst>
            </p:cNvPr>
            <p:cNvSpPr/>
            <p:nvPr/>
          </p:nvSpPr>
          <p:spPr>
            <a:xfrm flipV="1">
              <a:off x="11353680" y="295658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EB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Box 1"/>
          <p:cNvSpPr/>
          <p:nvPr/>
        </p:nvSpPr>
        <p:spPr>
          <a:xfrm>
            <a:off x="3290400" y="2828880"/>
            <a:ext cx="603504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0" b="1" strike="noStrike" spc="-1">
                <a:solidFill>
                  <a:srgbClr val="D22773"/>
                </a:solidFill>
                <a:latin typeface="Tahoma"/>
                <a:ea typeface="Tahoma"/>
              </a:rPr>
              <a:t>Repositories</a:t>
            </a:r>
            <a:endParaRPr lang="en-US" sz="72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7E61DA3-FD21-48C6-C6BC-250E45E60EF7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DE09566-0745-B92F-1251-E909212AC25A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12" name="Oval 8">
                <a:extLst>
                  <a:ext uri="{FF2B5EF4-FFF2-40B4-BE49-F238E27FC236}">
                    <a16:creationId xmlns:a16="http://schemas.microsoft.com/office/drawing/2014/main" id="{1D34B339-795E-63BC-6874-7F87A655BF2A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3" name="Graphic 10" descr="Bamboo with solid fill">
                <a:extLst>
                  <a:ext uri="{FF2B5EF4-FFF2-40B4-BE49-F238E27FC236}">
                    <a16:creationId xmlns:a16="http://schemas.microsoft.com/office/drawing/2014/main" id="{FB259A81-B72A-6152-021A-6CED09EC6A48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21F36E07-CE50-6C63-F22D-B603F861363A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79B58D9C-7A5D-57D3-7F4B-51D4131AC18B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69642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85440" y="330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strike="noStrike" spc="-1">
                <a:solidFill>
                  <a:schemeClr val="dk1"/>
                </a:solidFill>
                <a:latin typeface="Tahoma"/>
                <a:ea typeface="Tahoma"/>
              </a:rPr>
              <a:t>Repositories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3248460" y="1987601"/>
            <a:ext cx="84578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Tahoma"/>
                <a:ea typeface="Tahoma"/>
              </a:rPr>
              <a:t>Deposit data to an external, reputable public repository.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Tahoma"/>
                <a:ea typeface="Tahoma"/>
              </a:rPr>
              <a:t>Repositories provide </a:t>
            </a:r>
            <a:r>
              <a:rPr lang="en-GB" sz="2400" b="1" strike="noStrike" spc="-1">
                <a:solidFill>
                  <a:schemeClr val="dk1"/>
                </a:solidFill>
                <a:latin typeface="Tahoma"/>
                <a:ea typeface="Tahoma"/>
              </a:rPr>
              <a:t>persistent identifiers </a:t>
            </a:r>
            <a:r>
              <a:rPr lang="en-GB" sz="2400" b="0" strike="noStrike" spc="-1">
                <a:solidFill>
                  <a:schemeClr val="dk1"/>
                </a:solidFill>
                <a:latin typeface="Tahoma"/>
                <a:ea typeface="Tahoma"/>
              </a:rPr>
              <a:t>(PIDs), catalogue options, advanced metadata searching, and download statistics.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Tahoma"/>
                <a:ea typeface="Tahoma"/>
              </a:rPr>
              <a:t>Uploading data to a repository </a:t>
            </a:r>
            <a:r>
              <a:rPr lang="en-GB" sz="2400" b="1" strike="noStrike" spc="-1">
                <a:solidFill>
                  <a:schemeClr val="dk1"/>
                </a:solidFill>
                <a:latin typeface="Tahoma"/>
                <a:ea typeface="Tahoma"/>
              </a:rPr>
              <a:t>requires</a:t>
            </a:r>
            <a:r>
              <a:rPr lang="en-GB" sz="2400" b="0" strike="noStrike" spc="-1">
                <a:solidFill>
                  <a:schemeClr val="dk1"/>
                </a:solidFill>
                <a:latin typeface="Tahoma"/>
                <a:ea typeface="Tahoma"/>
              </a:rPr>
              <a:t> </a:t>
            </a:r>
            <a:r>
              <a:rPr lang="en-GB" sz="2400" b="1" strike="noStrike" spc="-1">
                <a:solidFill>
                  <a:schemeClr val="dk1"/>
                </a:solidFill>
                <a:latin typeface="Tahoma"/>
                <a:ea typeface="Tahoma"/>
              </a:rPr>
              <a:t>rich metadata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82" name="Picture 16"/>
          <p:cNvPicPr/>
          <p:nvPr/>
        </p:nvPicPr>
        <p:blipFill>
          <a:blip r:embed="rId2"/>
          <a:stretch/>
        </p:blipFill>
        <p:spPr>
          <a:xfrm>
            <a:off x="333720" y="1382040"/>
            <a:ext cx="7772040" cy="308160"/>
          </a:xfrm>
          <a:prstGeom prst="rect">
            <a:avLst/>
          </a:prstGeom>
          <a:ln w="0"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B9CFE7C-9A82-227E-3B2D-8ABBB40CA56D}"/>
              </a:ext>
            </a:extLst>
          </p:cNvPr>
          <p:cNvGrpSpPr/>
          <p:nvPr/>
        </p:nvGrpSpPr>
        <p:grpSpPr>
          <a:xfrm>
            <a:off x="652248" y="2022521"/>
            <a:ext cx="2596212" cy="2041453"/>
            <a:chOff x="9282300" y="2116625"/>
            <a:chExt cx="2596212" cy="2041453"/>
          </a:xfrm>
        </p:grpSpPr>
        <p:pic>
          <p:nvPicPr>
            <p:cNvPr id="2" name="Graphic 1" descr="Magnifying glass with solid fill">
              <a:extLst>
                <a:ext uri="{FF2B5EF4-FFF2-40B4-BE49-F238E27FC236}">
                  <a16:creationId xmlns:a16="http://schemas.microsoft.com/office/drawing/2014/main" id="{2C516282-7906-85EB-3EFB-1B0E9ADC2E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15960" y="2151448"/>
              <a:ext cx="761353" cy="761353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8C2FEBE-2D47-981D-9FE4-38FCC91B7D0F}"/>
                </a:ext>
              </a:extLst>
            </p:cNvPr>
            <p:cNvGrpSpPr/>
            <p:nvPr/>
          </p:nvGrpSpPr>
          <p:grpSpPr>
            <a:xfrm>
              <a:off x="9282300" y="3104170"/>
              <a:ext cx="914400" cy="968345"/>
              <a:chOff x="8217000" y="2748710"/>
              <a:chExt cx="914400" cy="968345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F8342F3-353E-8D1D-6184-8BBEC885CC18}"/>
                  </a:ext>
                </a:extLst>
              </p:cNvPr>
              <p:cNvSpPr/>
              <p:nvPr/>
            </p:nvSpPr>
            <p:spPr>
              <a:xfrm>
                <a:off x="8473440" y="2748710"/>
                <a:ext cx="216000" cy="21547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5" name="Graphic 4" descr="Right pointing backhand index with solid fill">
                <a:extLst>
                  <a:ext uri="{FF2B5EF4-FFF2-40B4-BE49-F238E27FC236}">
                    <a16:creationId xmlns:a16="http://schemas.microsoft.com/office/drawing/2014/main" id="{7C237C0D-A905-9A67-81BA-079598C51E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>
                <a:off x="8217000" y="2802655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C16E5F-FCF0-C69B-00B5-68E36D4C0B35}"/>
                </a:ext>
              </a:extLst>
            </p:cNvPr>
            <p:cNvSpPr txBox="1"/>
            <p:nvPr/>
          </p:nvSpPr>
          <p:spPr>
            <a:xfrm>
              <a:off x="10077313" y="2116625"/>
              <a:ext cx="151836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8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</a:t>
              </a:r>
              <a:r>
                <a:rPr lang="en-GB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indable</a:t>
              </a:r>
              <a:endParaRPr lang="en-GB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AFECE9-4540-7FDB-9A1D-BB2EFB3559DE}"/>
                </a:ext>
              </a:extLst>
            </p:cNvPr>
            <p:cNvSpPr txBox="1"/>
            <p:nvPr/>
          </p:nvSpPr>
          <p:spPr>
            <a:xfrm>
              <a:off x="10077313" y="3327081"/>
              <a:ext cx="180119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8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</a:t>
              </a:r>
              <a:r>
                <a:rPr lang="en-GB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ccessible</a:t>
              </a:r>
              <a:endParaRPr lang="en-GB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ADCBE1-B81D-658A-BE90-AEDDA4C54CCF}"/>
              </a:ext>
            </a:extLst>
          </p:cNvPr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 lang="en-GB" smtClean="0"/>
              <a:t>60</a:t>
            </a:fld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E777BD-5AFA-B6D0-130F-470D5F36B918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74FDE77-9035-0148-D8DC-87D47DA9CDC4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20" name="Oval 8">
                <a:extLst>
                  <a:ext uri="{FF2B5EF4-FFF2-40B4-BE49-F238E27FC236}">
                    <a16:creationId xmlns:a16="http://schemas.microsoft.com/office/drawing/2014/main" id="{60BE1EB8-92B1-8BD5-595D-F8DBCAAC51EC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21" name="Graphic 10" descr="Bamboo with solid fill">
                <a:extLst>
                  <a:ext uri="{FF2B5EF4-FFF2-40B4-BE49-F238E27FC236}">
                    <a16:creationId xmlns:a16="http://schemas.microsoft.com/office/drawing/2014/main" id="{CA747A54-69B5-332B-AF69-3D9FB4447BB0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8" name="TextBox 3">
              <a:extLst>
                <a:ext uri="{FF2B5EF4-FFF2-40B4-BE49-F238E27FC236}">
                  <a16:creationId xmlns:a16="http://schemas.microsoft.com/office/drawing/2014/main" id="{24B3E2ED-7943-BC3E-78C9-D9940A87B903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8EF6F18E-4C86-B232-7F4A-E23AEB49E3A6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19646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itle 1"/>
          <p:cNvSpPr/>
          <p:nvPr/>
        </p:nvSpPr>
        <p:spPr>
          <a:xfrm>
            <a:off x="841320" y="255960"/>
            <a:ext cx="10506240" cy="101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4400" b="1" strike="noStrike" spc="-1">
                <a:solidFill>
                  <a:schemeClr val="dk1"/>
                </a:solidFill>
                <a:latin typeface="Tahoma"/>
                <a:ea typeface="Tahoma"/>
              </a:rPr>
              <a:t>Repositories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1225060616"/>
              </p:ext>
            </p:extLst>
          </p:nvPr>
        </p:nvGraphicFramePr>
        <p:xfrm>
          <a:off x="838080" y="1926360"/>
          <a:ext cx="10515240" cy="4357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90" name="Picture 17"/>
          <p:cNvPicPr/>
          <p:nvPr/>
        </p:nvPicPr>
        <p:blipFill>
          <a:blip r:embed="rId7"/>
          <a:stretch/>
        </p:blipFill>
        <p:spPr>
          <a:xfrm>
            <a:off x="333720" y="1382040"/>
            <a:ext cx="7772040" cy="308160"/>
          </a:xfrm>
          <a:prstGeom prst="rect">
            <a:avLst/>
          </a:prstGeom>
          <a:ln w="0">
            <a:noFill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095E6C5-335F-454C-98BE-2EB5B62F136F}"/>
              </a:ext>
            </a:extLst>
          </p:cNvPr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 lang="en-GB" smtClean="0"/>
              <a:t>61</a:t>
            </a:fld>
            <a:endParaRPr lang="en-GB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C2550DD-0598-7857-15A8-65FB1BBCC42D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FD26081-8CE6-6431-3D11-787757D66A83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24" name="Oval 8">
                <a:extLst>
                  <a:ext uri="{FF2B5EF4-FFF2-40B4-BE49-F238E27FC236}">
                    <a16:creationId xmlns:a16="http://schemas.microsoft.com/office/drawing/2014/main" id="{D6522D6E-6BCC-7D70-1468-D9DA8BD9662C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25" name="Graphic 10" descr="Bamboo with solid fill">
                <a:extLst>
                  <a:ext uri="{FF2B5EF4-FFF2-40B4-BE49-F238E27FC236}">
                    <a16:creationId xmlns:a16="http://schemas.microsoft.com/office/drawing/2014/main" id="{FE24C2D3-378E-5475-57C3-45177B70D2AA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2" name="TextBox 3">
              <a:extLst>
                <a:ext uri="{FF2B5EF4-FFF2-40B4-BE49-F238E27FC236}">
                  <a16:creationId xmlns:a16="http://schemas.microsoft.com/office/drawing/2014/main" id="{A36FC578-AF9A-9895-54D6-432E74A6EB14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4F0CBD1B-8095-53AA-220B-1313D2CC31A5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2706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9" descr="A close-up photo of a stopwatch with a pool in the background">
            <a:extLst>
              <a:ext uri="{FF2B5EF4-FFF2-40B4-BE49-F238E27FC236}">
                <a16:creationId xmlns:a16="http://schemas.microsoft.com/office/drawing/2014/main" id="{B2B18FF4-7BAD-3657-E66A-D0617CCB2E00}"/>
              </a:ext>
            </a:extLst>
          </p:cNvPr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0" y="-3586"/>
            <a:ext cx="12188160" cy="72248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>
            <a:extLst>
              <a:ext uri="{FF2B5EF4-FFF2-40B4-BE49-F238E27FC236}">
                <a16:creationId xmlns:a16="http://schemas.microsoft.com/office/drawing/2014/main" id="{2A44936D-7222-D489-AAD8-5D9777DCE2EF}"/>
              </a:ext>
            </a:extLst>
          </p:cNvPr>
          <p:cNvSpPr txBox="1">
            <a:spLocks/>
          </p:cNvSpPr>
          <p:nvPr/>
        </p:nvSpPr>
        <p:spPr>
          <a:xfrm>
            <a:off x="350846" y="200919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pc="-1">
                <a:solidFill>
                  <a:srgbClr val="D22773"/>
                </a:solidFill>
                <a:latin typeface="Tahoma"/>
                <a:ea typeface="Tahoma"/>
              </a:rPr>
              <a:t>Exercise #4</a:t>
            </a:r>
            <a:endParaRPr lang="en-US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06BB0E84-7149-84CC-E4D2-E55839C98BB3}"/>
              </a:ext>
            </a:extLst>
          </p:cNvPr>
          <p:cNvSpPr txBox="1">
            <a:spLocks/>
          </p:cNvSpPr>
          <p:nvPr/>
        </p:nvSpPr>
        <p:spPr>
          <a:xfrm>
            <a:off x="578160" y="3971242"/>
            <a:ext cx="11031840" cy="205315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indent="-228600">
              <a:spcBef>
                <a:spcPts val="1001"/>
              </a:spcBef>
              <a:tabLst>
                <a:tab pos="0" algn="l"/>
              </a:tabLst>
            </a:pPr>
            <a:r>
              <a:rPr lang="en-US" sz="2400" b="1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Resource</a:t>
            </a:r>
            <a:r>
              <a:rPr lang="en-US" sz="2400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: </a:t>
            </a:r>
            <a:r>
              <a:rPr lang="en-GB" sz="2400">
                <a:latin typeface="Tahoma"/>
                <a:ea typeface="Tahoma"/>
                <a:cs typeface="Tahoma"/>
                <a:hlinkClick r:id="rId4"/>
              </a:rPr>
              <a:t>https://zenodo.org/records/6349579</a:t>
            </a:r>
            <a:endParaRPr lang="en-GB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spcBef>
                <a:spcPts val="1001"/>
              </a:spcBef>
              <a:tabLst>
                <a:tab pos="0" algn="l"/>
              </a:tabLst>
            </a:pPr>
            <a:endParaRPr lang="en-US" sz="2400" spc="-1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spcBef>
                <a:spcPts val="1001"/>
              </a:spcBef>
              <a:tabLst>
                <a:tab pos="0" algn="l"/>
              </a:tabLst>
            </a:pPr>
            <a:r>
              <a:rPr lang="en-US" sz="2400" b="1" spc="-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Task: </a:t>
            </a:r>
            <a:r>
              <a:rPr lang="en-US" sz="2400" spc="-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the </a:t>
            </a:r>
            <a:r>
              <a:rPr lang="en-GB" sz="2400" spc="-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lements that make a dataset record FAIR in the Zenodo record. </a:t>
            </a:r>
            <a:endParaRPr lang="en-US" sz="2400" spc="-1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spcBef>
                <a:spcPts val="1001"/>
              </a:spcBef>
              <a:tabLst>
                <a:tab pos="0" algn="l"/>
              </a:tabLst>
            </a:pPr>
            <a:r>
              <a:rPr lang="en-US" sz="2400" b="1" spc="-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Outputs</a:t>
            </a:r>
            <a:r>
              <a:rPr lang="en-US" sz="2400" spc="-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Practical knowledge about the FAIR elements in a public repository.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19BA4-E4B4-8DA2-C5D5-757CB22E50E9}"/>
              </a:ext>
            </a:extLst>
          </p:cNvPr>
          <p:cNvSpPr txBox="1"/>
          <p:nvPr/>
        </p:nvSpPr>
        <p:spPr>
          <a:xfrm>
            <a:off x="3790512" y="720236"/>
            <a:ext cx="1882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(5 min)</a:t>
            </a:r>
          </a:p>
        </p:txBody>
      </p:sp>
      <p:pic>
        <p:nvPicPr>
          <p:cNvPr id="9" name="Picture 8" descr="About | Zenodo">
            <a:extLst>
              <a:ext uri="{FF2B5EF4-FFF2-40B4-BE49-F238E27FC236}">
                <a16:creationId xmlns:a16="http://schemas.microsoft.com/office/drawing/2014/main" id="{BBBC8A24-4A3C-48ED-7C35-6C9079369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491" y="1756404"/>
            <a:ext cx="3979247" cy="158495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923680E-D6A7-798B-0D2C-884DC6360766}"/>
              </a:ext>
            </a:extLst>
          </p:cNvPr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 lang="en-GB" smtClean="0"/>
              <a:t>62</a:t>
            </a:fld>
            <a:endParaRPr lang="en-GB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C51173-81AA-6751-A794-4CCBC92908F8}"/>
              </a:ext>
            </a:extLst>
          </p:cNvPr>
          <p:cNvGrpSpPr/>
          <p:nvPr/>
        </p:nvGrpSpPr>
        <p:grpSpPr>
          <a:xfrm>
            <a:off x="11043360" y="75960"/>
            <a:ext cx="1093331" cy="460211"/>
            <a:chOff x="11043360" y="75960"/>
            <a:chExt cx="1093331" cy="46021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2974F74-CCB9-1D9B-A9F1-2D4905592F67}"/>
                </a:ext>
              </a:extLst>
            </p:cNvPr>
            <p:cNvGrpSpPr/>
            <p:nvPr/>
          </p:nvGrpSpPr>
          <p:grpSpPr>
            <a:xfrm>
              <a:off x="11043360" y="188820"/>
              <a:ext cx="255240" cy="255240"/>
              <a:chOff x="11043360" y="188820"/>
              <a:chExt cx="255240" cy="255240"/>
            </a:xfrm>
          </p:grpSpPr>
          <p:sp>
            <p:nvSpPr>
              <p:cNvPr id="27" name="Oval 8">
                <a:extLst>
                  <a:ext uri="{FF2B5EF4-FFF2-40B4-BE49-F238E27FC236}">
                    <a16:creationId xmlns:a16="http://schemas.microsoft.com/office/drawing/2014/main" id="{94FDA591-E095-92D8-09F6-DD512DEE1C02}"/>
                  </a:ext>
                </a:extLst>
              </p:cNvPr>
              <p:cNvSpPr/>
              <p:nvPr/>
            </p:nvSpPr>
            <p:spPr>
              <a:xfrm>
                <a:off x="11043360" y="188820"/>
                <a:ext cx="255240" cy="255240"/>
              </a:xfrm>
              <a:prstGeom prst="ellipse">
                <a:avLst/>
              </a:prstGeom>
              <a:solidFill>
                <a:srgbClr val="D22773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28" name="Graphic 10" descr="Bamboo with solid fill">
                <a:extLst>
                  <a:ext uri="{FF2B5EF4-FFF2-40B4-BE49-F238E27FC236}">
                    <a16:creationId xmlns:a16="http://schemas.microsoft.com/office/drawing/2014/main" id="{F25855EB-8580-D7AA-32FA-522E0F908E9B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/>
            </p:blipFill>
            <p:spPr>
              <a:xfrm>
                <a:off x="11095200" y="244260"/>
                <a:ext cx="158040" cy="1580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5" name="TextBox 3">
              <a:extLst>
                <a:ext uri="{FF2B5EF4-FFF2-40B4-BE49-F238E27FC236}">
                  <a16:creationId xmlns:a16="http://schemas.microsoft.com/office/drawing/2014/main" id="{D64EA578-A770-76F5-116B-A093D8E5B02E}"/>
                </a:ext>
              </a:extLst>
            </p:cNvPr>
            <p:cNvSpPr/>
            <p:nvPr/>
          </p:nvSpPr>
          <p:spPr>
            <a:xfrm>
              <a:off x="11243520" y="75960"/>
              <a:ext cx="89317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FAIR data </a:t>
              </a:r>
            </a:p>
            <a:p>
              <a:pPr defTabSz="914400">
                <a:lnSpc>
                  <a:spcPct val="100000"/>
                </a:lnSpc>
              </a:pPr>
              <a:r>
                <a:rPr lang="en-GB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records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58542891-EDDE-3B12-6A6D-2A1D542F40ED}"/>
                </a:ext>
              </a:extLst>
            </p:cNvPr>
            <p:cNvSpPr/>
            <p:nvPr/>
          </p:nvSpPr>
          <p:spPr>
            <a:xfrm flipV="1">
              <a:off x="11353680" y="281804"/>
              <a:ext cx="705240" cy="24840"/>
            </a:xfrm>
            <a:prstGeom prst="rect">
              <a:avLst/>
            </a:prstGeom>
            <a:solidFill>
              <a:srgbClr val="D22773"/>
            </a:solidFill>
            <a:ln>
              <a:solidFill>
                <a:srgbClr val="D22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pic>
        <p:nvPicPr>
          <p:cNvPr id="2" name="Picture 1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58D99A53-E2CC-287D-8E08-442BE071A3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3296" y="724524"/>
            <a:ext cx="2582916" cy="2710721"/>
          </a:xfrm>
          <a:prstGeom prst="rect">
            <a:avLst/>
          </a:prstGeom>
        </p:spPr>
      </p:pic>
      <p:pic>
        <p:nvPicPr>
          <p:cNvPr id="3" name="Picture 2" descr="A blue and black text&#10;&#10;AI-generated content may be incorrect.">
            <a:extLst>
              <a:ext uri="{FF2B5EF4-FFF2-40B4-BE49-F238E27FC236}">
                <a16:creationId xmlns:a16="http://schemas.microsoft.com/office/drawing/2014/main" id="{3A0907A0-EB50-7620-723C-CC8BB81868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7141" y="2738827"/>
            <a:ext cx="1937167" cy="69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787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Picture 10" descr="Pencils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-24120" y="0"/>
            <a:ext cx="12233880" cy="7784640"/>
          </a:xfrm>
          <a:prstGeom prst="rect">
            <a:avLst/>
          </a:prstGeom>
          <a:ln w="0">
            <a:noFill/>
          </a:ln>
        </p:spPr>
      </p:pic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4924800" cy="102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Enduring Understanding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/>
          </p:nvPr>
        </p:nvSpPr>
        <p:spPr>
          <a:xfrm>
            <a:off x="839880" y="4213440"/>
            <a:ext cx="6171840" cy="228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Practical Applications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Facilitate work within your team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Keep reliable records of your work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</a:rPr>
              <a:t>Find information quickly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spc="-1">
                <a:solidFill>
                  <a:schemeClr val="dk1"/>
                </a:solidFill>
                <a:latin typeface="Tahoma"/>
                <a:ea typeface="Tahoma"/>
              </a:rPr>
              <a:t>Share FAIR data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/>
          </p:nvPr>
        </p:nvSpPr>
        <p:spPr>
          <a:xfrm>
            <a:off x="657000" y="1698432"/>
            <a:ext cx="7363789" cy="233554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Digital tools like ELNs are imperative fo</a:t>
            </a:r>
            <a:r>
              <a:rPr lang="en-US" sz="2000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r data reusability and to boost collaborative work. 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Tahoma"/>
              <a:ea typeface="Tahoma"/>
              <a:cs typeface="Tahoma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Depositing data in a repository will make your data </a:t>
            </a:r>
            <a:r>
              <a:rPr lang="en-US" sz="2000" b="1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findable</a:t>
            </a:r>
            <a:r>
              <a:rPr lang="en-US" sz="2000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 and </a:t>
            </a:r>
            <a:r>
              <a:rPr lang="en-US" sz="2000" b="1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accessible</a:t>
            </a:r>
            <a:r>
              <a:rPr lang="en-US" sz="2000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, but you need to describe/organize/ format it appropriately to make it </a:t>
            </a:r>
            <a:r>
              <a:rPr lang="en-US" sz="2000" b="1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interoperable</a:t>
            </a:r>
            <a:r>
              <a:rPr lang="en-US" sz="2000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 and </a:t>
            </a:r>
            <a:r>
              <a:rPr lang="en-US" sz="2000" b="1" spc="-1">
                <a:solidFill>
                  <a:schemeClr val="dk1"/>
                </a:solidFill>
                <a:latin typeface="Tahoma"/>
                <a:ea typeface="Tahoma"/>
                <a:cs typeface="Tahoma"/>
              </a:rPr>
              <a:t>reusable</a:t>
            </a:r>
            <a:endParaRPr lang="en-US" sz="2000" b="1" strike="noStrike" spc="-1">
              <a:solidFill>
                <a:schemeClr val="dk1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542" name="Graphic 11" descr="Lights On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31680" y="576000"/>
            <a:ext cx="914040" cy="91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1899-2147-32D0-74A2-D83AD79F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EFAE-5E0B-9FF5-C0A0-4648B332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62" y="166809"/>
            <a:ext cx="10972440" cy="540683"/>
          </a:xfrm>
        </p:spPr>
        <p:txBody>
          <a:bodyPr/>
          <a:lstStyle/>
          <a:p>
            <a:r>
              <a:rPr lang="en-GB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Please confirm your attendance here (for Graduate school):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C0BDFF-9818-AA03-B6B2-5791E5B79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0" t="11947" r="4053" b="9782"/>
          <a:stretch>
            <a:fillRect/>
          </a:stretch>
        </p:blipFill>
        <p:spPr>
          <a:xfrm>
            <a:off x="2845324" y="814283"/>
            <a:ext cx="6277540" cy="56923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 descr="Tea break - Free food and restaurant icons">
            <a:extLst>
              <a:ext uri="{FF2B5EF4-FFF2-40B4-BE49-F238E27FC236}">
                <a16:creationId xmlns:a16="http://schemas.microsoft.com/office/drawing/2014/main" id="{D1898459-97F4-3E00-E000-20F06EF97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225" y="43847"/>
            <a:ext cx="1540872" cy="15408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C8552-E975-B37F-596C-04C9EC25CFE1}"/>
              </a:ext>
            </a:extLst>
          </p:cNvPr>
          <p:cNvSpPr txBox="1"/>
          <p:nvPr/>
        </p:nvSpPr>
        <p:spPr>
          <a:xfrm>
            <a:off x="10650697" y="1406727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 2</a:t>
            </a:r>
          </a:p>
          <a:p>
            <a:pPr algn="ctr"/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(10 min)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C752B4-BB1F-8BC3-8B86-CD0A842C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084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2B">
            <a:alpha val="1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3048360" y="7736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Tahoma"/>
                <a:ea typeface="Tahoma"/>
              </a:rPr>
              <a:t>Planning ahead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0" name="PlaceHolder 2"/>
          <p:cNvSpPr>
            <a:spLocks noGrp="1"/>
          </p:cNvSpPr>
          <p:nvPr>
            <p:ph type="subTitle"/>
          </p:nvPr>
        </p:nvSpPr>
        <p:spPr>
          <a:xfrm>
            <a:off x="1734449" y="3132720"/>
            <a:ext cx="9143640" cy="83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  <a:ea typeface="Tahoma"/>
              </a:rPr>
              <a:t>To what extent is reusable data consequential and for whom?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Box 5"/>
          <p:cNvSpPr/>
          <p:nvPr/>
        </p:nvSpPr>
        <p:spPr>
          <a:xfrm>
            <a:off x="1035674" y="4748849"/>
            <a:ext cx="3096720" cy="9233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285840" indent="-285840">
              <a:buClr>
                <a:srgbClr val="000000"/>
              </a:buClr>
              <a:buFont typeface="Wingdings" charset="2"/>
              <a:buChar char=""/>
            </a:pPr>
            <a:r>
              <a:rPr lang="en-US" sz="18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  <a:hlinkClick r:id="rId3" action="ppaction://hlinksldjump"/>
              </a:rPr>
              <a:t>Data Sharing Cycle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1800" b="0" u="sng" strike="noStrike" spc="-1">
                <a:solidFill>
                  <a:srgbClr val="0563C1"/>
                </a:solidFill>
                <a:uFillTx/>
                <a:latin typeface="Tahoma"/>
                <a:ea typeface="Tahoma"/>
                <a:hlinkClick r:id="rId4" action="ppaction://hlinksldjump"/>
              </a:rPr>
              <a:t>Data Management Plans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18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  <a:hlinkClick r:id="rId5" action="ppaction://hlinksldjump"/>
              </a:rPr>
              <a:t>Research Outputs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62" name="Group 6"/>
          <p:cNvGrpSpPr/>
          <p:nvPr/>
        </p:nvGrpSpPr>
        <p:grpSpPr>
          <a:xfrm>
            <a:off x="1035674" y="2232900"/>
            <a:ext cx="1799640" cy="1799640"/>
            <a:chOff x="773280" y="2165400"/>
            <a:chExt cx="1799640" cy="1799640"/>
          </a:xfrm>
        </p:grpSpPr>
        <p:sp>
          <p:nvSpPr>
            <p:cNvPr id="663" name="Oval 1"/>
            <p:cNvSpPr/>
            <p:nvPr/>
          </p:nvSpPr>
          <p:spPr>
            <a:xfrm>
              <a:off x="773280" y="2165400"/>
              <a:ext cx="1799640" cy="1799640"/>
            </a:xfrm>
            <a:prstGeom prst="ellipse">
              <a:avLst/>
            </a:prstGeom>
            <a:solidFill>
              <a:srgbClr val="FFBE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pic>
          <p:nvPicPr>
            <p:cNvPr id="664" name="Graphic 2" descr="Bow And Arrow with solid fill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1130400" y="2522520"/>
              <a:ext cx="1085400" cy="10854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65" name="Rectangle 7"/>
          <p:cNvSpPr/>
          <p:nvPr/>
        </p:nvSpPr>
        <p:spPr>
          <a:xfrm>
            <a:off x="3117084" y="3291660"/>
            <a:ext cx="7979760" cy="24840"/>
          </a:xfrm>
          <a:prstGeom prst="rect">
            <a:avLst/>
          </a:prstGeom>
          <a:solidFill>
            <a:srgbClr val="FFC000"/>
          </a:solidFill>
          <a:ln>
            <a:solidFill>
              <a:srgbClr val="FFBF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19800" rIns="90000" bIns="-198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ahoma"/>
              <a:ea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TextBox 1"/>
          <p:cNvSpPr/>
          <p:nvPr/>
        </p:nvSpPr>
        <p:spPr>
          <a:xfrm>
            <a:off x="2370600" y="2274840"/>
            <a:ext cx="7450560" cy="23083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Data Sharing Cycle</a:t>
            </a:r>
            <a:endParaRPr lang="en-US" sz="7200" b="0" strike="noStrike" spc="-1">
              <a:solidFill>
                <a:schemeClr val="accent4">
                  <a:lumMod val="75000"/>
                </a:schemeClr>
              </a:solidFill>
              <a:latin typeface="Arial"/>
            </a:endParaRPr>
          </a:p>
        </p:txBody>
      </p:sp>
      <p:grpSp>
        <p:nvGrpSpPr>
          <p:cNvPr id="736" name="Group 2"/>
          <p:cNvGrpSpPr/>
          <p:nvPr/>
        </p:nvGrpSpPr>
        <p:grpSpPr>
          <a:xfrm>
            <a:off x="11142360" y="56880"/>
            <a:ext cx="1066680" cy="291600"/>
            <a:chOff x="11142360" y="56880"/>
            <a:chExt cx="1066680" cy="291600"/>
          </a:xfrm>
        </p:grpSpPr>
        <p:grpSp>
          <p:nvGrpSpPr>
            <p:cNvPr id="737" name="Group 3"/>
            <p:cNvGrpSpPr/>
            <p:nvPr/>
          </p:nvGrpSpPr>
          <p:grpSpPr>
            <a:xfrm>
              <a:off x="11142360" y="96840"/>
              <a:ext cx="251640" cy="251640"/>
              <a:chOff x="11142360" y="96840"/>
              <a:chExt cx="251640" cy="251640"/>
            </a:xfrm>
          </p:grpSpPr>
          <p:sp>
            <p:nvSpPr>
              <p:cNvPr id="738" name="Oval 6"/>
              <p:cNvSpPr/>
              <p:nvPr/>
            </p:nvSpPr>
            <p:spPr>
              <a:xfrm>
                <a:off x="11142360" y="9684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accent4">
                      <a:lumMod val="75000"/>
                    </a:schemeClr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39" name="Graphic 7" descr="Bow And Arrow with solid fill"/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192400" y="14688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40" name="TextBox 4"/>
            <p:cNvSpPr/>
            <p:nvPr/>
          </p:nvSpPr>
          <p:spPr>
            <a:xfrm>
              <a:off x="11377080" y="56880"/>
              <a:ext cx="8319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Reusable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1" name="Rectangle 5"/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BE426-FC13-C5CF-BB7D-0B51B4BD248C}"/>
              </a:ext>
            </a:extLst>
          </p:cNvPr>
          <p:cNvSpPr>
            <a:spLocks noGrp="1"/>
          </p:cNvSpPr>
          <p:nvPr>
            <p:ph type="sldNum" idx="60"/>
          </p:nvPr>
        </p:nvSpPr>
        <p:spPr/>
        <p:txBody>
          <a:bodyPr/>
          <a:lstStyle/>
          <a:p>
            <a:fld id="{8822E30B-172A-4F11-91FF-0841562D6210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8953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232560" y="254520"/>
            <a:ext cx="10515240" cy="72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l-PL" sz="4400" b="0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Sharing as part of the workflow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743" name="Group 3"/>
          <p:cNvGrpSpPr/>
          <p:nvPr/>
        </p:nvGrpSpPr>
        <p:grpSpPr>
          <a:xfrm>
            <a:off x="5089680" y="1383840"/>
            <a:ext cx="3875760" cy="3914640"/>
            <a:chOff x="5089680" y="1383840"/>
            <a:chExt cx="3875760" cy="3914640"/>
          </a:xfrm>
        </p:grpSpPr>
        <p:grpSp>
          <p:nvGrpSpPr>
            <p:cNvPr id="744" name="Group 4"/>
            <p:cNvGrpSpPr/>
            <p:nvPr/>
          </p:nvGrpSpPr>
          <p:grpSpPr>
            <a:xfrm>
              <a:off x="5089680" y="1383840"/>
              <a:ext cx="3875760" cy="3914640"/>
              <a:chOff x="5089680" y="1383840"/>
              <a:chExt cx="3875760" cy="3914640"/>
            </a:xfrm>
          </p:grpSpPr>
          <p:sp>
            <p:nvSpPr>
              <p:cNvPr id="745" name="Oval 11"/>
              <p:cNvSpPr/>
              <p:nvPr/>
            </p:nvSpPr>
            <p:spPr>
              <a:xfrm>
                <a:off x="5366880" y="1745280"/>
                <a:ext cx="3297600" cy="3297600"/>
              </a:xfrm>
              <a:prstGeom prst="ellipse">
                <a:avLst/>
              </a:prstGeom>
              <a:noFill/>
              <a:ln w="57150">
                <a:solidFill>
                  <a:srgbClr val="4472C4">
                    <a:lumMod val="40000"/>
                    <a:lumOff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Calibri"/>
                </a:endParaRPr>
              </a:p>
            </p:txBody>
          </p:sp>
          <p:grpSp>
            <p:nvGrpSpPr>
              <p:cNvPr id="746" name="Group 12"/>
              <p:cNvGrpSpPr/>
              <p:nvPr/>
            </p:nvGrpSpPr>
            <p:grpSpPr>
              <a:xfrm>
                <a:off x="6414840" y="1383840"/>
                <a:ext cx="1023480" cy="1023480"/>
                <a:chOff x="6414840" y="1383840"/>
                <a:chExt cx="1023480" cy="1023480"/>
              </a:xfrm>
            </p:grpSpPr>
            <p:sp>
              <p:nvSpPr>
                <p:cNvPr id="747" name="Oval 28"/>
                <p:cNvSpPr/>
                <p:nvPr/>
              </p:nvSpPr>
              <p:spPr>
                <a:xfrm>
                  <a:off x="6414840" y="1383840"/>
                  <a:ext cx="1023480" cy="1023480"/>
                </a:xfrm>
                <a:prstGeom prst="ellipse">
                  <a:avLst/>
                </a:prstGeom>
                <a:solidFill>
                  <a:srgbClr val="5B9BD5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748" name="TextBox 29"/>
                <p:cNvSpPr/>
                <p:nvPr/>
              </p:nvSpPr>
              <p:spPr>
                <a:xfrm>
                  <a:off x="6445080" y="1676880"/>
                  <a:ext cx="96336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CREATING 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749" name="Group 13"/>
              <p:cNvGrpSpPr/>
              <p:nvPr/>
            </p:nvGrpSpPr>
            <p:grpSpPr>
              <a:xfrm>
                <a:off x="7740000" y="2106720"/>
                <a:ext cx="1225440" cy="1023480"/>
                <a:chOff x="7740000" y="2106720"/>
                <a:chExt cx="1225440" cy="1023480"/>
              </a:xfrm>
            </p:grpSpPr>
            <p:sp>
              <p:nvSpPr>
                <p:cNvPr id="750" name="Oval 26"/>
                <p:cNvSpPr/>
                <p:nvPr/>
              </p:nvSpPr>
              <p:spPr>
                <a:xfrm>
                  <a:off x="7830360" y="2106720"/>
                  <a:ext cx="1023480" cy="1023480"/>
                </a:xfrm>
                <a:prstGeom prst="ellipse">
                  <a:avLst/>
                </a:prstGeom>
                <a:solidFill>
                  <a:srgbClr val="5B9BD5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751" name="TextBox 27"/>
                <p:cNvSpPr/>
                <p:nvPr/>
              </p:nvSpPr>
              <p:spPr>
                <a:xfrm>
                  <a:off x="7740000" y="2399760"/>
                  <a:ext cx="122544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100" b="0" strike="noStrike" spc="-1">
                      <a:solidFill>
                        <a:schemeClr val="lt1"/>
                      </a:solidFill>
                      <a:latin typeface="Arial"/>
                    </a:rPr>
                    <a:t>PROCESSING</a:t>
                  </a: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 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752" name="Group 14"/>
              <p:cNvGrpSpPr/>
              <p:nvPr/>
            </p:nvGrpSpPr>
            <p:grpSpPr>
              <a:xfrm>
                <a:off x="7740000" y="3552120"/>
                <a:ext cx="1171080" cy="1023480"/>
                <a:chOff x="7740000" y="3552120"/>
                <a:chExt cx="1171080" cy="1023480"/>
              </a:xfrm>
            </p:grpSpPr>
            <p:sp>
              <p:nvSpPr>
                <p:cNvPr id="753" name="Oval 24"/>
                <p:cNvSpPr/>
                <p:nvPr/>
              </p:nvSpPr>
              <p:spPr>
                <a:xfrm>
                  <a:off x="7800480" y="3552120"/>
                  <a:ext cx="1023480" cy="1023480"/>
                </a:xfrm>
                <a:prstGeom prst="ellipse">
                  <a:avLst/>
                </a:prstGeom>
                <a:solidFill>
                  <a:srgbClr val="5B9BD5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754" name="TextBox 25"/>
                <p:cNvSpPr/>
                <p:nvPr/>
              </p:nvSpPr>
              <p:spPr>
                <a:xfrm>
                  <a:off x="7740000" y="3845520"/>
                  <a:ext cx="1171080" cy="4860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ANALYSING</a:t>
                  </a:r>
                  <a:r>
                    <a:rPr lang="pl-PL" sz="1400" b="0" strike="noStrike" spc="-1">
                      <a:solidFill>
                        <a:schemeClr val="lt1"/>
                      </a:solidFill>
                      <a:latin typeface="Arial"/>
                    </a:rPr>
                    <a:t> </a:t>
                  </a: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755" name="Group 15"/>
              <p:cNvGrpSpPr/>
              <p:nvPr/>
            </p:nvGrpSpPr>
            <p:grpSpPr>
              <a:xfrm>
                <a:off x="6360480" y="4275000"/>
                <a:ext cx="1262520" cy="1023480"/>
                <a:chOff x="6360480" y="4275000"/>
                <a:chExt cx="1262520" cy="1023480"/>
              </a:xfrm>
            </p:grpSpPr>
            <p:sp>
              <p:nvSpPr>
                <p:cNvPr id="756" name="Oval 22"/>
                <p:cNvSpPr/>
                <p:nvPr/>
              </p:nvSpPr>
              <p:spPr>
                <a:xfrm>
                  <a:off x="6475320" y="4275000"/>
                  <a:ext cx="1023480" cy="1023480"/>
                </a:xfrm>
                <a:prstGeom prst="ellipse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757" name="TextBox 23"/>
                <p:cNvSpPr/>
                <p:nvPr/>
              </p:nvSpPr>
              <p:spPr>
                <a:xfrm>
                  <a:off x="6360480" y="4568040"/>
                  <a:ext cx="126252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100" b="0" strike="noStrike" spc="-1">
                      <a:solidFill>
                        <a:schemeClr val="lt1"/>
                      </a:solidFill>
                      <a:latin typeface="Arial"/>
                    </a:rPr>
                    <a:t>PRESERVING</a:t>
                  </a: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 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758" name="Group 16"/>
              <p:cNvGrpSpPr/>
              <p:nvPr/>
            </p:nvGrpSpPr>
            <p:grpSpPr>
              <a:xfrm>
                <a:off x="5089680" y="3552120"/>
                <a:ext cx="1023480" cy="1023480"/>
                <a:chOff x="5089680" y="3552120"/>
                <a:chExt cx="1023480" cy="1023480"/>
              </a:xfrm>
            </p:grpSpPr>
            <p:sp>
              <p:nvSpPr>
                <p:cNvPr id="759" name="Oval 20"/>
                <p:cNvSpPr/>
                <p:nvPr/>
              </p:nvSpPr>
              <p:spPr>
                <a:xfrm>
                  <a:off x="5089680" y="3552120"/>
                  <a:ext cx="1023480" cy="1023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760" name="TextBox 21"/>
                <p:cNvSpPr/>
                <p:nvPr/>
              </p:nvSpPr>
              <p:spPr>
                <a:xfrm>
                  <a:off x="5119920" y="3867480"/>
                  <a:ext cx="96336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SHARING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761" name="Group 17"/>
              <p:cNvGrpSpPr/>
              <p:nvPr/>
            </p:nvGrpSpPr>
            <p:grpSpPr>
              <a:xfrm>
                <a:off x="5089680" y="2046240"/>
                <a:ext cx="1023480" cy="1023480"/>
                <a:chOff x="5089680" y="2046240"/>
                <a:chExt cx="1023480" cy="1023480"/>
              </a:xfrm>
            </p:grpSpPr>
            <p:sp>
              <p:nvSpPr>
                <p:cNvPr id="762" name="Oval 18"/>
                <p:cNvSpPr/>
                <p:nvPr/>
              </p:nvSpPr>
              <p:spPr>
                <a:xfrm>
                  <a:off x="5089680" y="2046240"/>
                  <a:ext cx="1023480" cy="1023480"/>
                </a:xfrm>
                <a:prstGeom prst="ellipse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763" name="TextBox 19"/>
                <p:cNvSpPr/>
                <p:nvPr/>
              </p:nvSpPr>
              <p:spPr>
                <a:xfrm>
                  <a:off x="5119920" y="2374920"/>
                  <a:ext cx="96336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RE-USING 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sp>
          <p:nvSpPr>
            <p:cNvPr id="764" name="Right Arrow 5"/>
            <p:cNvSpPr/>
            <p:nvPr/>
          </p:nvSpPr>
          <p:spPr>
            <a:xfrm rot="1620000" flipV="1">
              <a:off x="7701480" y="1887840"/>
              <a:ext cx="212040" cy="12564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0080" rIns="90000" bIns="-1008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5" name="Right Arrow 6"/>
            <p:cNvSpPr/>
            <p:nvPr/>
          </p:nvSpPr>
          <p:spPr>
            <a:xfrm rot="5212200" flipV="1">
              <a:off x="8557560" y="3302640"/>
              <a:ext cx="212040" cy="12636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9360" rIns="90000" bIns="-936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6" name="Right Arrow 7"/>
            <p:cNvSpPr/>
            <p:nvPr/>
          </p:nvSpPr>
          <p:spPr>
            <a:xfrm rot="8846400" flipV="1">
              <a:off x="7807680" y="4707720"/>
              <a:ext cx="212040" cy="12600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9720" rIns="90000" bIns="-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7" name="Right Arrow 8"/>
            <p:cNvSpPr/>
            <p:nvPr/>
          </p:nvSpPr>
          <p:spPr>
            <a:xfrm rot="12777000" flipV="1">
              <a:off x="5964840" y="4684320"/>
              <a:ext cx="212040" cy="12600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9720" rIns="90000" bIns="-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8" name="Right Arrow 9"/>
            <p:cNvSpPr/>
            <p:nvPr/>
          </p:nvSpPr>
          <p:spPr>
            <a:xfrm rot="16200000" flipV="1">
              <a:off x="5259600" y="3234600"/>
              <a:ext cx="212040" cy="12600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9720" rIns="90000" bIns="-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9" name="Right Arrow 10"/>
            <p:cNvSpPr/>
            <p:nvPr/>
          </p:nvSpPr>
          <p:spPr>
            <a:xfrm rot="19591200" flipV="1">
              <a:off x="6065640" y="1911240"/>
              <a:ext cx="212040" cy="12600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9720" rIns="90000" bIns="-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</p:grpSp>
      <p:cxnSp>
        <p:nvCxnSpPr>
          <p:cNvPr id="770" name="Straight Arrow Connector 30"/>
          <p:cNvCxnSpPr/>
          <p:nvPr/>
        </p:nvCxnSpPr>
        <p:spPr>
          <a:xfrm flipV="1">
            <a:off x="3035160" y="1331280"/>
            <a:ext cx="360" cy="5032800"/>
          </a:xfrm>
          <a:prstGeom prst="straightConnector1">
            <a:avLst/>
          </a:prstGeom>
          <a:ln w="38100">
            <a:solidFill>
              <a:srgbClr val="000000"/>
            </a:solidFill>
            <a:tailEnd type="triangle" w="med" len="med"/>
          </a:ln>
        </p:spPr>
      </p:cxnSp>
      <p:sp>
        <p:nvSpPr>
          <p:cNvPr id="771" name="TextBox 31"/>
          <p:cNvSpPr/>
          <p:nvPr/>
        </p:nvSpPr>
        <p:spPr>
          <a:xfrm rot="16200000">
            <a:off x="2026800" y="3570480"/>
            <a:ext cx="1448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l-PL" sz="1600" b="0" strike="noStrike" spc="-1">
                <a:solidFill>
                  <a:schemeClr val="dk1"/>
                </a:solidFill>
                <a:latin typeface="Calibri"/>
              </a:rPr>
              <a:t>Time and effort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Rectangle 32"/>
          <p:cNvSpPr/>
          <p:nvPr/>
        </p:nvSpPr>
        <p:spPr>
          <a:xfrm>
            <a:off x="3211920" y="1758600"/>
            <a:ext cx="647640" cy="460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773" name="Group 33"/>
          <p:cNvGrpSpPr/>
          <p:nvPr/>
        </p:nvGrpSpPr>
        <p:grpSpPr>
          <a:xfrm>
            <a:off x="3541320" y="1383840"/>
            <a:ext cx="1425240" cy="1079280"/>
            <a:chOff x="3541320" y="1383840"/>
            <a:chExt cx="1425240" cy="1079280"/>
          </a:xfrm>
        </p:grpSpPr>
        <p:sp>
          <p:nvSpPr>
            <p:cNvPr id="774" name="AutoShape 17"/>
            <p:cNvSpPr/>
            <p:nvPr/>
          </p:nvSpPr>
          <p:spPr>
            <a:xfrm rot="16200000">
              <a:off x="4028400" y="1439280"/>
              <a:ext cx="799920" cy="1076040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D9D982"/>
                </a:gs>
                <a:gs pos="100000">
                  <a:srgbClr val="FFFF99"/>
                </a:gs>
              </a:gsLst>
              <a:lin ang="1620000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5" name="AutoShape 18"/>
            <p:cNvSpPr/>
            <p:nvPr/>
          </p:nvSpPr>
          <p:spPr>
            <a:xfrm rot="16200000">
              <a:off x="3853800" y="1245600"/>
              <a:ext cx="799920" cy="1076040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D9D982"/>
                </a:gs>
                <a:gs pos="100000">
                  <a:srgbClr val="FFFF99"/>
                </a:gs>
              </a:gsLst>
              <a:lin ang="1620000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6" name="AutoShape 17"/>
            <p:cNvSpPr/>
            <p:nvPr/>
          </p:nvSpPr>
          <p:spPr>
            <a:xfrm rot="16200000">
              <a:off x="3679200" y="1524960"/>
              <a:ext cx="799920" cy="1076040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D9D982"/>
                </a:gs>
                <a:gs pos="100000">
                  <a:srgbClr val="FFFF99"/>
                </a:gs>
              </a:gsLst>
              <a:lin ang="1620000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77" name="Rectangle 37"/>
          <p:cNvSpPr/>
          <p:nvPr/>
        </p:nvSpPr>
        <p:spPr>
          <a:xfrm>
            <a:off x="4822200" y="6117120"/>
            <a:ext cx="403920" cy="19764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8" name="TextBox 38"/>
          <p:cNvSpPr/>
          <p:nvPr/>
        </p:nvSpPr>
        <p:spPr>
          <a:xfrm>
            <a:off x="5251320" y="6086880"/>
            <a:ext cx="34074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l-PL" sz="1200" b="0" strike="noStrike" spc="-1">
                <a:solidFill>
                  <a:schemeClr val="dk1"/>
                </a:solidFill>
                <a:latin typeface="Calibri"/>
              </a:rPr>
              <a:t>work necessary to make outputs suitable for sharing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79" name="Group 2"/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780" name="Group 39"/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781" name="Oval 42"/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82" name="Graphic 43" descr="Bow And Arrow with solid fill"/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83" name="TextBox 40"/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4" name="Rectangle 41"/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30C9E-F4A1-C26B-C125-842FA0ABC1D1}"/>
              </a:ext>
            </a:extLst>
          </p:cNvPr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6147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AutoShape 17"/>
          <p:cNvSpPr/>
          <p:nvPr/>
        </p:nvSpPr>
        <p:spPr>
          <a:xfrm rot="16200000">
            <a:off x="5629320" y="4470840"/>
            <a:ext cx="606240" cy="1076040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rgbClr val="D9D982"/>
              </a:gs>
              <a:gs pos="100000">
                <a:srgbClr val="FFFF99"/>
              </a:gs>
            </a:gsLst>
            <a:lin ang="16200000"/>
          </a:gra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6" name="Rectangle 6"/>
          <p:cNvSpPr/>
          <p:nvPr/>
        </p:nvSpPr>
        <p:spPr>
          <a:xfrm>
            <a:off x="5272560" y="5303520"/>
            <a:ext cx="647640" cy="828000"/>
          </a:xfrm>
          <a:prstGeom prst="rect">
            <a:avLst/>
          </a:prstGeom>
          <a:solidFill>
            <a:srgbClr val="FFC000"/>
          </a:solidFill>
          <a:ln>
            <a:solidFill>
              <a:srgbClr val="FB90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7" name="Rectangle 7"/>
          <p:cNvSpPr/>
          <p:nvPr/>
        </p:nvSpPr>
        <p:spPr>
          <a:xfrm>
            <a:off x="5272560" y="5156640"/>
            <a:ext cx="647640" cy="14688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8" name="Rectangle 8"/>
          <p:cNvSpPr/>
          <p:nvPr/>
        </p:nvSpPr>
        <p:spPr>
          <a:xfrm>
            <a:off x="6877440" y="4716360"/>
            <a:ext cx="647640" cy="14688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789" name="Group 9"/>
          <p:cNvGrpSpPr/>
          <p:nvPr/>
        </p:nvGrpSpPr>
        <p:grpSpPr>
          <a:xfrm>
            <a:off x="8605800" y="4569480"/>
            <a:ext cx="647640" cy="1548360"/>
            <a:chOff x="8605800" y="4569480"/>
            <a:chExt cx="647640" cy="1548360"/>
          </a:xfrm>
        </p:grpSpPr>
        <p:sp>
          <p:nvSpPr>
            <p:cNvPr id="790" name="Rectangle 10"/>
            <p:cNvSpPr/>
            <p:nvPr/>
          </p:nvSpPr>
          <p:spPr>
            <a:xfrm>
              <a:off x="8605800" y="4738680"/>
              <a:ext cx="647640" cy="137916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B90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1" name="Rectangle 11"/>
            <p:cNvSpPr/>
            <p:nvPr/>
          </p:nvSpPr>
          <p:spPr>
            <a:xfrm>
              <a:off x="8605800" y="4569480"/>
              <a:ext cx="647640" cy="14688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792" name="Group 12"/>
          <p:cNvGrpSpPr/>
          <p:nvPr/>
        </p:nvGrpSpPr>
        <p:grpSpPr>
          <a:xfrm>
            <a:off x="8929800" y="4033800"/>
            <a:ext cx="1251000" cy="817920"/>
            <a:chOff x="8929800" y="4033800"/>
            <a:chExt cx="1251000" cy="817920"/>
          </a:xfrm>
        </p:grpSpPr>
        <p:sp>
          <p:nvSpPr>
            <p:cNvPr id="793" name="AutoShape 18"/>
            <p:cNvSpPr/>
            <p:nvPr/>
          </p:nvSpPr>
          <p:spPr>
            <a:xfrm rot="16200000">
              <a:off x="9339480" y="3798720"/>
              <a:ext cx="606240" cy="1076040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D9D982"/>
                </a:gs>
                <a:gs pos="100000">
                  <a:srgbClr val="FFFF99"/>
                </a:gs>
              </a:gsLst>
              <a:lin ang="1620000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94" name="AutoShape 17"/>
            <p:cNvSpPr/>
            <p:nvPr/>
          </p:nvSpPr>
          <p:spPr>
            <a:xfrm rot="16200000">
              <a:off x="9164520" y="4010400"/>
              <a:ext cx="606240" cy="1076040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D9D982"/>
                </a:gs>
                <a:gs pos="100000">
                  <a:srgbClr val="FFFF99"/>
                </a:gs>
              </a:gsLst>
              <a:lin ang="1620000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95" name="Group 15"/>
          <p:cNvGrpSpPr/>
          <p:nvPr/>
        </p:nvGrpSpPr>
        <p:grpSpPr>
          <a:xfrm>
            <a:off x="7128000" y="4330080"/>
            <a:ext cx="1250640" cy="817920"/>
            <a:chOff x="7128000" y="4330080"/>
            <a:chExt cx="1250640" cy="817920"/>
          </a:xfrm>
        </p:grpSpPr>
        <p:sp>
          <p:nvSpPr>
            <p:cNvPr id="796" name="AutoShape 18"/>
            <p:cNvSpPr/>
            <p:nvPr/>
          </p:nvSpPr>
          <p:spPr>
            <a:xfrm rot="16200000">
              <a:off x="7537320" y="4095000"/>
              <a:ext cx="606240" cy="1076040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D9D982"/>
                </a:gs>
                <a:gs pos="100000">
                  <a:srgbClr val="FFFF99"/>
                </a:gs>
              </a:gsLst>
              <a:lin ang="1620000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97" name="AutoShape 17"/>
            <p:cNvSpPr/>
            <p:nvPr/>
          </p:nvSpPr>
          <p:spPr>
            <a:xfrm rot="16200000">
              <a:off x="7362720" y="4306680"/>
              <a:ext cx="606240" cy="1076040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D9D982"/>
                </a:gs>
                <a:gs pos="100000">
                  <a:srgbClr val="FFFF99"/>
                </a:gs>
              </a:gsLst>
              <a:lin ang="1620000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98" name="Group 18"/>
          <p:cNvGrpSpPr/>
          <p:nvPr/>
        </p:nvGrpSpPr>
        <p:grpSpPr>
          <a:xfrm>
            <a:off x="7091640" y="4724640"/>
            <a:ext cx="651960" cy="1407240"/>
            <a:chOff x="7091640" y="4724640"/>
            <a:chExt cx="651960" cy="1407240"/>
          </a:xfrm>
        </p:grpSpPr>
        <p:sp>
          <p:nvSpPr>
            <p:cNvPr id="799" name="Rectangle 19"/>
            <p:cNvSpPr/>
            <p:nvPr/>
          </p:nvSpPr>
          <p:spPr>
            <a:xfrm>
              <a:off x="7091640" y="4866840"/>
              <a:ext cx="647640" cy="12650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B90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00" name="Rectangle 20"/>
            <p:cNvSpPr/>
            <p:nvPr/>
          </p:nvSpPr>
          <p:spPr>
            <a:xfrm>
              <a:off x="7095960" y="4724640"/>
              <a:ext cx="647640" cy="14688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801" name="Group 21"/>
          <p:cNvGrpSpPr/>
          <p:nvPr/>
        </p:nvGrpSpPr>
        <p:grpSpPr>
          <a:xfrm>
            <a:off x="5089680" y="1152000"/>
            <a:ext cx="3875760" cy="3914640"/>
            <a:chOff x="5089680" y="1152000"/>
            <a:chExt cx="3875760" cy="3914640"/>
          </a:xfrm>
        </p:grpSpPr>
        <p:grpSp>
          <p:nvGrpSpPr>
            <p:cNvPr id="802" name="Group 22"/>
            <p:cNvGrpSpPr/>
            <p:nvPr/>
          </p:nvGrpSpPr>
          <p:grpSpPr>
            <a:xfrm>
              <a:off x="5089680" y="1152000"/>
              <a:ext cx="3875760" cy="3914640"/>
              <a:chOff x="5089680" y="1152000"/>
              <a:chExt cx="3875760" cy="3914640"/>
            </a:xfrm>
          </p:grpSpPr>
          <p:sp>
            <p:nvSpPr>
              <p:cNvPr id="803" name="Oval 29"/>
              <p:cNvSpPr/>
              <p:nvPr/>
            </p:nvSpPr>
            <p:spPr>
              <a:xfrm>
                <a:off x="5366880" y="1513440"/>
                <a:ext cx="3297600" cy="3297600"/>
              </a:xfrm>
              <a:prstGeom prst="ellipse">
                <a:avLst/>
              </a:prstGeom>
              <a:noFill/>
              <a:ln w="57150">
                <a:solidFill>
                  <a:srgbClr val="4472C4">
                    <a:lumMod val="40000"/>
                    <a:lumOff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GB" sz="1800" b="0" strike="noStrike" spc="-1">
                  <a:solidFill>
                    <a:schemeClr val="lt1"/>
                  </a:solidFill>
                  <a:latin typeface="Calibri"/>
                </a:endParaRPr>
              </a:p>
            </p:txBody>
          </p:sp>
          <p:grpSp>
            <p:nvGrpSpPr>
              <p:cNvPr id="804" name="Group 30"/>
              <p:cNvGrpSpPr/>
              <p:nvPr/>
            </p:nvGrpSpPr>
            <p:grpSpPr>
              <a:xfrm>
                <a:off x="6414840" y="1152000"/>
                <a:ext cx="1023480" cy="1023480"/>
                <a:chOff x="6414840" y="1152000"/>
                <a:chExt cx="1023480" cy="1023480"/>
              </a:xfrm>
            </p:grpSpPr>
            <p:sp>
              <p:nvSpPr>
                <p:cNvPr id="805" name="Oval 46"/>
                <p:cNvSpPr/>
                <p:nvPr/>
              </p:nvSpPr>
              <p:spPr>
                <a:xfrm>
                  <a:off x="6414840" y="1152000"/>
                  <a:ext cx="1023480" cy="102348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806" name="TextBox 47"/>
                <p:cNvSpPr/>
                <p:nvPr/>
              </p:nvSpPr>
              <p:spPr>
                <a:xfrm>
                  <a:off x="6445080" y="1445040"/>
                  <a:ext cx="96336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CREATING 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807" name="Group 31"/>
              <p:cNvGrpSpPr/>
              <p:nvPr/>
            </p:nvGrpSpPr>
            <p:grpSpPr>
              <a:xfrm>
                <a:off x="7740000" y="1874880"/>
                <a:ext cx="1225440" cy="1023480"/>
                <a:chOff x="7740000" y="1874880"/>
                <a:chExt cx="1225440" cy="1023480"/>
              </a:xfrm>
            </p:grpSpPr>
            <p:sp>
              <p:nvSpPr>
                <p:cNvPr id="808" name="Oval 44"/>
                <p:cNvSpPr/>
                <p:nvPr/>
              </p:nvSpPr>
              <p:spPr>
                <a:xfrm>
                  <a:off x="7830360" y="1874880"/>
                  <a:ext cx="1023480" cy="102348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809" name="TextBox 45"/>
                <p:cNvSpPr/>
                <p:nvPr/>
              </p:nvSpPr>
              <p:spPr>
                <a:xfrm>
                  <a:off x="7740000" y="2167920"/>
                  <a:ext cx="122544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100" b="0" strike="noStrike" spc="-1">
                      <a:solidFill>
                        <a:schemeClr val="lt1"/>
                      </a:solidFill>
                      <a:latin typeface="Arial"/>
                    </a:rPr>
                    <a:t>PROCESSING</a:t>
                  </a: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 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810" name="Group 32"/>
              <p:cNvGrpSpPr/>
              <p:nvPr/>
            </p:nvGrpSpPr>
            <p:grpSpPr>
              <a:xfrm>
                <a:off x="7740000" y="3320280"/>
                <a:ext cx="1171080" cy="1023480"/>
                <a:chOff x="7740000" y="3320280"/>
                <a:chExt cx="1171080" cy="1023480"/>
              </a:xfrm>
            </p:grpSpPr>
            <p:sp>
              <p:nvSpPr>
                <p:cNvPr id="811" name="Oval 42"/>
                <p:cNvSpPr/>
                <p:nvPr/>
              </p:nvSpPr>
              <p:spPr>
                <a:xfrm>
                  <a:off x="7800480" y="3320280"/>
                  <a:ext cx="1023480" cy="102348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812" name="TextBox 43"/>
                <p:cNvSpPr/>
                <p:nvPr/>
              </p:nvSpPr>
              <p:spPr>
                <a:xfrm>
                  <a:off x="7740000" y="3613680"/>
                  <a:ext cx="1171080" cy="4860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ANALYSING</a:t>
                  </a:r>
                  <a:r>
                    <a:rPr lang="pl-PL" sz="1400" b="0" strike="noStrike" spc="-1">
                      <a:solidFill>
                        <a:schemeClr val="lt1"/>
                      </a:solidFill>
                      <a:latin typeface="Arial"/>
                    </a:rPr>
                    <a:t> </a:t>
                  </a: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813" name="Group 33"/>
              <p:cNvGrpSpPr/>
              <p:nvPr/>
            </p:nvGrpSpPr>
            <p:grpSpPr>
              <a:xfrm>
                <a:off x="6360480" y="4043160"/>
                <a:ext cx="1262520" cy="1023480"/>
                <a:chOff x="6360480" y="4043160"/>
                <a:chExt cx="1262520" cy="1023480"/>
              </a:xfrm>
            </p:grpSpPr>
            <p:sp>
              <p:nvSpPr>
                <p:cNvPr id="814" name="Oval 40"/>
                <p:cNvSpPr/>
                <p:nvPr/>
              </p:nvSpPr>
              <p:spPr>
                <a:xfrm>
                  <a:off x="6475320" y="4043160"/>
                  <a:ext cx="1023480" cy="102348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815" name="TextBox 41"/>
                <p:cNvSpPr/>
                <p:nvPr/>
              </p:nvSpPr>
              <p:spPr>
                <a:xfrm>
                  <a:off x="6360480" y="4336560"/>
                  <a:ext cx="126252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100" b="0" strike="noStrike" spc="-1">
                      <a:solidFill>
                        <a:schemeClr val="lt1"/>
                      </a:solidFill>
                      <a:latin typeface="Arial"/>
                    </a:rPr>
                    <a:t>PRESERVING</a:t>
                  </a: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 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816" name="Group 34"/>
              <p:cNvGrpSpPr/>
              <p:nvPr/>
            </p:nvGrpSpPr>
            <p:grpSpPr>
              <a:xfrm>
                <a:off x="5089680" y="3320280"/>
                <a:ext cx="1023480" cy="1023480"/>
                <a:chOff x="5089680" y="3320280"/>
                <a:chExt cx="1023480" cy="1023480"/>
              </a:xfrm>
            </p:grpSpPr>
            <p:sp>
              <p:nvSpPr>
                <p:cNvPr id="817" name="Oval 38"/>
                <p:cNvSpPr/>
                <p:nvPr/>
              </p:nvSpPr>
              <p:spPr>
                <a:xfrm>
                  <a:off x="5089680" y="3320280"/>
                  <a:ext cx="1023480" cy="102348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818" name="TextBox 39"/>
                <p:cNvSpPr/>
                <p:nvPr/>
              </p:nvSpPr>
              <p:spPr>
                <a:xfrm>
                  <a:off x="5119920" y="3635640"/>
                  <a:ext cx="96336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SHARING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819" name="Group 35"/>
              <p:cNvGrpSpPr/>
              <p:nvPr/>
            </p:nvGrpSpPr>
            <p:grpSpPr>
              <a:xfrm>
                <a:off x="5089680" y="1814400"/>
                <a:ext cx="1023480" cy="1023480"/>
                <a:chOff x="5089680" y="1814400"/>
                <a:chExt cx="1023480" cy="1023480"/>
              </a:xfrm>
            </p:grpSpPr>
            <p:sp>
              <p:nvSpPr>
                <p:cNvPr id="820" name="Oval 36"/>
                <p:cNvSpPr/>
                <p:nvPr/>
              </p:nvSpPr>
              <p:spPr>
                <a:xfrm>
                  <a:off x="5089680" y="1814400"/>
                  <a:ext cx="1023480" cy="1023480"/>
                </a:xfrm>
                <a:prstGeom prst="ellipse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GB" sz="1000" b="0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821" name="TextBox 37"/>
                <p:cNvSpPr/>
                <p:nvPr/>
              </p:nvSpPr>
              <p:spPr>
                <a:xfrm>
                  <a:off x="5119920" y="2143080"/>
                  <a:ext cx="96336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pl-PL" sz="1200" b="0" strike="noStrike" spc="-1">
                      <a:solidFill>
                        <a:schemeClr val="lt1"/>
                      </a:solidFill>
                      <a:latin typeface="Arial"/>
                    </a:rPr>
                    <a:t>RE-USING DATA</a:t>
                  </a:r>
                  <a:endParaRPr lang="en-US" sz="12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sp>
          <p:nvSpPr>
            <p:cNvPr id="822" name="Right Arrow 23"/>
            <p:cNvSpPr/>
            <p:nvPr/>
          </p:nvSpPr>
          <p:spPr>
            <a:xfrm rot="1620000" flipV="1">
              <a:off x="7701480" y="1656000"/>
              <a:ext cx="212040" cy="12564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0080" rIns="90000" bIns="-1008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23" name="Right Arrow 24"/>
            <p:cNvSpPr/>
            <p:nvPr/>
          </p:nvSpPr>
          <p:spPr>
            <a:xfrm rot="5212200" flipV="1">
              <a:off x="8557560" y="3070800"/>
              <a:ext cx="212040" cy="12636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9360" rIns="90000" bIns="-936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24" name="Right Arrow 25"/>
            <p:cNvSpPr/>
            <p:nvPr/>
          </p:nvSpPr>
          <p:spPr>
            <a:xfrm rot="8846400" flipV="1">
              <a:off x="7807680" y="4476240"/>
              <a:ext cx="212040" cy="12600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9720" rIns="90000" bIns="-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25" name="Right Arrow 26"/>
            <p:cNvSpPr/>
            <p:nvPr/>
          </p:nvSpPr>
          <p:spPr>
            <a:xfrm rot="12777000" flipV="1">
              <a:off x="5964840" y="4452480"/>
              <a:ext cx="212040" cy="12600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9720" rIns="90000" bIns="-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26" name="Right Arrow 27"/>
            <p:cNvSpPr/>
            <p:nvPr/>
          </p:nvSpPr>
          <p:spPr>
            <a:xfrm rot="16200000" flipV="1">
              <a:off x="5259600" y="3003120"/>
              <a:ext cx="212040" cy="12600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9720" rIns="90000" bIns="-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27" name="Right Arrow 28"/>
            <p:cNvSpPr/>
            <p:nvPr/>
          </p:nvSpPr>
          <p:spPr>
            <a:xfrm rot="19591200" flipV="1">
              <a:off x="6065640" y="1679400"/>
              <a:ext cx="212040" cy="126000"/>
            </a:xfrm>
            <a:prstGeom prst="rightArrow">
              <a:avLst>
                <a:gd name="adj1" fmla="val 27886"/>
                <a:gd name="adj2" fmla="val 50000"/>
              </a:avLst>
            </a:prstGeom>
            <a:solidFill>
              <a:srgbClr val="91C6F7"/>
            </a:solidFill>
            <a:ln>
              <a:solidFill>
                <a:srgbClr val="91C6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9720" rIns="90000" bIns="-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GB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</p:grpSp>
      <p:sp>
        <p:nvSpPr>
          <p:cNvPr id="828" name="AutoShape 17"/>
          <p:cNvSpPr/>
          <p:nvPr/>
        </p:nvSpPr>
        <p:spPr>
          <a:xfrm rot="16200000">
            <a:off x="5831280" y="4598640"/>
            <a:ext cx="606240" cy="1076040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rgbClr val="D9D982"/>
              </a:gs>
              <a:gs pos="100000">
                <a:srgbClr val="FFFF99"/>
              </a:gs>
            </a:gsLst>
            <a:lin ang="16200000"/>
          </a:gra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829" name="Straight Arrow Connector 49"/>
          <p:cNvCxnSpPr/>
          <p:nvPr/>
        </p:nvCxnSpPr>
        <p:spPr>
          <a:xfrm flipV="1">
            <a:off x="4476960" y="1099440"/>
            <a:ext cx="360" cy="5032800"/>
          </a:xfrm>
          <a:prstGeom prst="straightConnector1">
            <a:avLst/>
          </a:prstGeom>
          <a:ln w="38100">
            <a:solidFill>
              <a:srgbClr val="000000"/>
            </a:solidFill>
            <a:tailEnd type="triangle" w="med" len="med"/>
          </a:ln>
        </p:spPr>
      </p:cxnSp>
      <p:sp>
        <p:nvSpPr>
          <p:cNvPr id="830" name="TextBox 50"/>
          <p:cNvSpPr/>
          <p:nvPr/>
        </p:nvSpPr>
        <p:spPr>
          <a:xfrm rot="16200000">
            <a:off x="3468600" y="3339000"/>
            <a:ext cx="1448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l-PL" sz="1600" b="0" strike="noStrike" spc="-1">
                <a:solidFill>
                  <a:schemeClr val="dk1"/>
                </a:solidFill>
                <a:latin typeface="Calibri"/>
              </a:rPr>
              <a:t>Time and effort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Rectangle 51"/>
          <p:cNvSpPr/>
          <p:nvPr/>
        </p:nvSpPr>
        <p:spPr>
          <a:xfrm>
            <a:off x="4093560" y="6429240"/>
            <a:ext cx="403920" cy="19764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2" name="TextBox 52"/>
          <p:cNvSpPr/>
          <p:nvPr/>
        </p:nvSpPr>
        <p:spPr>
          <a:xfrm>
            <a:off x="4532760" y="6399000"/>
            <a:ext cx="34074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l-PL" sz="1200" b="0" strike="noStrike" spc="-1">
                <a:solidFill>
                  <a:schemeClr val="dk1"/>
                </a:solidFill>
                <a:latin typeface="Calibri"/>
              </a:rPr>
              <a:t>work necessary to make outputs suitable for sharing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Rectangle 53"/>
          <p:cNvSpPr/>
          <p:nvPr/>
        </p:nvSpPr>
        <p:spPr>
          <a:xfrm>
            <a:off x="8114400" y="6431040"/>
            <a:ext cx="403920" cy="197640"/>
          </a:xfrm>
          <a:prstGeom prst="rect">
            <a:avLst/>
          </a:prstGeom>
          <a:solidFill>
            <a:srgbClr val="FFC000"/>
          </a:solidFill>
          <a:ln>
            <a:solidFill>
              <a:srgbClr val="FB90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4" name="TextBox 54"/>
          <p:cNvSpPr/>
          <p:nvPr/>
        </p:nvSpPr>
        <p:spPr>
          <a:xfrm>
            <a:off x="8535240" y="6400800"/>
            <a:ext cx="19872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l-PL" sz="1200" b="0" strike="noStrike" spc="-1">
                <a:solidFill>
                  <a:schemeClr val="dk1"/>
                </a:solidFill>
                <a:latin typeface="Calibri"/>
              </a:rPr>
              <a:t>standard research operations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232560" y="254520"/>
            <a:ext cx="10515240" cy="72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l-PL" sz="4400" b="0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Sharing as part of the workflow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BC12B5E8-51B3-6753-51D2-58813B1C5A7C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3" name="Group 39">
              <a:extLst>
                <a:ext uri="{FF2B5EF4-FFF2-40B4-BE49-F238E27FC236}">
                  <a16:creationId xmlns:a16="http://schemas.microsoft.com/office/drawing/2014/main" id="{5C02E791-9878-3F32-365F-E0A9C67A38A0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3430EFF2-2D65-652B-D305-4F090EFBAE0B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3" descr="Bow And Arrow with solid fill">
                <a:extLst>
                  <a:ext uri="{FF2B5EF4-FFF2-40B4-BE49-F238E27FC236}">
                    <a16:creationId xmlns:a16="http://schemas.microsoft.com/office/drawing/2014/main" id="{B58262D8-ED8B-4F69-4D11-69C8E2DBEA67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40">
              <a:extLst>
                <a:ext uri="{FF2B5EF4-FFF2-40B4-BE49-F238E27FC236}">
                  <a16:creationId xmlns:a16="http://schemas.microsoft.com/office/drawing/2014/main" id="{C1B6DF7D-4913-814E-64A1-44CB122667D1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41">
              <a:extLst>
                <a:ext uri="{FF2B5EF4-FFF2-40B4-BE49-F238E27FC236}">
                  <a16:creationId xmlns:a16="http://schemas.microsoft.com/office/drawing/2014/main" id="{219D5D51-8A57-5E81-C463-50436D64A8D3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C017B68-5A33-17EB-98F1-79EFB338569B}"/>
              </a:ext>
            </a:extLst>
          </p:cNvPr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BED76A6-EE58-4EE9-B247-84A979384ED2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9495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Picture 11" descr="Diagram&#10;&#10;Description automatically generated"/>
          <p:cNvPicPr/>
          <p:nvPr/>
        </p:nvPicPr>
        <p:blipFill>
          <a:blip r:embed="rId2"/>
          <a:stretch/>
        </p:blipFill>
        <p:spPr>
          <a:xfrm>
            <a:off x="3911400" y="34920"/>
            <a:ext cx="7516440" cy="6323400"/>
          </a:xfrm>
          <a:prstGeom prst="rect">
            <a:avLst/>
          </a:prstGeom>
          <a:ln w="0">
            <a:noFill/>
          </a:ln>
        </p:spPr>
      </p:pic>
      <p:sp>
        <p:nvSpPr>
          <p:cNvPr id="674" name="TextBox 9"/>
          <p:cNvSpPr/>
          <p:nvPr/>
        </p:nvSpPr>
        <p:spPr>
          <a:xfrm>
            <a:off x="23760" y="2805120"/>
            <a:ext cx="6071760" cy="19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40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Plan ahead</a:t>
            </a:r>
            <a:r>
              <a:rPr lang="en-GB" sz="4000" b="0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 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GB" sz="4000" b="0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Data management plans 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GB" sz="4000" b="0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(DMPs)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Box 12"/>
          <p:cNvSpPr/>
          <p:nvPr/>
        </p:nvSpPr>
        <p:spPr>
          <a:xfrm>
            <a:off x="6476400" y="6358320"/>
            <a:ext cx="41151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200" b="0" i="1" strike="noStrike" spc="-1">
                <a:solidFill>
                  <a:srgbClr val="333333"/>
                </a:solidFill>
                <a:latin typeface="Tahoma"/>
                <a:ea typeface="Tahoma"/>
              </a:rPr>
              <a:t>Figure credits: Tomasz Zieliński and Andrés Romanowski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6" name="Picture 2" descr="Ed_DaSH"/>
          <p:cNvPicPr/>
          <p:nvPr/>
        </p:nvPicPr>
        <p:blipFill>
          <a:blip r:embed="rId3"/>
          <a:stretch/>
        </p:blipFill>
        <p:spPr>
          <a:xfrm>
            <a:off x="10820520" y="5458680"/>
            <a:ext cx="1288800" cy="1325160"/>
          </a:xfrm>
          <a:prstGeom prst="rect">
            <a:avLst/>
          </a:prstGeom>
          <a:ln w="0">
            <a:noFill/>
          </a:ln>
        </p:spPr>
      </p:pic>
      <p:sp>
        <p:nvSpPr>
          <p:cNvPr id="677" name="Arrow: Down 12"/>
          <p:cNvSpPr/>
          <p:nvPr/>
        </p:nvSpPr>
        <p:spPr>
          <a:xfrm rot="13677000">
            <a:off x="3539160" y="1715040"/>
            <a:ext cx="469440" cy="1096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>
            <a:solidFill>
              <a:srgbClr val="6F54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76175D57-0293-04D3-5F4A-F6D8075F7E65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3" name="Group 39">
              <a:extLst>
                <a:ext uri="{FF2B5EF4-FFF2-40B4-BE49-F238E27FC236}">
                  <a16:creationId xmlns:a16="http://schemas.microsoft.com/office/drawing/2014/main" id="{639859A9-8DEF-6231-DE0F-55D5543DF0CD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1A997FA2-EE02-79AF-55CE-54ADD147C8CB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3" descr="Bow And Arrow with solid fill">
                <a:extLst>
                  <a:ext uri="{FF2B5EF4-FFF2-40B4-BE49-F238E27FC236}">
                    <a16:creationId xmlns:a16="http://schemas.microsoft.com/office/drawing/2014/main" id="{5A325D9F-6FA9-D107-1BF5-FA4DB063E5B5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40">
              <a:extLst>
                <a:ext uri="{FF2B5EF4-FFF2-40B4-BE49-F238E27FC236}">
                  <a16:creationId xmlns:a16="http://schemas.microsoft.com/office/drawing/2014/main" id="{2620A922-194F-E2D1-6A21-C40D6D79DDD6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41">
              <a:extLst>
                <a:ext uri="{FF2B5EF4-FFF2-40B4-BE49-F238E27FC236}">
                  <a16:creationId xmlns:a16="http://schemas.microsoft.com/office/drawing/2014/main" id="{D899BA9D-AD79-391F-7A94-40D5D025709B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2B">
            <a:alpha val="1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TextBox 1"/>
          <p:cNvSpPr/>
          <p:nvPr/>
        </p:nvSpPr>
        <p:spPr>
          <a:xfrm>
            <a:off x="1231560" y="2274840"/>
            <a:ext cx="972828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Data Management Plans</a:t>
            </a:r>
            <a:endParaRPr lang="en-US" sz="72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97BE84C2-7192-0E98-58D6-354A147C2EA7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3" name="Group 39">
              <a:extLst>
                <a:ext uri="{FF2B5EF4-FFF2-40B4-BE49-F238E27FC236}">
                  <a16:creationId xmlns:a16="http://schemas.microsoft.com/office/drawing/2014/main" id="{5CC5A995-E636-EA92-D609-7A8FCE749C69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278964B6-E32E-86CC-D1A6-917D5337504E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3" descr="Bow And Arrow with solid fill">
                <a:extLst>
                  <a:ext uri="{FF2B5EF4-FFF2-40B4-BE49-F238E27FC236}">
                    <a16:creationId xmlns:a16="http://schemas.microsoft.com/office/drawing/2014/main" id="{CB01D9C5-AF7E-BDBB-FA34-113A2E0D03E0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40">
              <a:extLst>
                <a:ext uri="{FF2B5EF4-FFF2-40B4-BE49-F238E27FC236}">
                  <a16:creationId xmlns:a16="http://schemas.microsoft.com/office/drawing/2014/main" id="{36F6D0F9-C6A7-FFD6-127F-1F26F9D24298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41">
              <a:extLst>
                <a:ext uri="{FF2B5EF4-FFF2-40B4-BE49-F238E27FC236}">
                  <a16:creationId xmlns:a16="http://schemas.microsoft.com/office/drawing/2014/main" id="{AF6F834C-5290-E193-9984-2C360F4952C4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title"/>
          </p:nvPr>
        </p:nvSpPr>
        <p:spPr>
          <a:xfrm>
            <a:off x="458640" y="505800"/>
            <a:ext cx="94564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GB" sz="32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Data Management Planning: What? How? Where?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5" name="PlaceHolder 2"/>
          <p:cNvSpPr>
            <a:spLocks noGrp="1"/>
          </p:cNvSpPr>
          <p:nvPr>
            <p:ph/>
          </p:nvPr>
        </p:nvSpPr>
        <p:spPr>
          <a:xfrm>
            <a:off x="734040" y="1581120"/>
            <a:ext cx="10702080" cy="512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600" b="1" strike="noStrike" spc="-1">
                <a:solidFill>
                  <a:srgbClr val="009999"/>
                </a:solidFill>
                <a:latin typeface="Tahoma"/>
                <a:ea typeface="Tahoma"/>
              </a:rPr>
              <a:t>What: </a:t>
            </a:r>
            <a:r>
              <a:rPr lang="en-GB" sz="2600" b="0" strike="noStrike" spc="-1">
                <a:solidFill>
                  <a:srgbClr val="009999"/>
                </a:solidFill>
                <a:latin typeface="Tahoma"/>
                <a:ea typeface="Tahoma"/>
              </a:rPr>
              <a:t>thinking </a:t>
            </a:r>
            <a:r>
              <a:rPr lang="pl-PL" sz="2600" b="0" strike="noStrike" spc="-1">
                <a:solidFill>
                  <a:srgbClr val="009999"/>
                </a:solidFill>
                <a:latin typeface="Tahoma"/>
                <a:ea typeface="Tahoma"/>
              </a:rPr>
              <a:t>about what data you will generate.</a:t>
            </a:r>
            <a:endParaRPr lang="en-US" sz="26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pl-PL" sz="2400" b="0" strike="noStrike" spc="-1">
                <a:solidFill>
                  <a:schemeClr val="dk1"/>
                </a:solidFill>
                <a:latin typeface="Tahoma"/>
                <a:ea typeface="Tahoma"/>
              </a:rPr>
              <a:t>Types of data, format, and volume of the data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l-PL" sz="2600" b="1" strike="noStrike" spc="-1">
                <a:solidFill>
                  <a:srgbClr val="009999"/>
                </a:solidFill>
                <a:latin typeface="Tahoma"/>
                <a:ea typeface="Tahoma"/>
              </a:rPr>
              <a:t>How</a:t>
            </a:r>
            <a:r>
              <a:rPr lang="en-GB" sz="2600" b="1" strike="noStrike" spc="-1">
                <a:solidFill>
                  <a:srgbClr val="009999"/>
                </a:solidFill>
                <a:latin typeface="Tahoma"/>
                <a:ea typeface="Tahoma"/>
              </a:rPr>
              <a:t>: </a:t>
            </a:r>
            <a:r>
              <a:rPr lang="en-GB" sz="2600" b="0" strike="noStrike" spc="-1">
                <a:solidFill>
                  <a:srgbClr val="009999"/>
                </a:solidFill>
                <a:latin typeface="Tahoma"/>
                <a:ea typeface="Tahoma"/>
              </a:rPr>
              <a:t>thinking about how you will:</a:t>
            </a:r>
            <a:endParaRPr lang="en-US" sz="26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GB" sz="2400" b="0" strike="noStrike" spc="-1">
                <a:solidFill>
                  <a:schemeClr val="dk1"/>
                </a:solidFill>
                <a:latin typeface="Tahoma"/>
                <a:ea typeface="Tahoma"/>
              </a:rPr>
              <a:t>Organise, d</a:t>
            </a:r>
            <a:r>
              <a:rPr lang="pl-PL" sz="2400" b="0" strike="noStrike" spc="-1">
                <a:solidFill>
                  <a:schemeClr val="dk1"/>
                </a:solidFill>
                <a:latin typeface="Tahoma"/>
                <a:ea typeface="Tahoma"/>
              </a:rPr>
              <a:t>escribe</a:t>
            </a:r>
            <a:r>
              <a:rPr lang="en-GB" sz="2400" b="0" strike="noStrike" spc="-1">
                <a:solidFill>
                  <a:schemeClr val="dk1"/>
                </a:solidFill>
                <a:latin typeface="Tahoma"/>
                <a:ea typeface="Tahoma"/>
              </a:rPr>
              <a:t>, securely store, and back up your data.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1" strike="noStrike" spc="-1">
                <a:solidFill>
                  <a:srgbClr val="009999"/>
                </a:solidFill>
                <a:latin typeface="Tahoma"/>
                <a:ea typeface="Tahoma"/>
              </a:rPr>
              <a:t>W</a:t>
            </a:r>
            <a:r>
              <a:rPr lang="pl-PL" sz="2800" b="1" strike="noStrike" spc="-1">
                <a:solidFill>
                  <a:srgbClr val="009999"/>
                </a:solidFill>
                <a:latin typeface="Tahoma"/>
                <a:ea typeface="Tahoma"/>
              </a:rPr>
              <a:t>here</a:t>
            </a:r>
            <a:r>
              <a:rPr lang="en-GB" sz="2800" b="1" strike="noStrike" spc="-1">
                <a:solidFill>
                  <a:srgbClr val="009999"/>
                </a:solidFill>
                <a:latin typeface="Tahoma"/>
                <a:ea typeface="Tahoma"/>
              </a:rPr>
              <a:t>: </a:t>
            </a:r>
            <a:r>
              <a:rPr lang="en-GB" sz="2800" b="0" strike="noStrike" spc="-1">
                <a:solidFill>
                  <a:srgbClr val="009999"/>
                </a:solidFill>
                <a:latin typeface="Tahoma"/>
                <a:ea typeface="Tahoma"/>
              </a:rPr>
              <a:t>to ensure your data is available for </a:t>
            </a:r>
            <a:r>
              <a:rPr lang="pl-PL" sz="2800" b="0" strike="noStrike" spc="-1">
                <a:solidFill>
                  <a:srgbClr val="009999"/>
                </a:solidFill>
                <a:latin typeface="Tahoma"/>
                <a:ea typeface="Tahoma"/>
              </a:rPr>
              <a:t>replication and reuse</a:t>
            </a:r>
            <a:r>
              <a:rPr lang="en-GB" sz="2800" b="0" strike="noStrike" spc="-1">
                <a:solidFill>
                  <a:srgbClr val="009999"/>
                </a:solidFill>
                <a:latin typeface="Tahoma"/>
                <a:ea typeface="Tahoma"/>
              </a:rPr>
              <a:t>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pl-PL" sz="2400" b="0" strike="noStrike" spc="-1">
                <a:solidFill>
                  <a:schemeClr val="dk1"/>
                </a:solidFill>
                <a:latin typeface="Tahoma"/>
                <a:ea typeface="Tahoma"/>
              </a:rPr>
              <a:t>Archiving, publishing, and conditions of re-use.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0F3DC50A-B2F4-FEDC-4F0C-FD14DA582BCA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3" name="Group 39">
              <a:extLst>
                <a:ext uri="{FF2B5EF4-FFF2-40B4-BE49-F238E27FC236}">
                  <a16:creationId xmlns:a16="http://schemas.microsoft.com/office/drawing/2014/main" id="{B35625F8-D43D-0826-97B8-7A1D80DABD51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085F8980-4CC6-8A53-42E1-1B162FCD3B6A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3" descr="Bow And Arrow with solid fill">
                <a:extLst>
                  <a:ext uri="{FF2B5EF4-FFF2-40B4-BE49-F238E27FC236}">
                    <a16:creationId xmlns:a16="http://schemas.microsoft.com/office/drawing/2014/main" id="{4051ECCD-38B2-F673-6732-A4503BA2BFCA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40">
              <a:extLst>
                <a:ext uri="{FF2B5EF4-FFF2-40B4-BE49-F238E27FC236}">
                  <a16:creationId xmlns:a16="http://schemas.microsoft.com/office/drawing/2014/main" id="{781703DB-8F7C-0CC3-9425-738AE933DAA4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41">
              <a:extLst>
                <a:ext uri="{FF2B5EF4-FFF2-40B4-BE49-F238E27FC236}">
                  <a16:creationId xmlns:a16="http://schemas.microsoft.com/office/drawing/2014/main" id="{90B163B1-AA1C-BA46-8669-CD1A7EB5EC5B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755280" y="532440"/>
            <a:ext cx="94564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GB" sz="32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Writing a DMP for your Research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/>
          </p:nvPr>
        </p:nvSpPr>
        <p:spPr>
          <a:xfrm>
            <a:off x="741240" y="1476720"/>
            <a:ext cx="10702080" cy="304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6764" lnSpcReduction="10000"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l-PL" sz="3500" b="0" strike="noStrike" spc="-1">
                <a:solidFill>
                  <a:srgbClr val="009999"/>
                </a:solidFill>
                <a:latin typeface="Tahoma"/>
                <a:ea typeface="Tahoma"/>
              </a:rPr>
              <a:t>Tool</a:t>
            </a:r>
            <a:r>
              <a:rPr lang="en-GB" sz="3500" b="0" strike="noStrike" spc="-1">
                <a:solidFill>
                  <a:srgbClr val="009999"/>
                </a:solidFill>
                <a:latin typeface="Tahoma"/>
                <a:ea typeface="Tahoma"/>
              </a:rPr>
              <a:t>s and courses</a:t>
            </a:r>
            <a:endParaRPr lang="en-GB" sz="2800" b="0" strike="noStrike" spc="-1">
              <a:solidFill>
                <a:srgbClr val="009999"/>
              </a:solidFill>
              <a:latin typeface="Tahoma"/>
              <a:ea typeface="Tahoma"/>
            </a:endParaRPr>
          </a:p>
          <a:p>
            <a:pPr marL="685800" indent="-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2800" b="0" strike="noStrike" spc="-1" err="1">
                <a:solidFill>
                  <a:srgbClr val="009999"/>
                </a:solidFill>
                <a:latin typeface="Tahoma"/>
                <a:ea typeface="Tahoma"/>
              </a:rPr>
              <a:t>DMPOnline</a:t>
            </a:r>
            <a:r>
              <a:rPr lang="en-GB" sz="2800" b="0" strike="noStrike" spc="-1">
                <a:solidFill>
                  <a:srgbClr val="009999"/>
                </a:solidFill>
                <a:latin typeface="Tahoma"/>
                <a:ea typeface="Tahoma"/>
              </a:rPr>
              <a:t> </a:t>
            </a:r>
            <a:r>
              <a:rPr lang="en-GB" sz="2800" b="0" u="sng" strike="noStrike" spc="-1">
                <a:solidFill>
                  <a:srgbClr val="0563C1"/>
                </a:solidFill>
                <a:uFillTx/>
                <a:latin typeface="Tahoma"/>
                <a:ea typeface="Tahoma"/>
                <a:hlinkClick r:id="rId2"/>
              </a:rPr>
              <a:t>https://dmponline.ed.ac.uk</a:t>
            </a:r>
            <a:endParaRPr lang="en-GB" sz="2800" b="0" u="sng" strike="noStrike" spc="-1">
              <a:solidFill>
                <a:srgbClr val="0563C1"/>
              </a:solidFill>
              <a:uFillTx/>
              <a:latin typeface="Tahoma"/>
              <a:ea typeface="Tahoma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strike="noStrike" spc="-1">
                <a:solidFill>
                  <a:srgbClr val="009999"/>
                </a:solidFill>
                <a:latin typeface="Tahoma"/>
                <a:ea typeface="Tahoma"/>
              </a:rPr>
              <a:t>Digital Research Services (RDS) Hands-on workshop(s)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800280" lvl="1" indent="-3430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Understand the necessity/benefits of producing a DMP.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800280" lvl="1" indent="-3430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Discover how to register for and use </a:t>
            </a:r>
            <a:r>
              <a:rPr lang="en-GB" sz="2000" b="0" strike="noStrike" spc="-1" err="1">
                <a:solidFill>
                  <a:schemeClr val="dk1"/>
                </a:solidFill>
                <a:latin typeface="Tahoma"/>
                <a:ea typeface="Tahoma"/>
              </a:rPr>
              <a:t>DMPonline</a:t>
            </a: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.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800280" lvl="1" indent="-3430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chemeClr val="dk1"/>
                </a:solidFill>
                <a:latin typeface="Tahoma"/>
                <a:ea typeface="Tahoma"/>
              </a:rPr>
              <a:t>Draft a basic DMP!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00" name="Picture 14" descr="An arrow on a line map"/>
          <p:cNvPicPr/>
          <p:nvPr/>
        </p:nvPicPr>
        <p:blipFill>
          <a:blip r:embed="rId3"/>
          <a:stretch/>
        </p:blipFill>
        <p:spPr>
          <a:xfrm>
            <a:off x="1431000" y="4711680"/>
            <a:ext cx="2538360" cy="169200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  <p:sp>
        <p:nvSpPr>
          <p:cNvPr id="701" name="TextBox 16"/>
          <p:cNvSpPr/>
          <p:nvPr/>
        </p:nvSpPr>
        <p:spPr>
          <a:xfrm>
            <a:off x="4216320" y="5329800"/>
            <a:ext cx="6701760" cy="67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8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  <a:hlinkClick r:id="rId4"/>
              </a:rPr>
              <a:t>https://library.ed.ac.uk/research-support/research-data-service/research-data-training-skills/workshops-courses</a:t>
            </a: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9898A636-5DEB-E9F9-2E61-1CDD117BDE58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3" name="Group 39">
              <a:extLst>
                <a:ext uri="{FF2B5EF4-FFF2-40B4-BE49-F238E27FC236}">
                  <a16:creationId xmlns:a16="http://schemas.microsoft.com/office/drawing/2014/main" id="{10DB9569-20A8-0145-3E16-2D7E33483B08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63602A7A-00B0-63CF-95DA-365BF3DCE65C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3" descr="Bow And Arrow with solid fill">
                <a:extLst>
                  <a:ext uri="{FF2B5EF4-FFF2-40B4-BE49-F238E27FC236}">
                    <a16:creationId xmlns:a16="http://schemas.microsoft.com/office/drawing/2014/main" id="{6B3FA02F-3025-55A5-4DF2-9D67D05130D3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40">
              <a:extLst>
                <a:ext uri="{FF2B5EF4-FFF2-40B4-BE49-F238E27FC236}">
                  <a16:creationId xmlns:a16="http://schemas.microsoft.com/office/drawing/2014/main" id="{B8F1AB05-7502-6E71-B107-2CFA9C39F6AF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41">
              <a:extLst>
                <a:ext uri="{FF2B5EF4-FFF2-40B4-BE49-F238E27FC236}">
                  <a16:creationId xmlns:a16="http://schemas.microsoft.com/office/drawing/2014/main" id="{F59D508A-8465-EAB0-CC31-253F9B00A673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Title 3"/>
          <p:cNvSpPr/>
          <p:nvPr/>
        </p:nvSpPr>
        <p:spPr>
          <a:xfrm>
            <a:off x="5666040" y="2708280"/>
            <a:ext cx="5130720" cy="90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GB" sz="4400" b="0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BioRDM DMP advice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Box 3"/>
          <p:cNvSpPr/>
          <p:nvPr/>
        </p:nvSpPr>
        <p:spPr>
          <a:xfrm>
            <a:off x="4548240" y="4224960"/>
            <a:ext cx="7366680" cy="67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  <a:hlinkClick r:id="rId2"/>
              </a:rPr>
              <a:t>https://www.wiki.ed.ac.uk/display/RDMS/Data+Management+Plans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0" name="Picture 10" descr="Two people with speech bubbles"/>
          <p:cNvPicPr/>
          <p:nvPr/>
        </p:nvPicPr>
        <p:blipFill>
          <a:blip r:embed="rId3"/>
          <a:stretch/>
        </p:blipFill>
        <p:spPr>
          <a:xfrm>
            <a:off x="-162720" y="-2520"/>
            <a:ext cx="4588920" cy="6860160"/>
          </a:xfrm>
          <a:prstGeom prst="rect">
            <a:avLst/>
          </a:prstGeom>
          <a:ln w="0">
            <a:noFill/>
          </a:ln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B9B601CD-AF38-0D7E-AF2F-A477BA0131AB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3" name="Group 39">
              <a:extLst>
                <a:ext uri="{FF2B5EF4-FFF2-40B4-BE49-F238E27FC236}">
                  <a16:creationId xmlns:a16="http://schemas.microsoft.com/office/drawing/2014/main" id="{30E74669-3ADA-BC79-5D28-27DEE899CA06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5343773C-19DE-E98F-175A-653ECECBCF17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3" descr="Bow And Arrow with solid fill">
                <a:extLst>
                  <a:ext uri="{FF2B5EF4-FFF2-40B4-BE49-F238E27FC236}">
                    <a16:creationId xmlns:a16="http://schemas.microsoft.com/office/drawing/2014/main" id="{A10E62B3-DEBD-B672-A6DA-0D70152A00E5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40">
              <a:extLst>
                <a:ext uri="{FF2B5EF4-FFF2-40B4-BE49-F238E27FC236}">
                  <a16:creationId xmlns:a16="http://schemas.microsoft.com/office/drawing/2014/main" id="{20026B67-7FB3-8E1D-E527-28987158E04D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41">
              <a:extLst>
                <a:ext uri="{FF2B5EF4-FFF2-40B4-BE49-F238E27FC236}">
                  <a16:creationId xmlns:a16="http://schemas.microsoft.com/office/drawing/2014/main" id="{1BEFD4BF-10DB-6CDE-658D-28E268DE1BFB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Picture 9" descr="A close-up photo of a stopwatch with a pool in the background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3240" y="0"/>
            <a:ext cx="12188160" cy="7224840"/>
          </a:xfrm>
          <a:prstGeom prst="rect">
            <a:avLst/>
          </a:prstGeom>
          <a:ln w="0">
            <a:noFill/>
          </a:ln>
        </p:spPr>
      </p:pic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414120" y="130237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Exercise #5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3" name="PlaceHolder 2"/>
          <p:cNvSpPr>
            <a:spLocks noGrp="1"/>
          </p:cNvSpPr>
          <p:nvPr>
            <p:ph/>
          </p:nvPr>
        </p:nvSpPr>
        <p:spPr>
          <a:xfrm>
            <a:off x="649357" y="1242376"/>
            <a:ext cx="10933043" cy="525274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336" lnSpcReduction="1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Resource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PhD project background info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Task A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Answer or reflect on the following questions on </a:t>
            </a:r>
            <a:r>
              <a:rPr lang="en-US" sz="2800" b="0" strike="noStrike" spc="-1" err="1">
                <a:solidFill>
                  <a:schemeClr val="dk1"/>
                </a:solidFill>
                <a:latin typeface="Tahoma"/>
                <a:ea typeface="Tahoma"/>
              </a:rPr>
              <a:t>WooClap</a:t>
            </a:r>
            <a:endParaRPr lang="en-US" sz="2800" b="0" strike="noStrike" spc="-1">
              <a:solidFill>
                <a:schemeClr val="dk1"/>
              </a:solidFill>
              <a:latin typeface="Tahoma"/>
              <a:ea typeface="Tahoma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What data types do you expect to generate? 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What file formats will you work with? 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How much data do you expect to generate over your whole PhD? 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Where will you store the data? 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How will you transfer data (e.g. to collaborators)? 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What folder structure will you use for your projects? 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Tahoma"/>
              </a:rPr>
              <a:t>Will the data be made publicly available at the end of your project?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Tahoma"/>
                <a:ea typeface="Tahoma"/>
              </a:rPr>
              <a:t>If yes: on which repository could you make the data available?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ahoma"/>
                <a:ea typeface="Tahoma"/>
              </a:rPr>
              <a:t>Output</a:t>
            </a:r>
            <a:r>
              <a:rPr lang="en-US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 Preliminary Data Management Plan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29CAA0F-71B9-6206-3211-BF7FE11A7B7A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3" name="Group 39">
              <a:extLst>
                <a:ext uri="{FF2B5EF4-FFF2-40B4-BE49-F238E27FC236}">
                  <a16:creationId xmlns:a16="http://schemas.microsoft.com/office/drawing/2014/main" id="{596672B2-BBFD-C707-AD8F-F157B638EACE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99BEA51B-C6CA-9EF5-A88D-F1AD77AB3275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3" descr="Bow And Arrow with solid fill">
                <a:extLst>
                  <a:ext uri="{FF2B5EF4-FFF2-40B4-BE49-F238E27FC236}">
                    <a16:creationId xmlns:a16="http://schemas.microsoft.com/office/drawing/2014/main" id="{47ECE28F-A5DE-1572-FBF3-E3068F044397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40">
              <a:extLst>
                <a:ext uri="{FF2B5EF4-FFF2-40B4-BE49-F238E27FC236}">
                  <a16:creationId xmlns:a16="http://schemas.microsoft.com/office/drawing/2014/main" id="{0F650B38-E67E-4047-8E23-826546AB3548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41">
              <a:extLst>
                <a:ext uri="{FF2B5EF4-FFF2-40B4-BE49-F238E27FC236}">
                  <a16:creationId xmlns:a16="http://schemas.microsoft.com/office/drawing/2014/main" id="{6B49968C-98AB-756C-B362-9D29F902D124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pic>
        <p:nvPicPr>
          <p:cNvPr id="8" name="Picture 7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D78AF786-955D-E26A-D3F0-27C074A660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2831" y="2723213"/>
            <a:ext cx="2585683" cy="2510853"/>
          </a:xfrm>
          <a:prstGeom prst="rect">
            <a:avLst/>
          </a:prstGeom>
        </p:spPr>
      </p:pic>
      <p:pic>
        <p:nvPicPr>
          <p:cNvPr id="9" name="Picture 8" descr="A blue and black text&#10;&#10;AI-generated content may be incorrect.">
            <a:extLst>
              <a:ext uri="{FF2B5EF4-FFF2-40B4-BE49-F238E27FC236}">
                <a16:creationId xmlns:a16="http://schemas.microsoft.com/office/drawing/2014/main" id="{D4033C99-2A2E-346E-70BE-CDCFBDC0FA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840" y="5374598"/>
            <a:ext cx="2283814" cy="826021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2B">
            <a:alpha val="1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TextBox 1"/>
          <p:cNvSpPr/>
          <p:nvPr/>
        </p:nvSpPr>
        <p:spPr>
          <a:xfrm>
            <a:off x="2370600" y="2274840"/>
            <a:ext cx="745056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Research Outputs</a:t>
            </a:r>
            <a:endParaRPr lang="en-US" sz="72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C02745D7-4719-B5B6-B6D9-0B27EE7D6161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3" name="Group 39">
              <a:extLst>
                <a:ext uri="{FF2B5EF4-FFF2-40B4-BE49-F238E27FC236}">
                  <a16:creationId xmlns:a16="http://schemas.microsoft.com/office/drawing/2014/main" id="{618AE8CE-8933-77B4-C8D9-EA5152CBCF26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010C5CE6-569D-F1AC-AEEC-0F3C0D17D9EA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3" descr="Bow And Arrow with solid fill">
                <a:extLst>
                  <a:ext uri="{FF2B5EF4-FFF2-40B4-BE49-F238E27FC236}">
                    <a16:creationId xmlns:a16="http://schemas.microsoft.com/office/drawing/2014/main" id="{37C9E70E-7545-CB02-E7BE-0FDB39054F8B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40">
              <a:extLst>
                <a:ext uri="{FF2B5EF4-FFF2-40B4-BE49-F238E27FC236}">
                  <a16:creationId xmlns:a16="http://schemas.microsoft.com/office/drawing/2014/main" id="{C8492BC0-9239-591C-8F7B-1C418EE3D1C3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41">
              <a:extLst>
                <a:ext uri="{FF2B5EF4-FFF2-40B4-BE49-F238E27FC236}">
                  <a16:creationId xmlns:a16="http://schemas.microsoft.com/office/drawing/2014/main" id="{1658BC34-6CCE-8131-2CCA-230A9D5462B7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32E1-884B-4F45-AB3D-8734D6B64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383"/>
            <a:ext cx="10515600" cy="1325563"/>
          </a:xfrm>
        </p:spPr>
        <p:txBody>
          <a:bodyPr>
            <a:normAutofit/>
          </a:bodyPr>
          <a:lstStyle/>
          <a:p>
            <a:br>
              <a:rPr lang="en-GB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GB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5777" y="2281605"/>
            <a:ext cx="7580446" cy="791683"/>
          </a:xfr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740538" sx="103000" sy="103000" algn="ctr" rotWithShape="0">
              <a:schemeClr val="accent6">
                <a:lumMod val="40000"/>
                <a:lumOff val="60000"/>
              </a:schemeClr>
            </a:outerShdw>
            <a:softEdge rad="9960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are responsible for the safety of your data </a:t>
            </a:r>
          </a:p>
          <a:p>
            <a:pPr marL="0" indent="0" algn="ctr">
              <a:buNone/>
            </a:pP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(both storage and access)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56C03-AD85-4C0E-8A8C-1BB4710AB3DC}"/>
              </a:ext>
            </a:extLst>
          </p:cNvPr>
          <p:cNvSpPr txBox="1"/>
          <p:nvPr/>
        </p:nvSpPr>
        <p:spPr>
          <a:xfrm>
            <a:off x="1318622" y="3528198"/>
            <a:ext cx="9795424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 up (almost) everything created by a human or recorded by a machine as soon as it is created.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GB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800">
                <a:latin typeface="Tahoma"/>
                <a:ea typeface="Tahoma"/>
                <a:cs typeface="Tahoma"/>
              </a:rPr>
              <a:t>Physica</a:t>
            </a:r>
            <a:r>
              <a:rPr lang="en-GB">
                <a:latin typeface="Tahoma"/>
                <a:ea typeface="Tahoma"/>
                <a:cs typeface="Tahoma"/>
              </a:rPr>
              <a:t>l HDs only </a:t>
            </a:r>
            <a:r>
              <a:rPr lang="en-GB" sz="1800">
                <a:latin typeface="Tahoma"/>
                <a:ea typeface="Tahoma"/>
                <a:cs typeface="Tahoma"/>
              </a:rPr>
              <a:t>are a failure-prone option and are not a valid solution for backup of scientific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backup your files in 3 places, at least one should be off-site.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robust backup cannot be achieved manually – </a:t>
            </a:r>
            <a:r>
              <a:rPr lang="en-GB" sz="1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University gives you </a:t>
            </a:r>
            <a:r>
              <a:rPr lang="en-GB" sz="1800" b="1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DataStore</a:t>
            </a:r>
            <a:endParaRPr lang="en-GB" sz="18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B91E33-BE9C-473B-9160-A7BD3519C3B9}"/>
              </a:ext>
            </a:extLst>
          </p:cNvPr>
          <p:cNvSpPr txBox="1"/>
          <p:nvPr/>
        </p:nvSpPr>
        <p:spPr>
          <a:xfrm>
            <a:off x="393569" y="232220"/>
            <a:ext cx="9126473" cy="1494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4000" b="1">
                <a:solidFill>
                  <a:srgbClr val="C09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musts  </a:t>
            </a:r>
            <a:br>
              <a:rPr lang="en-GB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According to policies (the School, the University and the funders):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BAC6F555-255B-5134-9D4B-9FB32480CFDC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7" name="Group 39">
              <a:extLst>
                <a:ext uri="{FF2B5EF4-FFF2-40B4-BE49-F238E27FC236}">
                  <a16:creationId xmlns:a16="http://schemas.microsoft.com/office/drawing/2014/main" id="{7AA9432A-EEB5-D8D6-8DBF-128957D0FCF8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10" name="Oval 42">
                <a:extLst>
                  <a:ext uri="{FF2B5EF4-FFF2-40B4-BE49-F238E27FC236}">
                    <a16:creationId xmlns:a16="http://schemas.microsoft.com/office/drawing/2014/main" id="{1A5B4C33-B5BF-45C1-8BFB-7BE8C47C0EE7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1" name="Graphic 43" descr="Bow And Arrow with solid fill">
                <a:extLst>
                  <a:ext uri="{FF2B5EF4-FFF2-40B4-BE49-F238E27FC236}">
                    <a16:creationId xmlns:a16="http://schemas.microsoft.com/office/drawing/2014/main" id="{2283F7FD-A430-CF96-C648-51ECA95B2518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8" name="TextBox 40">
              <a:extLst>
                <a:ext uri="{FF2B5EF4-FFF2-40B4-BE49-F238E27FC236}">
                  <a16:creationId xmlns:a16="http://schemas.microsoft.com/office/drawing/2014/main" id="{E553FB93-0EB5-0264-B45B-2ABB7F1496CF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" name="Rectangle 41">
              <a:extLst>
                <a:ext uri="{FF2B5EF4-FFF2-40B4-BE49-F238E27FC236}">
                  <a16:creationId xmlns:a16="http://schemas.microsoft.com/office/drawing/2014/main" id="{D94D5AD0-AC12-C001-EB5B-91BD41AE856B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9167C29-21CB-6F7F-3AC8-89D84B7F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956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0648D1-6426-4BF0-9ABF-4F0C69665C52}"/>
              </a:ext>
            </a:extLst>
          </p:cNvPr>
          <p:cNvSpPr txBox="1"/>
          <p:nvPr/>
        </p:nvSpPr>
        <p:spPr>
          <a:xfrm>
            <a:off x="931260" y="2248334"/>
            <a:ext cx="1081148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need a 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DMP for </a:t>
            </a: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</a:t>
            </a: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publish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Open Access</a:t>
            </a:r>
          </a:p>
          <a:p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</a:t>
            </a: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available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data </a:t>
            </a: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underlying</a:t>
            </a:r>
            <a: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l-PL" sz="24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publications</a:t>
            </a:r>
            <a:endParaRPr lang="en-GB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B9FDD1-56EB-E304-A9B1-781A19E67B31}"/>
              </a:ext>
            </a:extLst>
          </p:cNvPr>
          <p:cNvSpPr txBox="1"/>
          <p:nvPr/>
        </p:nvSpPr>
        <p:spPr>
          <a:xfrm>
            <a:off x="483700" y="292291"/>
            <a:ext cx="9126473" cy="1494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4000" b="1">
                <a:solidFill>
                  <a:srgbClr val="C09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musts  </a:t>
            </a:r>
            <a:br>
              <a:rPr lang="en-GB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According to policies (the School, the University and the funders):</a:t>
            </a:r>
          </a:p>
        </p:txBody>
      </p:sp>
      <p:pic>
        <p:nvPicPr>
          <p:cNvPr id="5" name="Picture 4" descr="Journey Line Icon Road Path Sign Stock Vector (Royalty Free) 2087491684 |  Shutterstock">
            <a:extLst>
              <a:ext uri="{FF2B5EF4-FFF2-40B4-BE49-F238E27FC236}">
                <a16:creationId xmlns:a16="http://schemas.microsoft.com/office/drawing/2014/main" id="{7D13D686-CA56-1D46-4D2D-DA54180B3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164" y="4150259"/>
            <a:ext cx="2581158" cy="2258513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F81F66CA-D637-CFEC-51BC-B759056A3785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6" name="Group 39">
              <a:extLst>
                <a:ext uri="{FF2B5EF4-FFF2-40B4-BE49-F238E27FC236}">
                  <a16:creationId xmlns:a16="http://schemas.microsoft.com/office/drawing/2014/main" id="{9E99B7D7-B9F6-36C6-9810-BD9F9B767C53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9" name="Oval 42">
                <a:extLst>
                  <a:ext uri="{FF2B5EF4-FFF2-40B4-BE49-F238E27FC236}">
                    <a16:creationId xmlns:a16="http://schemas.microsoft.com/office/drawing/2014/main" id="{7279D7DF-8E96-1A11-7C86-1FC20E67B8C5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0" name="Graphic 43" descr="Bow And Arrow with solid fill">
                <a:extLst>
                  <a:ext uri="{FF2B5EF4-FFF2-40B4-BE49-F238E27FC236}">
                    <a16:creationId xmlns:a16="http://schemas.microsoft.com/office/drawing/2014/main" id="{9C24027E-0CC3-BA6D-4835-8151D01088A1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" name="TextBox 40">
              <a:extLst>
                <a:ext uri="{FF2B5EF4-FFF2-40B4-BE49-F238E27FC236}">
                  <a16:creationId xmlns:a16="http://schemas.microsoft.com/office/drawing/2014/main" id="{5AC7FE96-70E8-CC22-E3FA-98FC441C0436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" name="Rectangle 41">
              <a:extLst>
                <a:ext uri="{FF2B5EF4-FFF2-40B4-BE49-F238E27FC236}">
                  <a16:creationId xmlns:a16="http://schemas.microsoft.com/office/drawing/2014/main" id="{D7D1E3A0-1496-4D91-FF26-9B112CF15C35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46546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44E7E606-88A6-3FF7-BD66-005743CCBEE2}"/>
              </a:ext>
            </a:extLst>
          </p:cNvPr>
          <p:cNvSpPr txBox="1">
            <a:spLocks/>
          </p:cNvSpPr>
          <p:nvPr/>
        </p:nvSpPr>
        <p:spPr>
          <a:xfrm>
            <a:off x="455133" y="323035"/>
            <a:ext cx="94564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3200" b="1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Writing a DMP for your Research</a:t>
            </a:r>
            <a:endParaRPr lang="en-US" sz="3200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BD881E10-7E5C-1B0A-4B80-9231872896CC}"/>
              </a:ext>
            </a:extLst>
          </p:cNvPr>
          <p:cNvSpPr txBox="1">
            <a:spLocks/>
          </p:cNvSpPr>
          <p:nvPr/>
        </p:nvSpPr>
        <p:spPr>
          <a:xfrm>
            <a:off x="574097" y="1002676"/>
            <a:ext cx="10702080" cy="65222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4264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u="sng" spc="-1">
                <a:solidFill>
                  <a:srgbClr val="009999"/>
                </a:solidFill>
                <a:latin typeface="Tahoma"/>
                <a:ea typeface="Tahoma"/>
              </a:rPr>
              <a:t>Annual Review:</a:t>
            </a:r>
            <a:r>
              <a:rPr lang="en-GB" spc="-1">
                <a:solidFill>
                  <a:srgbClr val="009999"/>
                </a:solidFill>
                <a:latin typeface="Tahoma"/>
                <a:ea typeface="Tahoma"/>
              </a:rPr>
              <a:t> You must write a basic DMP for your project</a:t>
            </a:r>
            <a:endParaRPr lang="en-US" spc="-1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2D2F9F-8A71-A823-AF7D-91ABBA0E9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158" y="1818038"/>
            <a:ext cx="8285684" cy="4643003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7FDE3936-A668-7D5C-F6B6-4CD8CDF2063F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5" name="Group 39">
              <a:extLst>
                <a:ext uri="{FF2B5EF4-FFF2-40B4-BE49-F238E27FC236}">
                  <a16:creationId xmlns:a16="http://schemas.microsoft.com/office/drawing/2014/main" id="{454D052D-0B0B-D046-A307-D09B944FF92E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9" name="Oval 42">
                <a:extLst>
                  <a:ext uri="{FF2B5EF4-FFF2-40B4-BE49-F238E27FC236}">
                    <a16:creationId xmlns:a16="http://schemas.microsoft.com/office/drawing/2014/main" id="{66CF1F45-30DD-DF49-E50B-BEE599E6A558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0" name="Graphic 43" descr="Bow And Arrow with solid fill">
                <a:extLst>
                  <a:ext uri="{FF2B5EF4-FFF2-40B4-BE49-F238E27FC236}">
                    <a16:creationId xmlns:a16="http://schemas.microsoft.com/office/drawing/2014/main" id="{E9547936-3192-910D-84B0-6163B325BD37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" name="TextBox 40">
              <a:extLst>
                <a:ext uri="{FF2B5EF4-FFF2-40B4-BE49-F238E27FC236}">
                  <a16:creationId xmlns:a16="http://schemas.microsoft.com/office/drawing/2014/main" id="{774BF8D5-46A8-4EFD-5EE6-F83C6260EB03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" name="Rectangle 41">
              <a:extLst>
                <a:ext uri="{FF2B5EF4-FFF2-40B4-BE49-F238E27FC236}">
                  <a16:creationId xmlns:a16="http://schemas.microsoft.com/office/drawing/2014/main" id="{2B5D8B68-5556-BF9D-CF3B-7338EFFDD672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39593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l-PL" sz="44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For </a:t>
            </a:r>
            <a:r>
              <a:rPr lang="pl-PL" sz="4400" b="1" strike="noStrike" spc="-1" err="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your</a:t>
            </a:r>
            <a:r>
              <a:rPr lang="pl-PL" sz="44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 </a:t>
            </a:r>
            <a:r>
              <a:rPr lang="pl-PL" sz="4400" b="1" strike="noStrike" spc="-1" err="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narrative</a:t>
            </a:r>
            <a:r>
              <a:rPr lang="pl-PL" sz="44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 </a:t>
            </a:r>
            <a:r>
              <a:rPr lang="pl-PL" sz="4400" b="1" strike="noStrike" spc="-1" err="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CVs</a:t>
            </a:r>
            <a:r>
              <a:rPr lang="pl-PL" sz="44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…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8" name="PlaceHolder 2"/>
          <p:cNvSpPr>
            <a:spLocks noGrp="1"/>
          </p:cNvSpPr>
          <p:nvPr>
            <p:ph/>
          </p:nvPr>
        </p:nvSpPr>
        <p:spPr>
          <a:xfrm>
            <a:off x="838080" y="1663200"/>
            <a:ext cx="10515240" cy="482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l-PL" sz="2800" b="1" strike="noStrike" spc="-1">
                <a:solidFill>
                  <a:schemeClr val="dk1"/>
                </a:solidFill>
                <a:latin typeface="Tahoma"/>
                <a:ea typeface="Tahoma"/>
              </a:rPr>
              <a:t>… you need to have as many public outputs as possible</a:t>
            </a: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: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Datasets in public repositories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Public protocols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Code packages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Public engagement</a:t>
            </a:r>
            <a:r>
              <a:rPr lang="pl-PL" sz="2800" spc="-1">
                <a:solidFill>
                  <a:schemeClr val="dk1"/>
                </a:solidFill>
                <a:latin typeface="Tahoma"/>
                <a:ea typeface="Tahoma"/>
              </a:rPr>
              <a:t>, industry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Involvement in </a:t>
            </a:r>
            <a:r>
              <a:rPr lang="en-GB" sz="2800" b="0" strike="noStrike" spc="-1">
                <a:solidFill>
                  <a:schemeClr val="dk1"/>
                </a:solidFill>
                <a:latin typeface="Tahoma"/>
                <a:ea typeface="Tahoma"/>
              </a:rPr>
              <a:t>c</a:t>
            </a:r>
            <a:r>
              <a:rPr lang="pl-PL" sz="2800" spc="-1">
                <a:solidFill>
                  <a:schemeClr val="dk1"/>
                </a:solidFill>
                <a:latin typeface="Tahoma"/>
                <a:ea typeface="Tahoma"/>
              </a:rPr>
              <a:t>ommittee work</a:t>
            </a:r>
            <a:r>
              <a:rPr lang="pl-PL" sz="2800" b="0" strike="noStrike" spc="-1">
                <a:solidFill>
                  <a:schemeClr val="dk1"/>
                </a:solidFill>
                <a:latin typeface="Tahoma"/>
                <a:ea typeface="Tahoma"/>
              </a:rPr>
              <a:t>, student groups etc.</a:t>
            </a:r>
            <a:r>
              <a:rPr lang="en-GB" sz="2800" b="0" strike="noStrike" spc="-1">
                <a:solidFill>
                  <a:schemeClr val="dk1"/>
                </a:solidFill>
                <a:latin typeface="Tahoma"/>
                <a:ea typeface="Tahoma"/>
              </a:rPr>
              <a:t>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800" b="0" strike="noStrike" spc="-1">
                <a:solidFill>
                  <a:schemeClr val="dk1"/>
                </a:solidFill>
                <a:latin typeface="Tahoma"/>
                <a:ea typeface="Tahoma"/>
              </a:rPr>
              <a:t>	(BioPod, Doors Open Day, Festivals, etc) 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5FE1EA76-5BEA-1CE6-721D-8A56809F0247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3" name="Group 39">
              <a:extLst>
                <a:ext uri="{FF2B5EF4-FFF2-40B4-BE49-F238E27FC236}">
                  <a16:creationId xmlns:a16="http://schemas.microsoft.com/office/drawing/2014/main" id="{AA4125DD-4916-B904-A7EF-5E1072D5FF42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6" name="Oval 42">
                <a:extLst>
                  <a:ext uri="{FF2B5EF4-FFF2-40B4-BE49-F238E27FC236}">
                    <a16:creationId xmlns:a16="http://schemas.microsoft.com/office/drawing/2014/main" id="{E69B780C-2AF0-18FB-7809-9FA51D489752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7" name="Graphic 43" descr="Bow And Arrow with solid fill">
                <a:extLst>
                  <a:ext uri="{FF2B5EF4-FFF2-40B4-BE49-F238E27FC236}">
                    <a16:creationId xmlns:a16="http://schemas.microsoft.com/office/drawing/2014/main" id="{FD6A6966-BC26-F02D-4DD1-27E26540B375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TextBox 40">
              <a:extLst>
                <a:ext uri="{FF2B5EF4-FFF2-40B4-BE49-F238E27FC236}">
                  <a16:creationId xmlns:a16="http://schemas.microsoft.com/office/drawing/2014/main" id="{5E3CEA03-DBB4-BBC5-F5E5-C2F989D5F408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Rectangle 41">
              <a:extLst>
                <a:ext uri="{FF2B5EF4-FFF2-40B4-BE49-F238E27FC236}">
                  <a16:creationId xmlns:a16="http://schemas.microsoft.com/office/drawing/2014/main" id="{361FA821-33D4-5243-5F90-905131ED7614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1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58200" y="-357840"/>
            <a:ext cx="6857640" cy="7574040"/>
          </a:xfrm>
          <a:prstGeom prst="rect">
            <a:avLst/>
          </a:prstGeom>
          <a:ln>
            <a:noFill/>
          </a:ln>
          <a:effectLst>
            <a:outerShdw blurRad="457200" dist="63360" sx="99000" sy="99000" algn="l" rotWithShape="0">
              <a:srgbClr val="000000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2" name="PlaceHolder 1"/>
          <p:cNvSpPr>
            <a:spLocks noGrp="1"/>
          </p:cNvSpPr>
          <p:nvPr>
            <p:ph type="title"/>
          </p:nvPr>
        </p:nvSpPr>
        <p:spPr>
          <a:xfrm>
            <a:off x="523800" y="5546160"/>
            <a:ext cx="6661440" cy="95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l-PL" sz="4000" b="1" strike="noStrike" spc="-1">
                <a:solidFill>
                  <a:schemeClr val="dk1"/>
                </a:solidFill>
                <a:latin typeface="Tahoma"/>
                <a:ea typeface="Tahoma"/>
              </a:rPr>
              <a:t>Outcomes</a:t>
            </a:r>
            <a:r>
              <a:rPr lang="en-GB" sz="4000" b="1" strike="noStrike" spc="-1">
                <a:solidFill>
                  <a:schemeClr val="dk1"/>
                </a:solidFill>
                <a:latin typeface="Tahoma"/>
                <a:ea typeface="Tahoma"/>
              </a:rPr>
              <a:t> of Openness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93" name="Picture 4" descr="Arrows pointing right while one points left"/>
          <p:cNvPicPr/>
          <p:nvPr/>
        </p:nvPicPr>
        <p:blipFill>
          <a:blip r:embed="rId4"/>
          <a:srcRect l="2047" r="2"/>
          <a:stretch/>
        </p:blipFill>
        <p:spPr>
          <a:xfrm>
            <a:off x="0" y="0"/>
            <a:ext cx="7574040" cy="5161320"/>
          </a:xfrm>
          <a:prstGeom prst="rect">
            <a:avLst/>
          </a:prstGeom>
          <a:ln w="0">
            <a:noFill/>
          </a:ln>
        </p:spPr>
      </p:pic>
      <p:sp>
        <p:nvSpPr>
          <p:cNvPr id="1094" name="PlaceHolder 2"/>
          <p:cNvSpPr>
            <a:spLocks noGrp="1"/>
          </p:cNvSpPr>
          <p:nvPr>
            <p:ph/>
          </p:nvPr>
        </p:nvSpPr>
        <p:spPr>
          <a:xfrm>
            <a:off x="8340120" y="743760"/>
            <a:ext cx="3144240" cy="547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000" b="0" strike="noStrike" spc="-1">
                <a:solidFill>
                  <a:schemeClr val="dk1"/>
                </a:solidFill>
                <a:latin typeface="Tahoma"/>
                <a:ea typeface="Tahoma"/>
              </a:rPr>
              <a:t>Collaboration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000" b="0" strike="noStrike" spc="-1">
                <a:solidFill>
                  <a:schemeClr val="dk1"/>
                </a:solidFill>
                <a:latin typeface="Tahoma"/>
                <a:ea typeface="Tahoma"/>
              </a:rPr>
              <a:t>Speed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000" b="0" strike="noStrike" spc="-1">
                <a:solidFill>
                  <a:schemeClr val="dk1"/>
                </a:solidFill>
                <a:latin typeface="Tahoma"/>
                <a:ea typeface="Tahoma"/>
              </a:rPr>
              <a:t>Unpublished / negative results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000" b="0" strike="noStrike" spc="-1">
                <a:solidFill>
                  <a:schemeClr val="dk1"/>
                </a:solidFill>
                <a:latin typeface="Tahoma"/>
                <a:ea typeface="Tahoma"/>
              </a:rPr>
              <a:t>Re-use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000" b="0" strike="noStrike" spc="-1">
                <a:solidFill>
                  <a:schemeClr val="dk1"/>
                </a:solidFill>
                <a:latin typeface="Tahoma"/>
                <a:ea typeface="Tahoma"/>
              </a:rPr>
              <a:t>Learn by example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000" b="0" strike="noStrike" spc="-1">
                <a:solidFill>
                  <a:schemeClr val="dk1"/>
                </a:solidFill>
                <a:latin typeface="Tahoma"/>
                <a:ea typeface="Tahoma"/>
              </a:rPr>
              <a:t>Feedback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3552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157F7-38F2-6743-674F-56CAAE9A5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52" y="1127972"/>
            <a:ext cx="6963653" cy="5597869"/>
          </a:xfrm>
        </p:spPr>
        <p:txBody>
          <a:bodyPr/>
          <a:lstStyle/>
          <a:p>
            <a:r>
              <a:rPr lang="en-GB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Uploading data to AI tools (do not do).</a:t>
            </a:r>
          </a:p>
          <a:p>
            <a:r>
              <a:rPr lang="en-GB" sz="2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Edinburgh Language Model (ELM): </a:t>
            </a:r>
          </a:p>
          <a:p>
            <a:pPr lvl="1"/>
            <a:r>
              <a:rPr lang="en-GB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Explore the tool and the variety of models. </a:t>
            </a:r>
          </a:p>
          <a:p>
            <a:pPr lvl="1"/>
            <a:r>
              <a:rPr lang="en-GB" sz="2000">
                <a:latin typeface="Tahoma"/>
                <a:ea typeface="Tahoma"/>
                <a:cs typeface="Tahoma"/>
                <a:hlinkClick r:id="rId3"/>
              </a:rPr>
              <a:t>Guidance</a:t>
            </a:r>
            <a:endParaRPr lang="en-GB" sz="2000">
              <a:latin typeface="Tahoma"/>
              <a:ea typeface="Tahoma"/>
              <a:cs typeface="Tahoma"/>
            </a:endParaRPr>
          </a:p>
          <a:p>
            <a:r>
              <a:rPr lang="en-GB" sz="2400">
                <a:latin typeface="Tahoma"/>
                <a:ea typeface="Tahoma"/>
                <a:cs typeface="Tahoma"/>
              </a:rPr>
              <a:t>Follow university guidance: </a:t>
            </a:r>
            <a:r>
              <a:rPr lang="en-GB" sz="2400">
                <a:latin typeface="Tahoma"/>
                <a:ea typeface="Tahoma"/>
                <a:cs typeface="Tahoma"/>
                <a:hlinkClick r:id="rId4"/>
              </a:rPr>
              <a:t>Using generative AI in your studies: guidelines for students</a:t>
            </a:r>
            <a:endParaRPr lang="en-US" sz="2400">
              <a:latin typeface="Tahoma"/>
              <a:ea typeface="Tahoma"/>
              <a:cs typeface="Tahom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 </a:t>
            </a:r>
            <a:r>
              <a:rPr lang="en-GB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declare the use of AI.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have doubts, always check with your supervisors.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Examples: </a:t>
            </a:r>
            <a:endParaRPr lang="en-GB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 sz="1600" i="1">
                <a:latin typeface="Tahoma"/>
                <a:ea typeface="Tahoma"/>
                <a:cs typeface="Tahoma"/>
              </a:rPr>
              <a:t>“</a:t>
            </a:r>
            <a:r>
              <a:rPr lang="en-GB" sz="1600" i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I used </a:t>
            </a:r>
            <a:r>
              <a:rPr lang="en-GB" sz="1600" i="1">
                <a:solidFill>
                  <a:srgbClr val="000000"/>
                </a:solidFill>
                <a:highlight>
                  <a:srgbClr val="00FFFF"/>
                </a:highlight>
                <a:latin typeface="Tahoma"/>
                <a:ea typeface="Tahoma"/>
                <a:cs typeface="Tahoma"/>
              </a:rPr>
              <a:t>OpenAI o4 Mini via ELM</a:t>
            </a:r>
            <a:r>
              <a:rPr lang="en-GB" sz="1600" i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to check grammar and spelling throughout my thesis. I also used the Create Image function in ChatGPT to generate the image on </a:t>
            </a:r>
            <a:r>
              <a:rPr lang="en-GB" sz="1600" i="1">
                <a:solidFill>
                  <a:srgbClr val="000000"/>
                </a:solidFill>
                <a:highlight>
                  <a:srgbClr val="00FFFF"/>
                </a:highlight>
                <a:latin typeface="Tahoma"/>
                <a:ea typeface="Tahoma"/>
                <a:cs typeface="Tahoma"/>
              </a:rPr>
              <a:t>page 2</a:t>
            </a:r>
            <a:r>
              <a:rPr lang="en-GB" sz="1600" i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. I used ELM to generate initial ideas for pathways to impact for my research."</a:t>
            </a:r>
            <a:endParaRPr lang="en-US" sz="1600">
              <a:ea typeface="Calibri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 sz="1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code:</a:t>
            </a:r>
            <a:r>
              <a:rPr lang="en-GB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Include model and version as a comment</a:t>
            </a:r>
          </a:p>
          <a:p>
            <a:endParaRPr lang="en-GB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77D094D9-DE07-2614-4E8E-E672A843499F}"/>
              </a:ext>
            </a:extLst>
          </p:cNvPr>
          <p:cNvSpPr txBox="1">
            <a:spLocks/>
          </p:cNvSpPr>
          <p:nvPr/>
        </p:nvSpPr>
        <p:spPr>
          <a:xfrm>
            <a:off x="180347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b="1" spc="-1" err="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Let's</a:t>
            </a:r>
            <a:r>
              <a:rPr lang="pl-PL" b="1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 talk </a:t>
            </a:r>
            <a:r>
              <a:rPr lang="pl-PL" b="1" spc="-1" err="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about</a:t>
            </a:r>
            <a:r>
              <a:rPr lang="pl-PL" b="1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 the </a:t>
            </a:r>
            <a:r>
              <a:rPr lang="pl-PL" b="1" spc="-1" err="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use</a:t>
            </a:r>
            <a:r>
              <a:rPr lang="pl-PL" b="1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 of AI</a:t>
            </a:r>
            <a:endParaRPr lang="en-US" b="1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" name="Picture 5" descr="Refer to caption">
            <a:extLst>
              <a:ext uri="{FF2B5EF4-FFF2-40B4-BE49-F238E27FC236}">
                <a16:creationId xmlns:a16="http://schemas.microsoft.com/office/drawing/2014/main" id="{ED8292E1-7D7A-7C54-C599-15B04B43AF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83" r="7339"/>
          <a:stretch>
            <a:fillRect/>
          </a:stretch>
        </p:blipFill>
        <p:spPr>
          <a:xfrm>
            <a:off x="7504093" y="3125404"/>
            <a:ext cx="4516105" cy="2391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15E7A02-4E4D-932F-762F-57918B4CE6B6}"/>
              </a:ext>
            </a:extLst>
          </p:cNvPr>
          <p:cNvCxnSpPr>
            <a:cxnSpLocks/>
          </p:cNvCxnSpPr>
          <p:nvPr/>
        </p:nvCxnSpPr>
        <p:spPr>
          <a:xfrm flipV="1">
            <a:off x="7492720" y="5516570"/>
            <a:ext cx="2269426" cy="601202"/>
          </a:xfrm>
          <a:prstGeom prst="bentConnector2">
            <a:avLst/>
          </a:prstGeom>
          <a:ln w="19050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" name="Group 2">
            <a:extLst>
              <a:ext uri="{FF2B5EF4-FFF2-40B4-BE49-F238E27FC236}">
                <a16:creationId xmlns:a16="http://schemas.microsoft.com/office/drawing/2014/main" id="{B4C39D26-D261-0809-02A2-4EBC37B91E15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4" name="Group 39">
              <a:extLst>
                <a:ext uri="{FF2B5EF4-FFF2-40B4-BE49-F238E27FC236}">
                  <a16:creationId xmlns:a16="http://schemas.microsoft.com/office/drawing/2014/main" id="{05CA2E97-CA85-BFE2-8B06-21A7F9C6B789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9" name="Oval 42">
                <a:extLst>
                  <a:ext uri="{FF2B5EF4-FFF2-40B4-BE49-F238E27FC236}">
                    <a16:creationId xmlns:a16="http://schemas.microsoft.com/office/drawing/2014/main" id="{23D19A0F-3637-EFB2-B06C-05502592A5D7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1" name="Graphic 43" descr="Bow And Arrow with solid fill">
                <a:extLst>
                  <a:ext uri="{FF2B5EF4-FFF2-40B4-BE49-F238E27FC236}">
                    <a16:creationId xmlns:a16="http://schemas.microsoft.com/office/drawing/2014/main" id="{0FD9557C-67B3-3692-5537-837EB7CBD6C6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" name="TextBox 40">
              <a:extLst>
                <a:ext uri="{FF2B5EF4-FFF2-40B4-BE49-F238E27FC236}">
                  <a16:creationId xmlns:a16="http://schemas.microsoft.com/office/drawing/2014/main" id="{857D21DF-D42D-EF13-DCF7-40979EF765D4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" name="Rectangle 41">
              <a:extLst>
                <a:ext uri="{FF2B5EF4-FFF2-40B4-BE49-F238E27FC236}">
                  <a16:creationId xmlns:a16="http://schemas.microsoft.com/office/drawing/2014/main" id="{1582C9C0-6695-9269-61F5-6E6804F12544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A88957-749A-8979-256D-BEDF2341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330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Picture 10" descr="Pencils"/>
          <p:cNvPicPr/>
          <p:nvPr/>
        </p:nvPicPr>
        <p:blipFill>
          <a:blip r:embed="rId2">
            <a:alphaModFix amt="50000"/>
          </a:blip>
          <a:stretch/>
        </p:blipFill>
        <p:spPr>
          <a:xfrm>
            <a:off x="-24120" y="0"/>
            <a:ext cx="12233880" cy="7784640"/>
          </a:xfrm>
          <a:prstGeom prst="rect">
            <a:avLst/>
          </a:prstGeom>
          <a:ln w="0">
            <a:noFill/>
          </a:ln>
        </p:spPr>
      </p:pic>
      <p:sp>
        <p:nvSpPr>
          <p:cNvPr id="863" name="PlaceHolder 1"/>
          <p:cNvSpPr>
            <a:spLocks noGrp="1"/>
          </p:cNvSpPr>
          <p:nvPr>
            <p:ph type="title"/>
          </p:nvPr>
        </p:nvSpPr>
        <p:spPr>
          <a:xfrm>
            <a:off x="839880" y="-285480"/>
            <a:ext cx="503136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Enduring Understanding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4" name="PlaceHolder 2"/>
          <p:cNvSpPr>
            <a:spLocks noGrp="1"/>
          </p:cNvSpPr>
          <p:nvPr>
            <p:ph/>
          </p:nvPr>
        </p:nvSpPr>
        <p:spPr>
          <a:xfrm>
            <a:off x="842760" y="3774960"/>
            <a:ext cx="8091360" cy="261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sng" strike="noStrike" spc="-1">
                <a:solidFill>
                  <a:schemeClr val="dk1"/>
                </a:solidFill>
                <a:uFillTx/>
                <a:latin typeface="Tahoma"/>
                <a:ea typeface="Tahoma"/>
              </a:rPr>
              <a:t>Practical Applications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Calibri"/>
              </a:rPr>
              <a:t>Make it easy to share data at the end of a project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Calibri"/>
              </a:rPr>
              <a:t>Support your CV by sharing meaningful outputs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ahoma"/>
                <a:ea typeface="Calibri"/>
              </a:rPr>
              <a:t>Contribute to data re-use and experimental reproducibility!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/>
          </p:nvPr>
        </p:nvSpPr>
        <p:spPr>
          <a:xfrm>
            <a:off x="839880" y="1314720"/>
            <a:ext cx="6333480" cy="377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spc="-1">
                <a:solidFill>
                  <a:srgbClr val="000000"/>
                </a:solidFill>
                <a:latin typeface="Tahoma"/>
                <a:ea typeface="Tahoma"/>
              </a:rPr>
              <a:t>Planning ahead how you will manage your data – making data FAIR</a:t>
            </a:r>
            <a:r>
              <a:rPr lang="en-US" sz="2200" b="0" strike="noStrike" spc="-1">
                <a:solidFill>
                  <a:srgbClr val="000000"/>
                </a:solidFill>
                <a:latin typeface="Tahoma"/>
                <a:ea typeface="Tahoma"/>
              </a:rPr>
              <a:t> </a:t>
            </a:r>
            <a:r>
              <a:rPr lang="en-US" sz="2200" spc="-1">
                <a:solidFill>
                  <a:srgbClr val="000000"/>
                </a:solidFill>
                <a:latin typeface="Tahoma"/>
                <a:ea typeface="Tahoma"/>
              </a:rPr>
              <a:t>- </a:t>
            </a:r>
            <a:r>
              <a:rPr lang="en-US" sz="2200" b="0" strike="noStrike" spc="-1">
                <a:solidFill>
                  <a:srgbClr val="000000"/>
                </a:solidFill>
                <a:latin typeface="Tahoma"/>
                <a:ea typeface="Tahoma"/>
              </a:rPr>
              <a:t>is the cornerstone of data sharing</a:t>
            </a:r>
            <a:endParaRPr lang="en-US" sz="22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spc="-1">
                <a:solidFill>
                  <a:srgbClr val="000000"/>
                </a:solidFill>
                <a:latin typeface="Tahoma"/>
                <a:ea typeface="Tahoma"/>
              </a:rPr>
              <a:t>Openness can promote </a:t>
            </a:r>
            <a:r>
              <a:rPr lang="en-US" sz="2200" b="0" strike="noStrike" spc="-1">
                <a:solidFill>
                  <a:srgbClr val="000000"/>
                </a:solidFill>
                <a:latin typeface="Tahoma"/>
                <a:ea typeface="Tahoma"/>
              </a:rPr>
              <a:t>collaboration and career progression. </a:t>
            </a:r>
            <a:endParaRPr lang="en-US" sz="2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72" name="Graphic 11" descr="Lights On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431680" y="576000"/>
            <a:ext cx="914040" cy="914040"/>
          </a:xfrm>
          <a:prstGeom prst="rect">
            <a:avLst/>
          </a:prstGeom>
          <a:ln w="0">
            <a:noFill/>
          </a:ln>
        </p:spPr>
      </p:pic>
      <p:grpSp>
        <p:nvGrpSpPr>
          <p:cNvPr id="15" name="Group 2">
            <a:extLst>
              <a:ext uri="{FF2B5EF4-FFF2-40B4-BE49-F238E27FC236}">
                <a16:creationId xmlns:a16="http://schemas.microsoft.com/office/drawing/2014/main" id="{C2722982-AC44-9398-E32A-63DB0265DEEB}"/>
              </a:ext>
            </a:extLst>
          </p:cNvPr>
          <p:cNvGrpSpPr/>
          <p:nvPr/>
        </p:nvGrpSpPr>
        <p:grpSpPr>
          <a:xfrm>
            <a:off x="11175930" y="79134"/>
            <a:ext cx="1016070" cy="460211"/>
            <a:chOff x="11175930" y="79134"/>
            <a:chExt cx="1016070" cy="460211"/>
          </a:xfrm>
        </p:grpSpPr>
        <p:grpSp>
          <p:nvGrpSpPr>
            <p:cNvPr id="10" name="Group 39">
              <a:extLst>
                <a:ext uri="{FF2B5EF4-FFF2-40B4-BE49-F238E27FC236}">
                  <a16:creationId xmlns:a16="http://schemas.microsoft.com/office/drawing/2014/main" id="{83BE6F68-721F-4242-7E71-AEA0ADA6F792}"/>
                </a:ext>
              </a:extLst>
            </p:cNvPr>
            <p:cNvGrpSpPr/>
            <p:nvPr/>
          </p:nvGrpSpPr>
          <p:grpSpPr>
            <a:xfrm>
              <a:off x="11175930" y="208260"/>
              <a:ext cx="251640" cy="251640"/>
              <a:chOff x="11175930" y="208260"/>
              <a:chExt cx="251640" cy="251640"/>
            </a:xfrm>
          </p:grpSpPr>
          <p:sp>
            <p:nvSpPr>
              <p:cNvPr id="13" name="Oval 42">
                <a:extLst>
                  <a:ext uri="{FF2B5EF4-FFF2-40B4-BE49-F238E27FC236}">
                    <a16:creationId xmlns:a16="http://schemas.microsoft.com/office/drawing/2014/main" id="{DE165885-49DE-089B-E2A7-09E288153915}"/>
                  </a:ext>
                </a:extLst>
              </p:cNvPr>
              <p:cNvSpPr/>
              <p:nvPr/>
            </p:nvSpPr>
            <p:spPr>
              <a:xfrm>
                <a:off x="11175930" y="208260"/>
                <a:ext cx="251640" cy="251640"/>
              </a:xfrm>
              <a:prstGeom prst="ellipse">
                <a:avLst/>
              </a:prstGeom>
              <a:solidFill>
                <a:srgbClr val="FFBE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strike="noStrike" spc="-1">
                  <a:solidFill>
                    <a:schemeClr val="lt1"/>
                  </a:solidFill>
                  <a:latin typeface="Tahoma"/>
                  <a:ea typeface="Tahoma"/>
                </a:endParaRPr>
              </a:p>
            </p:txBody>
          </p:sp>
          <p:pic>
            <p:nvPicPr>
              <p:cNvPr id="14" name="Graphic 43" descr="Bow And Arrow with solid fill">
                <a:extLst>
                  <a:ext uri="{FF2B5EF4-FFF2-40B4-BE49-F238E27FC236}">
                    <a16:creationId xmlns:a16="http://schemas.microsoft.com/office/drawing/2014/main" id="{A606D03E-EA44-692E-340A-E62A1CB070D8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11225970" y="258300"/>
                <a:ext cx="151560" cy="1515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1" name="TextBox 40">
              <a:extLst>
                <a:ext uri="{FF2B5EF4-FFF2-40B4-BE49-F238E27FC236}">
                  <a16:creationId xmlns:a16="http://schemas.microsoft.com/office/drawing/2014/main" id="{1D402FA2-355D-A931-D8F9-1DDFC56E7A16}"/>
                </a:ext>
              </a:extLst>
            </p:cNvPr>
            <p:cNvSpPr/>
            <p:nvPr/>
          </p:nvSpPr>
          <p:spPr>
            <a:xfrm>
              <a:off x="11383019" y="79134"/>
              <a:ext cx="808981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Planning 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ahead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8C94CC0E-ED86-3ACE-E10C-E22885F8DAED}"/>
                </a:ext>
              </a:extLst>
            </p:cNvPr>
            <p:cNvSpPr/>
            <p:nvPr/>
          </p:nvSpPr>
          <p:spPr>
            <a:xfrm>
              <a:off x="11472120" y="309240"/>
              <a:ext cx="647640" cy="2484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BF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n conclusio&quot;: How to write the perfect conclusion | GRIN">
            <a:extLst>
              <a:ext uri="{FF2B5EF4-FFF2-40B4-BE49-F238E27FC236}">
                <a16:creationId xmlns:a16="http://schemas.microsoft.com/office/drawing/2014/main" id="{EFEF177F-0832-2D0A-7D7E-A72908013C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18639" r="136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7207C1-3D3A-9396-B2E3-5E05C6ABF2C7}"/>
              </a:ext>
            </a:extLst>
          </p:cNvPr>
          <p:cNvSpPr txBox="1"/>
          <p:nvPr/>
        </p:nvSpPr>
        <p:spPr>
          <a:xfrm>
            <a:off x="2182546" y="2497976"/>
            <a:ext cx="837601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 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9BDE2-6737-A811-5BCE-48D97610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969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Picture 2"/>
          <p:cNvPicPr/>
          <p:nvPr/>
        </p:nvPicPr>
        <p:blipFill>
          <a:blip r:embed="rId2"/>
          <a:stretch/>
        </p:blipFill>
        <p:spPr>
          <a:xfrm>
            <a:off x="322560" y="155520"/>
            <a:ext cx="11157480" cy="6174720"/>
          </a:xfrm>
          <a:prstGeom prst="rect">
            <a:avLst/>
          </a:prstGeom>
          <a:ln w="0">
            <a:noFill/>
          </a:ln>
        </p:spPr>
      </p:pic>
      <p:sp>
        <p:nvSpPr>
          <p:cNvPr id="843" name="TextBox 3"/>
          <p:cNvSpPr/>
          <p:nvPr/>
        </p:nvSpPr>
        <p:spPr>
          <a:xfrm>
            <a:off x="170280" y="6456600"/>
            <a:ext cx="10126800" cy="26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000" b="0" strike="noStrike" spc="-1">
                <a:solidFill>
                  <a:srgbClr val="253746"/>
                </a:solidFill>
                <a:latin typeface="Tahoma"/>
                <a:ea typeface="Tahoma"/>
              </a:rPr>
              <a:t>Scorza LCT </a:t>
            </a:r>
            <a:r>
              <a:rPr lang="en-GB" sz="1000" b="0" i="1" strike="noStrike" spc="-1">
                <a:solidFill>
                  <a:srgbClr val="253746"/>
                </a:solidFill>
                <a:latin typeface="Tahoma"/>
                <a:ea typeface="Tahoma"/>
              </a:rPr>
              <a:t>et al.</a:t>
            </a:r>
            <a:r>
              <a:rPr lang="en-GB" sz="1000" b="0" strike="noStrike" spc="-1">
                <a:solidFill>
                  <a:srgbClr val="253746"/>
                </a:solidFill>
                <a:latin typeface="Tahoma"/>
                <a:ea typeface="Tahoma"/>
              </a:rPr>
              <a:t> Daily life in the Open Biologist’s second job, as a Data Curator- Wellcome Open Res 2024, </a:t>
            </a:r>
            <a:r>
              <a:rPr lang="en-GB" sz="1000" b="1" strike="noStrike" spc="-1">
                <a:solidFill>
                  <a:srgbClr val="253746"/>
                </a:solidFill>
                <a:latin typeface="Tahoma"/>
                <a:ea typeface="Tahoma"/>
              </a:rPr>
              <a:t>9</a:t>
            </a:r>
            <a:r>
              <a:rPr lang="en-GB" sz="1000" b="0" strike="noStrike" spc="-1">
                <a:solidFill>
                  <a:srgbClr val="253746"/>
                </a:solidFill>
                <a:latin typeface="Tahoma"/>
                <a:ea typeface="Tahoma"/>
              </a:rPr>
              <a:t>:523 (</a:t>
            </a:r>
            <a:r>
              <a:rPr lang="en-GB" sz="1000" b="0" u="sng" strike="noStrike" spc="-1">
                <a:solidFill>
                  <a:srgbClr val="0563C1"/>
                </a:solidFill>
                <a:uFillTx/>
                <a:latin typeface="Tahoma"/>
                <a:ea typeface="Tahoma"/>
                <a:hlinkClick r:id="rId3"/>
              </a:rPr>
              <a:t>https://doi.org/10.12688/wellcomeopenres.22899.1</a:t>
            </a:r>
            <a:r>
              <a:rPr lang="en-GB" sz="1000" b="0" strike="noStrike" spc="-1">
                <a:solidFill>
                  <a:srgbClr val="253746"/>
                </a:solidFill>
                <a:latin typeface="Tahoma"/>
                <a:ea typeface="Tahoma"/>
              </a:rPr>
              <a:t>)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TextBox 4"/>
          <p:cNvSpPr/>
          <p:nvPr/>
        </p:nvSpPr>
        <p:spPr>
          <a:xfrm>
            <a:off x="208800" y="162000"/>
            <a:ext cx="1276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strike="noStrike" spc="-1">
                <a:solidFill>
                  <a:schemeClr val="accent4">
                    <a:lumMod val="75000"/>
                  </a:schemeClr>
                </a:solidFill>
                <a:latin typeface="Tahoma"/>
                <a:ea typeface="Tahoma"/>
              </a:rPr>
              <a:t>Summary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4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1057B-6D28-C530-D8BE-083F08B1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>
            <a:extLst>
              <a:ext uri="{FF2B5EF4-FFF2-40B4-BE49-F238E27FC236}">
                <a16:creationId xmlns:a16="http://schemas.microsoft.com/office/drawing/2014/main" id="{360871DB-88E8-B9B2-AC54-63E7B05D513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349252" y="3318951"/>
            <a:ext cx="9143640" cy="44823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the resources to manage your data through the PhD journey</a:t>
            </a:r>
          </a:p>
        </p:txBody>
      </p:sp>
      <p:sp>
        <p:nvSpPr>
          <p:cNvPr id="239" name="TextBox 5">
            <a:extLst>
              <a:ext uri="{FF2B5EF4-FFF2-40B4-BE49-F238E27FC236}">
                <a16:creationId xmlns:a16="http://schemas.microsoft.com/office/drawing/2014/main" id="{C662A9A4-1D7E-E644-DB63-16EF74AECB1F}"/>
              </a:ext>
            </a:extLst>
          </p:cNvPr>
          <p:cNvSpPr/>
          <p:nvPr/>
        </p:nvSpPr>
        <p:spPr>
          <a:xfrm>
            <a:off x="727728" y="4381531"/>
            <a:ext cx="6449340" cy="17543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1800" b="0" strike="noStrike" spc="-1">
                <a:latin typeface="Arial"/>
                <a:hlinkClick r:id="rId3" action="ppaction://hlinksldjump"/>
              </a:rPr>
              <a:t>Storage</a:t>
            </a:r>
            <a:endParaRPr lang="en-US" sz="1800" b="0" strike="noStrike" spc="-1"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pc="-1">
                <a:latin typeface="Arial"/>
                <a:hlinkClick r:id="rId4" action="ppaction://hlinksldjump"/>
              </a:rPr>
              <a:t>Collaboration</a:t>
            </a:r>
            <a:endParaRPr lang="en-US" spc="-1"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1800" b="0" strike="noStrike" spc="-1">
                <a:latin typeface="Arial"/>
                <a:hlinkClick r:id="rId5" action="ppaction://hlinksldjump"/>
              </a:rPr>
              <a:t>Code</a:t>
            </a:r>
            <a:endParaRPr lang="en-US" sz="1800" b="0" strike="noStrike" spc="-1"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pc="-1">
                <a:latin typeface="Arial"/>
                <a:hlinkClick r:id="rId6" action="ppaction://hlinksldjump"/>
              </a:rPr>
              <a:t>Protocols</a:t>
            </a:r>
            <a:endParaRPr lang="en-US" spc="-1"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1800" b="0" strike="noStrike" spc="-1">
                <a:latin typeface="Arial"/>
                <a:hlinkClick r:id="rId7" action="ppaction://hlinksldjump"/>
              </a:rPr>
              <a:t>Repositories</a:t>
            </a:r>
            <a:endParaRPr lang="en-US" sz="1800" b="0" strike="noStrike" spc="-1"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pc="-1">
                <a:latin typeface="Arial"/>
                <a:hlinkClick r:id="rId8" action="ppaction://hlinksldjump"/>
              </a:rPr>
              <a:t>Additional Information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40" name="Rectangle 1">
            <a:extLst>
              <a:ext uri="{FF2B5EF4-FFF2-40B4-BE49-F238E27FC236}">
                <a16:creationId xmlns:a16="http://schemas.microsoft.com/office/drawing/2014/main" id="{16B5D12E-53B0-B278-B5F9-BEE562429531}"/>
              </a:ext>
            </a:extLst>
          </p:cNvPr>
          <p:cNvSpPr/>
          <p:nvPr/>
        </p:nvSpPr>
        <p:spPr>
          <a:xfrm>
            <a:off x="2377872" y="3125443"/>
            <a:ext cx="9086400" cy="45360"/>
          </a:xfrm>
          <a:prstGeom prst="rect">
            <a:avLst/>
          </a:prstGeom>
          <a:solidFill>
            <a:srgbClr val="92D14F"/>
          </a:solidFill>
          <a:ln>
            <a:solidFill>
              <a:srgbClr val="92D1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ahoma"/>
              <a:ea typeface="Tahoma"/>
            </a:endParaRPr>
          </a:p>
        </p:txBody>
      </p:sp>
      <p:sp>
        <p:nvSpPr>
          <p:cNvPr id="241" name="TextBox 6">
            <a:extLst>
              <a:ext uri="{FF2B5EF4-FFF2-40B4-BE49-F238E27FC236}">
                <a16:creationId xmlns:a16="http://schemas.microsoft.com/office/drawing/2014/main" id="{70355E5D-B3E1-AE76-6ADD-89C511F03A0D}"/>
              </a:ext>
            </a:extLst>
          </p:cNvPr>
          <p:cNvSpPr/>
          <p:nvPr/>
        </p:nvSpPr>
        <p:spPr>
          <a:xfrm>
            <a:off x="2322801" y="2419011"/>
            <a:ext cx="977544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4000" spc="-1">
                <a:solidFill>
                  <a:schemeClr val="dk1"/>
                </a:solidFill>
                <a:latin typeface="Tahoma"/>
                <a:ea typeface="Tahoma"/>
              </a:rPr>
              <a:t>Data-related resources </a:t>
            </a:r>
            <a:r>
              <a:rPr lang="en-US" sz="4000" b="0" strike="noStrike" spc="-1">
                <a:solidFill>
                  <a:schemeClr val="dk1"/>
                </a:solidFill>
                <a:latin typeface="Tahoma"/>
                <a:ea typeface="Tahoma"/>
              </a:rPr>
              <a:t>at the University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Graphic 3" descr="Gears with solid fill">
            <a:extLst>
              <a:ext uri="{FF2B5EF4-FFF2-40B4-BE49-F238E27FC236}">
                <a16:creationId xmlns:a16="http://schemas.microsoft.com/office/drawing/2014/main" id="{B1F86E97-0D07-4B33-054F-BEB62A955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4669" y="2628669"/>
            <a:ext cx="914400" cy="914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00B1369-0123-312D-4914-8FBBF602CD2A}"/>
              </a:ext>
            </a:extLst>
          </p:cNvPr>
          <p:cNvGrpSpPr/>
          <p:nvPr/>
        </p:nvGrpSpPr>
        <p:grpSpPr>
          <a:xfrm>
            <a:off x="438335" y="2068658"/>
            <a:ext cx="1800000" cy="1800000"/>
            <a:chOff x="8685568" y="5007677"/>
            <a:chExt cx="539640" cy="539640"/>
          </a:xfrm>
        </p:grpSpPr>
        <p:sp>
          <p:nvSpPr>
            <p:cNvPr id="5" name="Oval 13">
              <a:extLst>
                <a:ext uri="{FF2B5EF4-FFF2-40B4-BE49-F238E27FC236}">
                  <a16:creationId xmlns:a16="http://schemas.microsoft.com/office/drawing/2014/main" id="{A9BF316B-9B9C-8478-4BA7-24B0589BAE47}"/>
                </a:ext>
              </a:extLst>
            </p:cNvPr>
            <p:cNvSpPr/>
            <p:nvPr/>
          </p:nvSpPr>
          <p:spPr>
            <a:xfrm>
              <a:off x="8685568" y="5007677"/>
              <a:ext cx="539640" cy="53964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strike="noStrike" spc="-1">
                <a:solidFill>
                  <a:schemeClr val="l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6" name="Graphic 37" descr="Disk with solid fill">
              <a:extLst>
                <a:ext uri="{FF2B5EF4-FFF2-40B4-BE49-F238E27FC236}">
                  <a16:creationId xmlns:a16="http://schemas.microsoft.com/office/drawing/2014/main" id="{FA212E4D-ED1D-5F19-EE28-6DFB7F4E1DEC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8772328" y="5094437"/>
              <a:ext cx="366120" cy="3661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7C6BB31-9E81-6BFA-858D-E6B1CA81E32F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2B48BA4B-CF01-40F1-B4CB-65EDD3CDFC9C}" type="slidenum">
              <a:rPr lang="en-GB" smtClean="0"/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0324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32E1-884B-4F45-AB3D-8734D6B64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47" y="218202"/>
            <a:ext cx="10886108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for data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911" y="1908893"/>
            <a:ext cx="10270380" cy="46114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400">
                <a:latin typeface="Tahoma"/>
                <a:ea typeface="Tahoma"/>
                <a:cs typeface="Tahoma"/>
              </a:rPr>
              <a:t>BioRDM wiki</a:t>
            </a:r>
          </a:p>
          <a:p>
            <a:pPr marL="0" indent="0">
              <a:buNone/>
            </a:pPr>
            <a:r>
              <a:rPr lang="en-GB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https://www.wiki.ed.ac.uk/display/RDMS</a:t>
            </a:r>
            <a:endParaRPr lang="en-GB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GB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DRS page – Digital research services</a:t>
            </a:r>
          </a:p>
          <a:p>
            <a:pPr marL="0" indent="0">
              <a:buNone/>
            </a:pPr>
            <a:r>
              <a:rPr lang="en-GB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https://digitalresearchservices.ed.ac.uk/</a:t>
            </a:r>
            <a:r>
              <a:rPr lang="en-GB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GB" sz="2400">
                <a:ea typeface="+mn-lt"/>
                <a:cs typeface="+mn-lt"/>
              </a:rPr>
              <a:t>Dr Burak Ozyurt – CSE Research Facilitator </a:t>
            </a:r>
            <a:br>
              <a:rPr lang="en-GB" sz="2400">
                <a:ea typeface="+mn-lt"/>
                <a:cs typeface="+mn-lt"/>
              </a:rPr>
            </a:br>
            <a:endParaRPr lang="en-GB" sz="2400">
              <a:ea typeface="+mn-lt"/>
              <a:cs typeface="+mn-lt"/>
            </a:endParaRPr>
          </a:p>
          <a:p>
            <a:pPr marL="0" indent="0">
              <a:buNone/>
            </a:pPr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pl-PL" sz="2400">
                <a:latin typeface="Tahoma"/>
                <a:ea typeface="Tahoma"/>
                <a:cs typeface="Tahoma"/>
              </a:rPr>
              <a:t>RDS </a:t>
            </a:r>
            <a:r>
              <a:rPr lang="en-GB" sz="2400">
                <a:latin typeface="Tahoma"/>
                <a:ea typeface="Tahoma"/>
                <a:cs typeface="Tahoma"/>
              </a:rPr>
              <a:t>– Research data service </a:t>
            </a:r>
            <a:r>
              <a:rPr lang="pl-PL" sz="2400">
                <a:latin typeface="Tahoma"/>
                <a:ea typeface="Tahoma"/>
                <a:cs typeface="Tahoma"/>
              </a:rPr>
              <a:t>page (UoE Central Service)</a:t>
            </a:r>
            <a:endParaRPr lang="en-US" sz="2400">
              <a:latin typeface="Tahoma"/>
              <a:ea typeface="Tahoma"/>
              <a:cs typeface="Tahoma"/>
            </a:endParaRPr>
          </a:p>
          <a:p>
            <a:pPr marL="0" indent="0">
              <a:buNone/>
            </a:pPr>
            <a:r>
              <a:rPr lang="en-GB" sz="2400">
                <a:latin typeface="Tahoma"/>
                <a:ea typeface="Tahoma"/>
                <a:cs typeface="Tahoma"/>
                <a:hlinkClick r:id="rId5"/>
              </a:rPr>
              <a:t>https://www.ed.ac.uk/information-services/research-support/research-data-service</a:t>
            </a:r>
            <a:endParaRPr lang="en-GB" sz="2400">
              <a:latin typeface="Tahoma"/>
              <a:ea typeface="Tahoma"/>
              <a:cs typeface="Tahoma"/>
            </a:endParaRPr>
          </a:p>
          <a:p>
            <a:pPr marL="0" indent="0">
              <a:buNone/>
            </a:pPr>
            <a:endParaRPr lang="en-GB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3551B0-84DF-2DC5-8074-D35FAF2A7E89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E5EE384-F4AB-8E13-598E-3A8F49A0AD38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618D41-ED3F-90CE-836E-8124E506D119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04FF763-7AB1-AE82-4C3A-BFF5285E2194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665D1A4-0430-D3B7-C962-C8AFD3F01564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1" name="Oval 13">
                <a:extLst>
                  <a:ext uri="{FF2B5EF4-FFF2-40B4-BE49-F238E27FC236}">
                    <a16:creationId xmlns:a16="http://schemas.microsoft.com/office/drawing/2014/main" id="{8892B100-EC81-947D-1252-EDC6BDBDCD42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2" name="Graphic 37" descr="Disk with solid fill">
                <a:extLst>
                  <a:ext uri="{FF2B5EF4-FFF2-40B4-BE49-F238E27FC236}">
                    <a16:creationId xmlns:a16="http://schemas.microsoft.com/office/drawing/2014/main" id="{5311A925-A7D4-0542-354F-B29559467A0C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4" name="Rectangle 41">
              <a:extLst>
                <a:ext uri="{FF2B5EF4-FFF2-40B4-BE49-F238E27FC236}">
                  <a16:creationId xmlns:a16="http://schemas.microsoft.com/office/drawing/2014/main" id="{555CB196-3B99-2485-A201-440B6BC5C980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503099F9-F942-60C1-0582-A6223A3C7814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FE46AA8-220A-3A46-359A-A0E7EE06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385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32E1-884B-4F45-AB3D-8734D6B64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-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695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ahoma"/>
                <a:ea typeface="Tahoma"/>
                <a:cs typeface="Tahoma"/>
              </a:rPr>
              <a:t>UoE DataStore – for your active research data</a:t>
            </a:r>
          </a:p>
          <a:p>
            <a:pPr marL="0" indent="0">
              <a:buNone/>
            </a:pP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>
                <a:latin typeface="Tahoma"/>
                <a:ea typeface="Tahoma"/>
                <a:cs typeface="Tahoma"/>
              </a:rPr>
              <a:t>It </a:t>
            </a:r>
            <a:r>
              <a:rPr lang="pl-PL">
                <a:latin typeface="Tahoma"/>
                <a:ea typeface="Tahoma"/>
                <a:cs typeface="Tahoma"/>
              </a:rPr>
              <a:t>looks like your computer disk (</a:t>
            </a:r>
            <a:r>
              <a:rPr lang="en-US">
                <a:latin typeface="Tahoma"/>
                <a:ea typeface="Tahoma"/>
                <a:cs typeface="Tahoma"/>
              </a:rPr>
              <a:t>a network drive</a:t>
            </a:r>
            <a:r>
              <a:rPr lang="pl-PL">
                <a:latin typeface="Tahoma"/>
                <a:ea typeface="Tahoma"/>
                <a:cs typeface="Tahoma"/>
              </a:rPr>
              <a:t>)</a:t>
            </a:r>
          </a:p>
          <a:p>
            <a:r>
              <a:rPr lang="pl-PL">
                <a:latin typeface="Tahoma"/>
                <a:ea typeface="Tahoma"/>
                <a:cs typeface="Tahoma"/>
              </a:rPr>
              <a:t>Free</a:t>
            </a:r>
            <a:r>
              <a:rPr lang="en-US">
                <a:latin typeface="Tahoma"/>
                <a:ea typeface="Tahoma"/>
                <a:cs typeface="Tahoma"/>
              </a:rPr>
              <a:t> (</a:t>
            </a:r>
            <a:r>
              <a:rPr lang="pl-PL">
                <a:latin typeface="Tahoma"/>
                <a:ea typeface="Tahoma"/>
                <a:cs typeface="Tahoma"/>
              </a:rPr>
              <a:t>250</a:t>
            </a:r>
            <a:r>
              <a:rPr lang="en-US">
                <a:latin typeface="Tahoma"/>
                <a:ea typeface="Tahoma"/>
                <a:cs typeface="Tahoma"/>
              </a:rPr>
              <a:t>GB </a:t>
            </a:r>
            <a:r>
              <a:rPr lang="pl-PL">
                <a:latin typeface="Tahoma"/>
                <a:ea typeface="Tahoma"/>
                <a:cs typeface="Tahoma"/>
              </a:rPr>
              <a:t>+ 250GB </a:t>
            </a:r>
            <a:r>
              <a:rPr lang="en-US">
                <a:latin typeface="Tahoma"/>
                <a:ea typeface="Tahoma"/>
                <a:cs typeface="Tahoma"/>
              </a:rPr>
              <a:t>per student)</a:t>
            </a: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Accessible from all computers</a:t>
            </a: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Off-site backup and versioning/history of the files</a:t>
            </a:r>
          </a:p>
          <a:p>
            <a:r>
              <a:rPr lang="pl-PL">
                <a:latin typeface="Tahoma"/>
                <a:ea typeface="Tahoma"/>
                <a:cs typeface="Tahoma"/>
              </a:rPr>
              <a:t>Easy </a:t>
            </a:r>
            <a:r>
              <a:rPr lang="en-US">
                <a:latin typeface="Tahoma"/>
                <a:ea typeface="Tahoma"/>
                <a:cs typeface="Tahoma"/>
              </a:rPr>
              <a:t>sharing within the University</a:t>
            </a:r>
            <a:endParaRPr lang="pl-PL">
              <a:latin typeface="Tahoma"/>
              <a:ea typeface="Tahoma"/>
              <a:cs typeface="Tahoma"/>
            </a:endParaRPr>
          </a:p>
          <a:p>
            <a:r>
              <a:rPr lang="pl-PL">
                <a:latin typeface="Tahoma"/>
                <a:ea typeface="Tahoma"/>
                <a:cs typeface="Tahoma"/>
              </a:rPr>
              <a:t>Dropbox like access via DataSync</a:t>
            </a:r>
            <a:endParaRPr lang="en-US">
              <a:latin typeface="Tahoma"/>
              <a:ea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EA288-7B9F-40C4-9358-812E71D75597}"/>
              </a:ext>
            </a:extLst>
          </p:cNvPr>
          <p:cNvSpPr txBox="1"/>
          <p:nvPr/>
        </p:nvSpPr>
        <p:spPr>
          <a:xfrm>
            <a:off x="905518" y="6130347"/>
            <a:ext cx="1198495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GB">
                <a:ea typeface="Calibri"/>
                <a:cs typeface="Calibri"/>
                <a:hlinkClick r:id="rId2"/>
              </a:rPr>
              <a:t>https://library.ed.ac.uk/research-support/research-data-service/during/data-storage</a:t>
            </a: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EE1FA9A-FF3E-CFEF-F2FD-29C55E83985A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743E954-39B0-3E4E-C24C-1501E7EB6A33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79F98A-16BE-A92D-F189-09ADC79A5C2B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1E724EE-D64D-BAB9-F537-6C5D130B45AC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AEECA5E-09EA-54F7-D858-811F3F199B53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2" name="Oval 13">
                <a:extLst>
                  <a:ext uri="{FF2B5EF4-FFF2-40B4-BE49-F238E27FC236}">
                    <a16:creationId xmlns:a16="http://schemas.microsoft.com/office/drawing/2014/main" id="{9E27D0E8-DAB9-5D10-7A98-3A3FF080EB29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3" name="Graphic 37" descr="Disk with solid fill">
                <a:extLst>
                  <a:ext uri="{FF2B5EF4-FFF2-40B4-BE49-F238E27FC236}">
                    <a16:creationId xmlns:a16="http://schemas.microsoft.com/office/drawing/2014/main" id="{D1985AA1-D943-7BDF-00EE-B76E2834C6AC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0" name="Rectangle 41">
              <a:extLst>
                <a:ext uri="{FF2B5EF4-FFF2-40B4-BE49-F238E27FC236}">
                  <a16:creationId xmlns:a16="http://schemas.microsoft.com/office/drawing/2014/main" id="{C5635D1C-34AA-F102-FE60-33549E1AB5A4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694B97C3-163A-B197-C6B3-E94E0A83734C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0D4A694-1824-25FA-143D-34204E88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9821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96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UoE DataStore – for your active research data</a:t>
            </a: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>
                <a:latin typeface="Tahoma"/>
                <a:ea typeface="Tahoma"/>
                <a:cs typeface="Tahoma"/>
              </a:rPr>
              <a:t>It </a:t>
            </a:r>
            <a:r>
              <a:rPr lang="pl-PL">
                <a:latin typeface="Tahoma"/>
                <a:ea typeface="Tahoma"/>
                <a:cs typeface="Tahoma"/>
              </a:rPr>
              <a:t>looks like your computer disk (</a:t>
            </a:r>
            <a:r>
              <a:rPr lang="en-US">
                <a:latin typeface="Tahoma"/>
                <a:ea typeface="Tahoma"/>
                <a:cs typeface="Tahoma"/>
              </a:rPr>
              <a:t>a network drive</a:t>
            </a:r>
            <a:r>
              <a:rPr lang="pl-PL">
                <a:latin typeface="Tahoma"/>
                <a:ea typeface="Tahoma"/>
                <a:cs typeface="Tahoma"/>
              </a:rPr>
              <a:t>)</a:t>
            </a:r>
          </a:p>
          <a:p>
            <a:r>
              <a:rPr lang="pl-PL">
                <a:latin typeface="Tahoma"/>
                <a:ea typeface="Tahoma"/>
                <a:cs typeface="Tahoma"/>
              </a:rPr>
              <a:t>Free</a:t>
            </a:r>
            <a:r>
              <a:rPr lang="en-US">
                <a:latin typeface="Tahoma"/>
                <a:ea typeface="Tahoma"/>
                <a:cs typeface="Tahoma"/>
              </a:rPr>
              <a:t> (</a:t>
            </a:r>
            <a:r>
              <a:rPr lang="pl-PL">
                <a:latin typeface="Tahoma"/>
                <a:ea typeface="Tahoma"/>
                <a:cs typeface="Tahoma"/>
              </a:rPr>
              <a:t>250</a:t>
            </a:r>
            <a:r>
              <a:rPr lang="en-US">
                <a:latin typeface="Tahoma"/>
                <a:ea typeface="Tahoma"/>
                <a:cs typeface="Tahoma"/>
              </a:rPr>
              <a:t>GB </a:t>
            </a:r>
            <a:r>
              <a:rPr lang="pl-PL">
                <a:latin typeface="Tahoma"/>
                <a:ea typeface="Tahoma"/>
                <a:cs typeface="Tahoma"/>
              </a:rPr>
              <a:t>+ 250GB </a:t>
            </a:r>
            <a:r>
              <a:rPr lang="en-US">
                <a:latin typeface="Tahoma"/>
                <a:ea typeface="Tahoma"/>
                <a:cs typeface="Tahoma"/>
              </a:rPr>
              <a:t>per student)</a:t>
            </a: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Accessible from all computers</a:t>
            </a: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Off-site backup and versioning/history of the files</a:t>
            </a:r>
          </a:p>
          <a:p>
            <a:r>
              <a:rPr lang="pl-PL">
                <a:latin typeface="Tahoma"/>
                <a:ea typeface="Tahoma"/>
                <a:cs typeface="Tahoma"/>
              </a:rPr>
              <a:t>Easy </a:t>
            </a:r>
            <a:r>
              <a:rPr lang="en-US">
                <a:latin typeface="Tahoma"/>
                <a:ea typeface="Tahoma"/>
                <a:cs typeface="Tahoma"/>
              </a:rPr>
              <a:t>sharing within the University</a:t>
            </a:r>
            <a:endParaRPr lang="pl-PL">
              <a:latin typeface="Tahoma"/>
              <a:ea typeface="Tahoma"/>
              <a:cs typeface="Tahoma"/>
            </a:endParaRPr>
          </a:p>
          <a:p>
            <a:r>
              <a:rPr lang="pl-PL">
                <a:latin typeface="Tahoma"/>
                <a:ea typeface="Tahoma"/>
                <a:cs typeface="Tahoma"/>
              </a:rPr>
              <a:t>Dropbox like access vis DataSync</a:t>
            </a:r>
            <a:endParaRPr lang="en-US">
              <a:latin typeface="Tahoma"/>
              <a:ea typeface="Tahoma"/>
              <a:cs typeface="Tahoma"/>
            </a:endParaRPr>
          </a:p>
          <a:p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7835A5-6403-45A8-B930-3E2310FC2469}"/>
              </a:ext>
            </a:extLst>
          </p:cNvPr>
          <p:cNvSpPr/>
          <p:nvPr/>
        </p:nvSpPr>
        <p:spPr>
          <a:xfrm rot="20900271">
            <a:off x="1214120" y="3313945"/>
            <a:ext cx="9763760" cy="1200329"/>
          </a:xfrm>
          <a:prstGeom prst="rect">
            <a:avLst/>
          </a:prstGeom>
          <a:solidFill>
            <a:srgbClr val="FFFFFF">
              <a:alpha val="69804"/>
            </a:srgbClr>
          </a:solidFill>
          <a:ln w="38100"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endParaRPr lang="en-GB" sz="2400" b="1">
              <a:solidFill>
                <a:srgbClr val="C00000"/>
              </a:solidFill>
            </a:endParaRPr>
          </a:p>
          <a:p>
            <a:pPr algn="ctr"/>
            <a:r>
              <a:rPr lang="en-GB" sz="2400" b="1">
                <a:solidFill>
                  <a:srgbClr val="C00000"/>
                </a:solidFill>
              </a:rPr>
              <a:t>Please Use </a:t>
            </a:r>
            <a:r>
              <a:rPr lang="en-GB" sz="2400" b="1" err="1">
                <a:solidFill>
                  <a:srgbClr val="C00000"/>
                </a:solidFill>
              </a:rPr>
              <a:t>DataStore</a:t>
            </a:r>
            <a:endParaRPr lang="en-GB" sz="2400" b="1">
              <a:solidFill>
                <a:srgbClr val="C00000"/>
              </a:solidFill>
            </a:endParaRPr>
          </a:p>
          <a:p>
            <a:pPr algn="ctr"/>
            <a:endParaRPr lang="en-GB" sz="2400" b="1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BEB67-73AB-4A0A-9EC7-3EC7494F40FE}"/>
              </a:ext>
            </a:extLst>
          </p:cNvPr>
          <p:cNvSpPr txBox="1"/>
          <p:nvPr/>
        </p:nvSpPr>
        <p:spPr>
          <a:xfrm>
            <a:off x="769447" y="6123543"/>
            <a:ext cx="8807689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>
              <a:buNone/>
            </a:pPr>
            <a:r>
              <a:rPr lang="en-GB" sz="1800">
                <a:solidFill>
                  <a:srgbClr val="0070C0"/>
                </a:solidFill>
              </a:rPr>
              <a:t>https://library.ed.ac.uk/research-support/research-data-service/during/data-storage</a:t>
            </a: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7A381D8-A042-CA84-A8BD-0BAA58B28360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BF5BB10-ADED-8DDF-E3EF-07668124A033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614288-F97F-81D7-BA30-827F6B25CB84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7AEB28D2-5CC9-4721-B350-ECE4450C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- Storage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4DF801-CC6C-DECB-F72A-7AA20A6DF04F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09B2C94-13D2-3924-8916-847B03D6E943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3" name="Oval 13">
                <a:extLst>
                  <a:ext uri="{FF2B5EF4-FFF2-40B4-BE49-F238E27FC236}">
                    <a16:creationId xmlns:a16="http://schemas.microsoft.com/office/drawing/2014/main" id="{008459BD-48FF-8814-A94E-F93E141B4848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4" name="Graphic 37" descr="Disk with solid fill">
                <a:extLst>
                  <a:ext uri="{FF2B5EF4-FFF2-40B4-BE49-F238E27FC236}">
                    <a16:creationId xmlns:a16="http://schemas.microsoft.com/office/drawing/2014/main" id="{D57DF4E7-49C8-A0B8-D327-1162C8B88A79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0" name="Rectangle 41">
              <a:extLst>
                <a:ext uri="{FF2B5EF4-FFF2-40B4-BE49-F238E27FC236}">
                  <a16:creationId xmlns:a16="http://schemas.microsoft.com/office/drawing/2014/main" id="{91C9EC0D-A0D6-23CE-1EE7-54D6CC9E0FE3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B31F24A1-E2D8-D9DB-B033-BC6FF660D206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7EB1A13-E3BD-81CD-BDBF-39989A86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770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96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Tahoma"/>
                <a:ea typeface="Tahoma"/>
                <a:cs typeface="Tahoma"/>
              </a:rPr>
              <a:t>UoE DataStore – for your active research data</a:t>
            </a:r>
            <a:endParaRPr lang="en-US">
              <a:latin typeface="Tahoma"/>
              <a:ea typeface="Tahoma"/>
              <a:cs typeface="Tahoma"/>
            </a:endParaRPr>
          </a:p>
          <a:p>
            <a:pPr marL="0" indent="0">
              <a:buNone/>
            </a:pP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GB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areas</a:t>
            </a:r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l-PL" sz="2400">
                <a:latin typeface="Tahoma"/>
                <a:ea typeface="Tahoma"/>
                <a:cs typeface="Tahoma"/>
              </a:rPr>
              <a:t>Group space </a:t>
            </a:r>
            <a:b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l-PL" sz="2400">
                <a:latin typeface="Tahoma"/>
                <a:ea typeface="Tahoma"/>
                <a:cs typeface="Tahoma"/>
              </a:rPr>
              <a:t>(</a:t>
            </a:r>
            <a:r>
              <a:rPr lang="en-US" sz="2400">
                <a:latin typeface="Tahoma"/>
                <a:ea typeface="Tahoma"/>
                <a:cs typeface="Tahoma"/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\\csce.datastore.ed.ac.uk\csce\biology\groups\YOUR-GROUP</a:t>
            </a:r>
            <a:r>
              <a:rPr lang="pl-PL" sz="2400">
                <a:latin typeface="Tahoma"/>
                <a:ea typeface="Tahoma"/>
                <a:cs typeface="Tahoma"/>
              </a:rPr>
              <a:t>)</a:t>
            </a:r>
          </a:p>
          <a:p>
            <a:r>
              <a:rPr lang="pl-PL" sz="2400">
                <a:latin typeface="Tahoma"/>
                <a:ea typeface="Tahoma"/>
                <a:cs typeface="Tahoma"/>
              </a:rPr>
              <a:t>Private </a:t>
            </a:r>
            <a:br>
              <a:rPr lang="pl-P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l-PL" sz="2400">
                <a:latin typeface="Tahoma"/>
                <a:ea typeface="Tahoma"/>
                <a:cs typeface="Tahoma"/>
              </a:rPr>
              <a:t>(</a:t>
            </a:r>
            <a:r>
              <a:rPr lang="en-GB" sz="2400">
                <a:latin typeface="Tahoma"/>
                <a:ea typeface="Tahoma"/>
                <a:cs typeface="Tahoma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\\csce.datastore.ed.ac.uk\csce\biology\users\YOUR_LOGIN</a:t>
            </a:r>
            <a:r>
              <a:rPr lang="pl-PL" sz="2400">
                <a:latin typeface="Tahoma"/>
                <a:ea typeface="Tahoma"/>
                <a:cs typeface="Tahoma"/>
              </a:rPr>
              <a:t>)</a:t>
            </a:r>
          </a:p>
          <a:p>
            <a:pPr marL="0" indent="0">
              <a:buNone/>
            </a:pPr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pl-PL" sz="2400" b="1">
                <a:latin typeface="Tahoma"/>
                <a:ea typeface="Tahoma"/>
                <a:cs typeface="Tahoma"/>
              </a:rPr>
              <a:t>Use group space for data! </a:t>
            </a:r>
          </a:p>
          <a:p>
            <a:pPr marL="0" indent="0">
              <a:buNone/>
            </a:pPr>
            <a:r>
              <a:rPr lang="pl-PL" sz="1800">
                <a:latin typeface="Tahoma"/>
                <a:ea typeface="Tahoma"/>
                <a:cs typeface="Tahoma"/>
              </a:rPr>
              <a:t>(request access through your PI and information services)</a:t>
            </a:r>
            <a:endParaRPr lang="pl-PL" sz="1800">
              <a:ea typeface="Calibri"/>
              <a:cs typeface="Calibri"/>
            </a:endParaRPr>
          </a:p>
          <a:p>
            <a:endPara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A16DFB-91E5-41F1-711F-3F02B9F5FE14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66C3C81-8E65-371E-859A-4728AE4A4809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126114-4F3C-FE0C-00AE-750D3D468135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4C89E060-10CD-E4E1-D49B-DB9829C32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- Storage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0BD813-9383-81D7-0A79-B7CF1BD670C6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1C63BBE-C4B1-56FC-A44B-A59A9EA5F200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5" name="Oval 13">
                <a:extLst>
                  <a:ext uri="{FF2B5EF4-FFF2-40B4-BE49-F238E27FC236}">
                    <a16:creationId xmlns:a16="http://schemas.microsoft.com/office/drawing/2014/main" id="{B49E7502-1AC2-F6D5-FA20-3A9E76945946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6" name="Graphic 37" descr="Disk with solid fill">
                <a:extLst>
                  <a:ext uri="{FF2B5EF4-FFF2-40B4-BE49-F238E27FC236}">
                    <a16:creationId xmlns:a16="http://schemas.microsoft.com/office/drawing/2014/main" id="{F9643CAC-DAEB-B251-CE35-360B00F376DF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3" name="Rectangle 41">
              <a:extLst>
                <a:ext uri="{FF2B5EF4-FFF2-40B4-BE49-F238E27FC236}">
                  <a16:creationId xmlns:a16="http://schemas.microsoft.com/office/drawing/2014/main" id="{37F7BD6A-DBA0-657A-306D-9C88851FB097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3402621B-EDFA-FC7E-4B2F-7ABF35C8DF5C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4A4F5E2-754D-59E1-CB41-FB0C30EE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0720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96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ahoma"/>
                <a:ea typeface="Tahoma"/>
                <a:cs typeface="Tahoma"/>
              </a:rPr>
              <a:t>UoE DataStore</a:t>
            </a:r>
            <a:r>
              <a:rPr lang="pl-PL" b="1">
                <a:latin typeface="Tahoma"/>
                <a:ea typeface="Tahoma"/>
                <a:cs typeface="Tahoma"/>
              </a:rPr>
              <a:t> – How to use</a:t>
            </a:r>
            <a:endParaRPr lang="en-US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l-PL" sz="2400">
                <a:latin typeface="Tahoma"/>
                <a:ea typeface="Tahoma"/>
                <a:cs typeface="Tahoma"/>
              </a:rPr>
              <a:t>You need VPN to connect from home</a:t>
            </a:r>
          </a:p>
          <a:p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pl-PL" sz="2400">
                <a:latin typeface="Tahoma"/>
                <a:ea typeface="Tahoma"/>
                <a:cs typeface="Tahoma"/>
              </a:rPr>
              <a:t>How to connect: </a:t>
            </a:r>
            <a:endParaRPr lang="pl-P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sz="2400">
                <a:latin typeface="Tahoma"/>
                <a:ea typeface="Tahoma"/>
                <a:cs typeface="Tahom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https://www.ed.ac.uk/information-services/computing/desktop-personal/connect-uni-file-storage</a:t>
            </a:r>
            <a:endParaRPr lang="pl-PL" sz="2400">
              <a:latin typeface="Tahoma"/>
              <a:ea typeface="Tahoma"/>
              <a:cs typeface="Tahoma"/>
            </a:endParaRPr>
          </a:p>
          <a:p>
            <a:pPr marL="0" indent="0">
              <a:buNone/>
            </a:pPr>
            <a:endParaRPr lang="pl-PL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E7F5EE-5B6D-04F5-0F25-4FB4C91582D9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C972D49-AA03-A2D7-49EC-00FC69E52982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EF32E6-EF28-1F19-91D5-9BE9C89DBBDB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A0331235-B08F-5B0F-4FFD-5AE280DF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- Storage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BC97C0-8912-E50F-A5EB-F65566F2FC35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DF78E31-F68F-844E-48BC-DFEDCBDFEC62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2EAC792-02E5-AD38-D23F-51EE5CD969B6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5" name="Graphic 37" descr="Disk with solid fill">
                <a:extLst>
                  <a:ext uri="{FF2B5EF4-FFF2-40B4-BE49-F238E27FC236}">
                    <a16:creationId xmlns:a16="http://schemas.microsoft.com/office/drawing/2014/main" id="{1A6E13BF-950A-6FE6-5894-95F4D79520CE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7D3AF9E2-EA2D-90E8-3902-4FB23378081F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F19EBFE9-7788-CA47-C3E2-EC7ECB10A08F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B0A4825-7AF4-8165-832A-1CDA0391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109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>
                <a:cs typeface="Arial"/>
              </a:rPr>
              <a:t>Sharepoint / OneDrive (1TB)</a:t>
            </a:r>
            <a:endParaRPr lang="en-US" b="1">
              <a:ea typeface="Calibri"/>
              <a:cs typeface="Arial"/>
            </a:endParaRPr>
          </a:p>
          <a:p>
            <a:pPr marL="0" indent="0">
              <a:buNone/>
            </a:pPr>
            <a:endParaRPr lang="en-US" sz="240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https://uoe-my.sharepoint.com</a:t>
            </a:r>
            <a:endParaRPr lang="en-US" sz="2400">
              <a:cs typeface="Arial" panose="020B0604020202020204" pitchFamily="34" charset="0"/>
            </a:endParaRPr>
          </a:p>
          <a:p>
            <a:endParaRPr lang="en-US" sz="2400">
              <a:cs typeface="Arial" panose="020B0604020202020204" pitchFamily="34" charset="0"/>
            </a:endParaRPr>
          </a:p>
          <a:p>
            <a:r>
              <a:rPr lang="pl-PL" sz="2400">
                <a:cs typeface="Arial"/>
              </a:rPr>
              <a:t>For documents, presentations, reports, etc.</a:t>
            </a:r>
          </a:p>
          <a:p>
            <a:r>
              <a:rPr lang="en-US" sz="2400">
                <a:cs typeface="Arial" panose="020B0604020202020204" pitchFamily="34" charset="0"/>
              </a:rPr>
              <a:t>Excellent for collaborative work on shared documents </a:t>
            </a:r>
          </a:p>
          <a:p>
            <a:r>
              <a:rPr lang="en-GB" sz="2400"/>
              <a:t>Online versions of Word / Excel</a:t>
            </a:r>
            <a:endParaRPr lang="pl-PL" sz="2400"/>
          </a:p>
          <a:p>
            <a:r>
              <a:rPr lang="pl-PL" sz="2400"/>
              <a:t>Your desktop </a:t>
            </a:r>
            <a:r>
              <a:rPr lang="en-GB" sz="2400"/>
              <a:t>office</a:t>
            </a:r>
            <a:r>
              <a:rPr lang="pl-PL" sz="2400"/>
              <a:t> can directly sync with sharepoint files</a:t>
            </a:r>
            <a:endParaRPr lang="en-GB" sz="2400"/>
          </a:p>
          <a:p>
            <a:endParaRPr lang="en-GB" sz="2400"/>
          </a:p>
          <a:p>
            <a:r>
              <a:rPr lang="en-GB" sz="2400" b="1"/>
              <a:t>DON’T bounce emails with your PI – co-edit on sharepoint!!!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280DAA-1967-F5DC-7049-F3F2D478E374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6C3615B-4442-71B9-47E5-6823400F055E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7700887-903A-9BCE-0384-16C64D479312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C933C174-A619-F41E-1F7B-555D3AC88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- Collaboration</a:t>
            </a:r>
          </a:p>
        </p:txBody>
      </p:sp>
      <p:pic>
        <p:nvPicPr>
          <p:cNvPr id="10" name="Picture 9" descr="1,003,800+ Warning Sign Stock Photos and Royalty-Free ...">
            <a:extLst>
              <a:ext uri="{FF2B5EF4-FFF2-40B4-BE49-F238E27FC236}">
                <a16:creationId xmlns:a16="http://schemas.microsoft.com/office/drawing/2014/main" id="{CBC28AAE-5111-2788-AC02-D343C614A8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6895" y="5555222"/>
            <a:ext cx="530877" cy="53087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B17A88C-5AF4-3487-6774-3E16EA28B3A3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7A31810-7435-74AD-3597-85DF83B86D0D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5" name="Oval 13">
                <a:extLst>
                  <a:ext uri="{FF2B5EF4-FFF2-40B4-BE49-F238E27FC236}">
                    <a16:creationId xmlns:a16="http://schemas.microsoft.com/office/drawing/2014/main" id="{BEBFB9B7-A480-C8BF-2762-CD0857B4492B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6" name="Graphic 37" descr="Disk with solid fill">
                <a:extLst>
                  <a:ext uri="{FF2B5EF4-FFF2-40B4-BE49-F238E27FC236}">
                    <a16:creationId xmlns:a16="http://schemas.microsoft.com/office/drawing/2014/main" id="{4607F749-A342-DF43-B5DF-4743CF66F976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3" name="Rectangle 41">
              <a:extLst>
                <a:ext uri="{FF2B5EF4-FFF2-40B4-BE49-F238E27FC236}">
                  <a16:creationId xmlns:a16="http://schemas.microsoft.com/office/drawing/2014/main" id="{26EF5C4B-6CA1-7D3F-4F04-951B7AC5DA8F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1286B18D-6D99-D549-88E4-DCA654D31A10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AE2D312-B756-5989-8781-57BCD41A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517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UoE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WIKI</a:t>
            </a:r>
          </a:p>
          <a:p>
            <a:pPr marL="0" indent="0">
              <a:buNone/>
            </a:pP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https://www.wiki.ed.ac.uk</a:t>
            </a: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pl-PL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roject</a:t>
            </a: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s’</a:t>
            </a: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l-PL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websites</a:t>
            </a: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Making notes, organizing files, </a:t>
            </a:r>
            <a:endPara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l-PL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</a:t>
            </a: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simple ELN (can be private or public)</a:t>
            </a:r>
          </a:p>
          <a:p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https://www.wiki.ed.ac.uk/display/RDMS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E9A7A8-6FBB-820F-E6FC-D3345EFA99DB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EA825F2-DA33-C7CB-0323-1FC631A04181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874074-EEA9-F0AE-5215-E506D3B9F72B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A0B1A178-179F-C3D3-1749-55B92E5D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- Collaboration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89D737-87B0-4DFB-B01A-85C2C23B6DAA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D06F5CE-BAF8-1B44-E8A7-41B3C23067D0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8451B1B-9B93-08F8-2E89-F869AA3870E9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5" name="Graphic 37" descr="Disk with solid fill">
                <a:extLst>
                  <a:ext uri="{FF2B5EF4-FFF2-40B4-BE49-F238E27FC236}">
                    <a16:creationId xmlns:a16="http://schemas.microsoft.com/office/drawing/2014/main" id="{5B5E5514-1602-A7D1-F1C3-65BAB7E4F0FC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DC2EE87B-19B9-B80F-0D14-8EF317DADAB5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0D503F64-FF9A-24CA-86D9-E9C1C77D24FA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64E8AC4-6396-0027-83C9-061C6CCF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265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l-PL" b="1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Protocols.io</a:t>
            </a:r>
            <a:endParaRPr lang="en-GB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https://www.protocols.io/</a:t>
            </a:r>
            <a:endPara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private and public (creates DOI) – free version – 2 private protocols</a:t>
            </a:r>
          </a:p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versioning / forking</a:t>
            </a:r>
          </a:p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collaboration</a:t>
            </a:r>
          </a:p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good for group SOPs</a:t>
            </a:r>
          </a:p>
          <a:p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FB8C1B-4098-A1BC-1939-76E4B8E7F4A3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A558DF0-51BD-93F6-06A0-872AB3DDBE02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2F53A4-4FFD-4E7D-678D-E729A1BF7D5B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00EEC273-2EC8-CE6A-4AF5-D346386B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- Protocols</a:t>
            </a:r>
          </a:p>
        </p:txBody>
      </p:sp>
      <p:pic>
        <p:nvPicPr>
          <p:cNvPr id="12" name="Picture 11" descr="Springer Nature acquires protocols.io - Research Information">
            <a:extLst>
              <a:ext uri="{FF2B5EF4-FFF2-40B4-BE49-F238E27FC236}">
                <a16:creationId xmlns:a16="http://schemas.microsoft.com/office/drawing/2014/main" id="{DE47F21A-36D8-BB98-D380-59DB9C583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163" y="4489974"/>
            <a:ext cx="3264157" cy="217780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18BA4B9-79E7-11F6-E22B-2D55DB7DA233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BA2EA4C-3300-2C99-A14F-99002F5C3B71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7" name="Oval 13">
                <a:extLst>
                  <a:ext uri="{FF2B5EF4-FFF2-40B4-BE49-F238E27FC236}">
                    <a16:creationId xmlns:a16="http://schemas.microsoft.com/office/drawing/2014/main" id="{880EF6D8-2156-B036-824C-B3A131B1C77A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8" name="Graphic 37" descr="Disk with solid fill">
                <a:extLst>
                  <a:ext uri="{FF2B5EF4-FFF2-40B4-BE49-F238E27FC236}">
                    <a16:creationId xmlns:a16="http://schemas.microsoft.com/office/drawing/2014/main" id="{25EA5A59-DB77-D42E-1286-EAE5D13E3A12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5" name="Rectangle 41">
              <a:extLst>
                <a:ext uri="{FF2B5EF4-FFF2-40B4-BE49-F238E27FC236}">
                  <a16:creationId xmlns:a16="http://schemas.microsoft.com/office/drawing/2014/main" id="{84532D6A-7B49-23CC-2EBF-001979DEB6A5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F0CEDC86-2C52-26FE-2936-C291B0698AB6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E965AC0-F53F-5210-D803-55B4573E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42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236" y="2269080"/>
            <a:ext cx="10515240" cy="35373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GB">
                <a:latin typeface="Tahoma"/>
                <a:ea typeface="Tahoma"/>
                <a:cs typeface="Tahoma"/>
              </a:rPr>
              <a:t> If you code (script) you should </a:t>
            </a:r>
            <a:r>
              <a:rPr lang="pl-PL">
                <a:latin typeface="Tahoma"/>
                <a:ea typeface="Tahoma"/>
                <a:cs typeface="Tahoma"/>
              </a:rPr>
              <a:t>use GIT </a:t>
            </a:r>
          </a:p>
          <a:p>
            <a:pPr marL="0" indent="0">
              <a:buNone/>
            </a:pPr>
            <a:r>
              <a:rPr lang="pl-PL">
                <a:latin typeface="Tahoma"/>
                <a:ea typeface="Tahoma"/>
                <a:cs typeface="Tahoma"/>
              </a:rPr>
              <a:t>(you need to learn it though)</a:t>
            </a:r>
          </a:p>
          <a:p>
            <a:pPr marL="0" indent="0">
              <a:buNone/>
            </a:pP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pl-PL">
                <a:latin typeface="Tahoma"/>
                <a:ea typeface="Tahoma"/>
                <a:cs typeface="Tahoma"/>
              </a:rPr>
              <a:t> Free GitHub (https://github.com)</a:t>
            </a:r>
          </a:p>
          <a:p>
            <a:pPr marL="0" indent="0">
              <a:buNone/>
            </a:pPr>
            <a:endParaRPr lang="pl-P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pl-PL">
                <a:latin typeface="Tahoma"/>
                <a:ea typeface="Tahoma"/>
                <a:cs typeface="Tahoma"/>
              </a:rPr>
              <a:t> Free GitLab (supported by UoE - </a:t>
            </a:r>
            <a:r>
              <a:rPr lang="pl-PL">
                <a:latin typeface="Tahoma"/>
                <a:ea typeface="Tahoma"/>
                <a:cs typeface="Tahoma"/>
                <a:hlinkClick r:id="rId2"/>
              </a:rPr>
              <a:t>UoE GitLab </a:t>
            </a:r>
            <a:r>
              <a:rPr lang="pl-PL">
                <a:latin typeface="Tahoma"/>
                <a:ea typeface="Tahoma"/>
                <a:cs typeface="Tahoma"/>
              </a:rPr>
              <a:t>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A334B9-0941-A4E6-4C2D-66CEC2A8A9A7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DAC118C-7401-5D80-D6B5-0CAF5933E43D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8FD6F7-82AE-7BE7-67D2-CA4C759DB17D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F1D0715A-5B13-C262-E8E2-5A93F9F4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- CODE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F09917-7664-8427-E091-A263D2DCC775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1B0578-88B2-35C8-A1E0-05FC842006E1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1E020CB-BDF4-41E4-78EC-8A16FF5A70EE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5" name="Graphic 37" descr="Disk with solid fill">
                <a:extLst>
                  <a:ext uri="{FF2B5EF4-FFF2-40B4-BE49-F238E27FC236}">
                    <a16:creationId xmlns:a16="http://schemas.microsoft.com/office/drawing/2014/main" id="{D4575544-A57B-4726-8B13-C994192E49F8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D2526A5D-2427-D68E-71A4-C7FCBEE5C820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19A9F639-77AA-DC9A-479E-79815434501F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0901F87-75ED-4868-62DC-F9F5B7B8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5776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380" y="2239376"/>
            <a:ext cx="10515240" cy="4350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Choosing domain specific repository</a:t>
            </a:r>
          </a:p>
          <a:p>
            <a:pPr marL="0" indent="0">
              <a:buNone/>
            </a:pPr>
            <a:endParaRPr lang="en-US" sz="3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err="1">
                <a:latin typeface="Tahoma"/>
                <a:ea typeface="Tahoma"/>
                <a:cs typeface="Tahoma"/>
              </a:rPr>
              <a:t>BioRDM</a:t>
            </a:r>
            <a:r>
              <a:rPr lang="en-US" sz="3200">
                <a:latin typeface="Tahoma"/>
                <a:ea typeface="Tahoma"/>
                <a:cs typeface="Tahoma"/>
              </a:rPr>
              <a:t> wiki: </a:t>
            </a:r>
            <a:endParaRPr lang="en-US" sz="3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Tahoma"/>
                <a:ea typeface="Tahoma"/>
                <a:cs typeface="Tahoma"/>
                <a:hlinkClick r:id="rId2"/>
              </a:rPr>
              <a:t>https://www.wiki.ed.ac.uk/spaces/RDMS/pages/424280992/Suggested+data+repositories</a:t>
            </a:r>
            <a:endParaRPr lang="en-US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err="1">
                <a:latin typeface="Tahoma"/>
                <a:ea typeface="Tahoma"/>
                <a:cs typeface="Tahoma"/>
              </a:rPr>
              <a:t>Fairsharing.org</a:t>
            </a:r>
            <a:endParaRPr lang="en-US" sz="3200">
              <a:latin typeface="Tahoma"/>
              <a:ea typeface="Tahoma"/>
              <a:cs typeface="Tahoma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007D52-3EEE-1170-2CDF-F8458971FE66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B5AF41A-9F56-38CE-BE7B-9A47571B644F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CDEEA1-669D-7367-B0F8-7A6F14518D26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D16C5B3B-D0DF-594E-8F7A-B1C31961B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- Repositories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B709F1-D80D-0C44-14B1-CF1909B63314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5B1EF29-88B8-F27F-17C9-EFF7C95C1B92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1" name="Oval 13">
                <a:extLst>
                  <a:ext uri="{FF2B5EF4-FFF2-40B4-BE49-F238E27FC236}">
                    <a16:creationId xmlns:a16="http://schemas.microsoft.com/office/drawing/2014/main" id="{94653B77-4F3C-819D-E16C-66FFC993AF61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2" name="Graphic 37" descr="Disk with solid fill">
                <a:extLst>
                  <a:ext uri="{FF2B5EF4-FFF2-40B4-BE49-F238E27FC236}">
                    <a16:creationId xmlns:a16="http://schemas.microsoft.com/office/drawing/2014/main" id="{D93DA87D-943C-98E9-A98F-169F09ABD0E8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8" name="Rectangle 41">
              <a:extLst>
                <a:ext uri="{FF2B5EF4-FFF2-40B4-BE49-F238E27FC236}">
                  <a16:creationId xmlns:a16="http://schemas.microsoft.com/office/drawing/2014/main" id="{36F3403B-CFC9-729E-671A-8BE13F066A73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1AC5740-7E30-0A86-D602-BF89D2DDDDA6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0B4ACD7-7C78-9F24-F4CC-B9D91EA5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7168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C6F7-AA50-4FE9-84EA-78EEE6F52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UoE</a:t>
            </a:r>
            <a:r>
              <a:rPr 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DataShare</a:t>
            </a:r>
          </a:p>
          <a:p>
            <a:pPr marL="0" indent="0">
              <a:buNone/>
            </a:pP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https://datashare.ed.ac.uk/</a:t>
            </a: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sharing public datasets (possible embargo period)</a:t>
            </a: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unlimited, free storage</a:t>
            </a: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(250GB per </a:t>
            </a:r>
            <a:r>
              <a:rPr lang="pl-PL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dataset</a:t>
            </a: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DOI</a:t>
            </a:r>
          </a:p>
          <a:p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automatically create</a:t>
            </a: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records in </a:t>
            </a:r>
            <a:r>
              <a:rPr lang="pl-PL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</a:t>
            </a: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l-PL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</a:t>
            </a: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profile </a:t>
            </a:r>
            <a:b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UoE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PURE</a:t>
            </a:r>
            <a:r>
              <a:rPr lang="pl-P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D53C9D-8B54-DB21-FF4D-2917A1497C38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41157F5-66AA-8968-E973-7C7CA426E451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AAEC1C3-C904-2111-8425-54DA6940667A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12880A8D-B45F-F033-6893-58F2F590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University resources - Repositories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37BD73-651D-5BB7-E904-D50072DB974A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9BF138-BA41-7C50-984D-01B8E40129B6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B051F96-CB86-5EA2-F9D2-1C5941BB30BE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5" name="Graphic 37" descr="Disk with solid fill">
                <a:extLst>
                  <a:ext uri="{FF2B5EF4-FFF2-40B4-BE49-F238E27FC236}">
                    <a16:creationId xmlns:a16="http://schemas.microsoft.com/office/drawing/2014/main" id="{90767C45-5186-C9D0-A09D-C040B342B20C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2" name="Rectangle 41">
              <a:extLst>
                <a:ext uri="{FF2B5EF4-FFF2-40B4-BE49-F238E27FC236}">
                  <a16:creationId xmlns:a16="http://schemas.microsoft.com/office/drawing/2014/main" id="{F0461AB5-DFCA-84C3-10DD-20AA3615D5D2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0FD6285A-4339-5D2B-3FE8-7B92A6E683B4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66BD0D6-2956-A998-28A1-6F82E8E15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852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58223" y="2012509"/>
            <a:ext cx="10030428" cy="3881032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Practical recipes and guides:</a:t>
            </a:r>
          </a:p>
          <a:p>
            <a:r>
              <a:rPr lang="en-GB" sz="2400">
                <a:solidFill>
                  <a:schemeClr val="tx1"/>
                </a:solidFill>
                <a:latin typeface="Tahoma"/>
                <a:ea typeface="Tahoma"/>
                <a:cs typeface="Tahom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https://faircookbook.elixir-europe.org/</a:t>
            </a:r>
            <a:endParaRPr lang="en-GB" sz="240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r>
              <a:rPr lang="en-GB" sz="2400">
                <a:solidFill>
                  <a:schemeClr val="tx1"/>
                </a:solidFill>
                <a:latin typeface="Tahoma"/>
                <a:ea typeface="Tahoma"/>
                <a:cs typeface="Tahom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https://rdmkit.elixir-europe.org/</a:t>
            </a:r>
            <a:endParaRPr lang="en-GB" sz="240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endParaRPr lang="en-GB" sz="24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GB" sz="2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</a:t>
            </a:r>
          </a:p>
          <a:p>
            <a:r>
              <a:rPr lang="en-GB" sz="2400">
                <a:solidFill>
                  <a:schemeClr val="tx1"/>
                </a:solidFill>
                <a:latin typeface="Tahoma"/>
                <a:ea typeface="Tahoma"/>
                <a:cs typeface="Tahoma"/>
              </a:rPr>
              <a:t>Ed-DASH </a:t>
            </a:r>
            <a:r>
              <a:rPr lang="en-GB" sz="2400">
                <a:solidFill>
                  <a:schemeClr val="tx1"/>
                </a:solidFill>
                <a:latin typeface="Tahoma"/>
                <a:ea typeface="Tahoma"/>
                <a:cs typeface="Tahom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https://edcarp.github.io/Ed-DaSH/index.html</a:t>
            </a:r>
            <a:endParaRPr lang="en-GB" sz="240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r>
              <a:rPr lang="en-GB" sz="2400" err="1">
                <a:solidFill>
                  <a:schemeClr val="tx1"/>
                </a:solidFill>
                <a:latin typeface="Tahoma"/>
                <a:ea typeface="Tahoma"/>
                <a:cs typeface="Tahoma"/>
              </a:rPr>
              <a:t>UoE</a:t>
            </a:r>
            <a:r>
              <a:rPr lang="en-GB" sz="2400">
                <a:solidFill>
                  <a:schemeClr val="tx1"/>
                </a:solidFill>
                <a:latin typeface="Tahoma"/>
                <a:ea typeface="Tahoma"/>
                <a:cs typeface="Tahoma"/>
              </a:rPr>
              <a:t> RDS </a:t>
            </a:r>
            <a:r>
              <a:rPr lang="en-GB" sz="2400">
                <a:solidFill>
                  <a:schemeClr val="tx1"/>
                </a:solidFill>
                <a:latin typeface="Tahoma"/>
                <a:ea typeface="Tahoma"/>
                <a:cs typeface="Tahom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https://www.ed.ac.uk/information-services/research-support/research-data-service</a:t>
            </a:r>
          </a:p>
          <a:p>
            <a:r>
              <a:rPr lang="en-GB" sz="2400">
                <a:solidFill>
                  <a:schemeClr val="tx1"/>
                </a:solidFill>
                <a:latin typeface="Tahoma"/>
                <a:ea typeface="Tahoma"/>
                <a:cs typeface="Tahoma"/>
              </a:rPr>
              <a:t>Digital Research Services: </a:t>
            </a:r>
            <a:r>
              <a:rPr lang="en-GB" sz="2400">
                <a:solidFill>
                  <a:schemeClr val="tx1"/>
                </a:solidFill>
                <a:latin typeface="Tahoma"/>
                <a:ea typeface="Tahoma"/>
                <a:cs typeface="Tahom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https://digitalresearchservices.ed.ac.uk/news-and-updates/</a:t>
            </a:r>
            <a:r>
              <a:rPr lang="en-GB" sz="2400">
                <a:solidFill>
                  <a:schemeClr val="tx1"/>
                </a:solidFill>
                <a:latin typeface="Tahoma"/>
                <a:ea typeface="Tahoma"/>
                <a:cs typeface="Tahoma"/>
              </a:rPr>
              <a:t> </a:t>
            </a:r>
            <a:endParaRPr lang="en-GB" sz="24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14B7353-BFA4-AB05-F354-093073246124}"/>
              </a:ext>
            </a:extLst>
          </p:cNvPr>
          <p:cNvGrpSpPr/>
          <p:nvPr/>
        </p:nvGrpSpPr>
        <p:grpSpPr>
          <a:xfrm>
            <a:off x="580678" y="1429751"/>
            <a:ext cx="10685798" cy="72000"/>
            <a:chOff x="580678" y="1429751"/>
            <a:chExt cx="10685798" cy="72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3C33BD7-E42B-4804-C778-8B341D0F2D09}"/>
                </a:ext>
              </a:extLst>
            </p:cNvPr>
            <p:cNvCxnSpPr>
              <a:cxnSpLocks/>
            </p:cNvCxnSpPr>
            <p:nvPr/>
          </p:nvCxnSpPr>
          <p:spPr>
            <a:xfrm>
              <a:off x="580678" y="1495077"/>
              <a:ext cx="10685798" cy="0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A898E2-9ABF-A3DA-8D27-363CDEFA0C0E}"/>
                </a:ext>
              </a:extLst>
            </p:cNvPr>
            <p:cNvSpPr/>
            <p:nvPr/>
          </p:nvSpPr>
          <p:spPr>
            <a:xfrm>
              <a:off x="580678" y="1429751"/>
              <a:ext cx="1388286" cy="72000"/>
            </a:xfrm>
            <a:prstGeom prst="rect">
              <a:avLst/>
            </a:prstGeom>
            <a:solidFill>
              <a:srgbClr val="92D1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509BB13-9FB8-147D-E10D-12CC17FE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78" y="372087"/>
            <a:ext cx="10515240" cy="1325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4E09847-1179-F0EC-EF3D-AE095798A616}"/>
              </a:ext>
            </a:extLst>
          </p:cNvPr>
          <p:cNvGrpSpPr/>
          <p:nvPr/>
        </p:nvGrpSpPr>
        <p:grpSpPr>
          <a:xfrm>
            <a:off x="10995967" y="80429"/>
            <a:ext cx="1196033" cy="373366"/>
            <a:chOff x="10995967" y="80429"/>
            <a:chExt cx="1196033" cy="37336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8F2EF0A-278D-30A8-1209-B92873169831}"/>
                </a:ext>
              </a:extLst>
            </p:cNvPr>
            <p:cNvGrpSpPr/>
            <p:nvPr/>
          </p:nvGrpSpPr>
          <p:grpSpPr>
            <a:xfrm>
              <a:off x="10995967" y="93795"/>
              <a:ext cx="351641" cy="360000"/>
              <a:chOff x="6182648" y="5362923"/>
              <a:chExt cx="351641" cy="360000"/>
            </a:xfrm>
          </p:grpSpPr>
          <p:sp>
            <p:nvSpPr>
              <p:cNvPr id="15" name="Oval 13">
                <a:extLst>
                  <a:ext uri="{FF2B5EF4-FFF2-40B4-BE49-F238E27FC236}">
                    <a16:creationId xmlns:a16="http://schemas.microsoft.com/office/drawing/2014/main" id="{74B566C1-DCC4-7595-2556-56AE5688C3D0}"/>
                  </a:ext>
                </a:extLst>
              </p:cNvPr>
              <p:cNvSpPr/>
              <p:nvPr/>
            </p:nvSpPr>
            <p:spPr>
              <a:xfrm>
                <a:off x="6182648" y="5362923"/>
                <a:ext cx="351641" cy="36000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strike="noStrike" spc="-1">
                  <a:solidFill>
                    <a:schemeClr val="lt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6" name="Graphic 37" descr="Disk with solid fill">
                <a:extLst>
                  <a:ext uri="{FF2B5EF4-FFF2-40B4-BE49-F238E27FC236}">
                    <a16:creationId xmlns:a16="http://schemas.microsoft.com/office/drawing/2014/main" id="{EE316DE0-3133-6E63-68D9-E902A3D4AED3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/>
            </p:blipFill>
            <p:spPr>
              <a:xfrm>
                <a:off x="6239182" y="5404251"/>
                <a:ext cx="238572" cy="277343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3" name="Rectangle 41">
              <a:extLst>
                <a:ext uri="{FF2B5EF4-FFF2-40B4-BE49-F238E27FC236}">
                  <a16:creationId xmlns:a16="http://schemas.microsoft.com/office/drawing/2014/main" id="{E951DA07-4F88-AB40-4F34-35879834CB9A}"/>
                </a:ext>
              </a:extLst>
            </p:cNvPr>
            <p:cNvSpPr/>
            <p:nvPr/>
          </p:nvSpPr>
          <p:spPr>
            <a:xfrm>
              <a:off x="11432592" y="347460"/>
              <a:ext cx="647640" cy="24840"/>
            </a:xfrm>
            <a:prstGeom prst="rect">
              <a:avLst/>
            </a:prstGeom>
            <a:solidFill>
              <a:srgbClr val="92D14F"/>
            </a:solidFill>
            <a:ln>
              <a:solidFill>
                <a:srgbClr val="92D1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9800" rIns="90000" bIns="-198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F7CFEB61-64F6-B023-FBDD-F7FE8487F9FD}"/>
                </a:ext>
              </a:extLst>
            </p:cNvPr>
            <p:cNvSpPr/>
            <p:nvPr/>
          </p:nvSpPr>
          <p:spPr>
            <a:xfrm>
              <a:off x="11320823" y="80429"/>
              <a:ext cx="871177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strike="noStrike" spc="-1">
                  <a:solidFill>
                    <a:schemeClr val="dk1"/>
                  </a:solidFill>
                  <a:latin typeface="Tahoma"/>
                  <a:ea typeface="Tahoma"/>
                </a:rPr>
                <a:t>Resources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069869D-9928-1721-823D-52CF763E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8054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FCBC2CC-5AB5-7A97-F728-AAAB9DE5036B}"/>
              </a:ext>
            </a:extLst>
          </p:cNvPr>
          <p:cNvSpPr/>
          <p:nvPr/>
        </p:nvSpPr>
        <p:spPr>
          <a:xfrm>
            <a:off x="383059" y="457200"/>
            <a:ext cx="11442357" cy="5899320"/>
          </a:xfrm>
          <a:prstGeom prst="roundRect">
            <a:avLst>
              <a:gd name="adj" fmla="val 6271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Five Minute Guide To… Feedback – The Teaching Delusion">
            <a:extLst>
              <a:ext uri="{FF2B5EF4-FFF2-40B4-BE49-F238E27FC236}">
                <a16:creationId xmlns:a16="http://schemas.microsoft.com/office/drawing/2014/main" id="{B710B220-7BDB-6360-FFB4-BF1FF8981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564" y="1538624"/>
            <a:ext cx="4170789" cy="2847148"/>
          </a:xfrm>
          <a:prstGeom prst="rect">
            <a:avLst/>
          </a:prstGeom>
        </p:spPr>
      </p:pic>
      <p:pic>
        <p:nvPicPr>
          <p:cNvPr id="3" name="Picture 2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C2543B47-B8AB-C6BA-B744-28340384A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051" y="756011"/>
            <a:ext cx="4195969" cy="4289335"/>
          </a:xfrm>
          <a:prstGeom prst="rect">
            <a:avLst/>
          </a:prstGeom>
        </p:spPr>
      </p:pic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B2C5558-1658-8195-F470-C7654F100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4502" y="5146854"/>
            <a:ext cx="6039323" cy="1029681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6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7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124240" y="0"/>
            <a:ext cx="7066440" cy="685764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8" name="Rectangle 9"/>
          <p:cNvSpPr/>
          <p:nvPr/>
        </p:nvSpPr>
        <p:spPr>
          <a:xfrm>
            <a:off x="962640" y="2118600"/>
            <a:ext cx="104648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5400" b="0" strike="noStrike" spc="-1">
                <a:solidFill>
                  <a:schemeClr val="accent1">
                    <a:lumMod val="50000"/>
                  </a:schemeClr>
                </a:solidFill>
                <a:latin typeface="Tahoma"/>
                <a:ea typeface="Tahoma"/>
              </a:rPr>
              <a:t>Thank you! 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GB" sz="5400" b="0" strike="noStrike" spc="-1">
                <a:solidFill>
                  <a:schemeClr val="accent1">
                    <a:lumMod val="50000"/>
                  </a:schemeClr>
                </a:solidFill>
                <a:latin typeface="Tahoma"/>
                <a:ea typeface="Tahoma"/>
              </a:rPr>
              <a:t>Best of luck in your PhD journey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ubtitle 2"/>
          <p:cNvSpPr/>
          <p:nvPr/>
        </p:nvSpPr>
        <p:spPr>
          <a:xfrm>
            <a:off x="377640" y="5329800"/>
            <a:ext cx="7599960" cy="120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800" b="1" strike="noStrike" spc="-1">
                <a:solidFill>
                  <a:schemeClr val="dk1"/>
                </a:solidFill>
                <a:latin typeface="Tahoma"/>
                <a:ea typeface="Tahoma"/>
              </a:rPr>
              <a:t>Alli Spring, PhD.  - </a:t>
            </a: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aspring@ed.ac.uk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800" b="1" strike="noStrike" spc="-1">
                <a:solidFill>
                  <a:schemeClr val="dk1"/>
                </a:solidFill>
                <a:latin typeface="Tahoma"/>
                <a:ea typeface="Tahoma"/>
              </a:rPr>
              <a:t>Daniel Thédié, PhD. -  </a:t>
            </a: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daniel.thedie@ed.ac.uk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800" b="1" strike="noStrike" spc="-1">
                <a:solidFill>
                  <a:schemeClr val="dk1"/>
                </a:solidFill>
                <a:latin typeface="Tahoma"/>
                <a:ea typeface="Tahoma"/>
              </a:rPr>
              <a:t>Juliana Rodríguez Cubillos. -  </a:t>
            </a:r>
            <a:r>
              <a:rPr lang="en-GB" sz="1800" b="0" strike="noStrike" spc="-1">
                <a:solidFill>
                  <a:schemeClr val="dk1"/>
                </a:solidFill>
                <a:latin typeface="Tahoma"/>
                <a:ea typeface="Tahoma"/>
              </a:rPr>
              <a:t>Juliana.Rodriguez@ed.ac.uk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00" name="Group 12"/>
          <p:cNvGrpSpPr/>
          <p:nvPr/>
        </p:nvGrpSpPr>
        <p:grpSpPr>
          <a:xfrm>
            <a:off x="0" y="0"/>
            <a:ext cx="12191760" cy="914040"/>
            <a:chOff x="0" y="0"/>
            <a:chExt cx="12191760" cy="914040"/>
          </a:xfrm>
        </p:grpSpPr>
        <p:sp>
          <p:nvSpPr>
            <p:cNvPr id="1101" name="Rectangle 13"/>
            <p:cNvSpPr/>
            <p:nvPr/>
          </p:nvSpPr>
          <p:spPr>
            <a:xfrm>
              <a:off x="0" y="0"/>
              <a:ext cx="12191760" cy="914040"/>
            </a:xfrm>
            <a:prstGeom prst="rect">
              <a:avLst/>
            </a:prstGeom>
            <a:gradFill rotWithShape="0">
              <a:gsLst>
                <a:gs pos="0">
                  <a:srgbClr val="0F203E"/>
                </a:gs>
                <a:gs pos="41000">
                  <a:srgbClr val="1B3568"/>
                </a:gs>
                <a:gs pos="73000">
                  <a:srgbClr val="FFFFF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sp>
          <p:nvSpPr>
            <p:cNvPr id="1102" name="Rectangle 14"/>
            <p:cNvSpPr/>
            <p:nvPr/>
          </p:nvSpPr>
          <p:spPr>
            <a:xfrm>
              <a:off x="9185760" y="0"/>
              <a:ext cx="3005640" cy="914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Tahoma"/>
                <a:ea typeface="Tahoma"/>
              </a:endParaRPr>
            </a:p>
          </p:txBody>
        </p:sp>
        <p:pic>
          <p:nvPicPr>
            <p:cNvPr id="1103" name="Picture 8" descr="A close up of a logo&#10;&#10;Description generated with very high confidence"/>
            <p:cNvPicPr/>
            <p:nvPr/>
          </p:nvPicPr>
          <p:blipFill>
            <a:blip r:embed="rId2"/>
            <a:stretch/>
          </p:blipFill>
          <p:spPr>
            <a:xfrm>
              <a:off x="9317520" y="138240"/>
              <a:ext cx="2742840" cy="720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04" name="TextBox 18"/>
            <p:cNvSpPr/>
            <p:nvPr/>
          </p:nvSpPr>
          <p:spPr>
            <a:xfrm>
              <a:off x="246600" y="498960"/>
              <a:ext cx="6792480" cy="33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horzOverflow="overflow" numCol="1" spcCol="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600" b="0" strike="noStrike" spc="-1">
                  <a:solidFill>
                    <a:schemeClr val="lt1"/>
                  </a:solidFill>
                  <a:latin typeface="Tahoma"/>
                  <a:ea typeface="Tahoma"/>
                </a:rPr>
                <a:t>Biological Research Data Management Team</a:t>
              </a:r>
              <a:endParaRPr lang="en-U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05" name="TextBox 20"/>
          <p:cNvSpPr/>
          <p:nvPr/>
        </p:nvSpPr>
        <p:spPr>
          <a:xfrm>
            <a:off x="246600" y="91080"/>
            <a:ext cx="2742840" cy="51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strike="noStrike" spc="-1">
                <a:solidFill>
                  <a:schemeClr val="lt1"/>
                </a:solidFill>
                <a:latin typeface="Tahoma"/>
                <a:ea typeface="Tahoma"/>
              </a:rPr>
              <a:t>BioRDM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ubtitle 2"/>
          <p:cNvSpPr/>
          <p:nvPr/>
        </p:nvSpPr>
        <p:spPr>
          <a:xfrm>
            <a:off x="9618840" y="6093000"/>
            <a:ext cx="2433600" cy="47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800" b="1" strike="noStrike" spc="-1">
                <a:solidFill>
                  <a:schemeClr val="dk1"/>
                </a:solidFill>
                <a:latin typeface="Tahoma"/>
                <a:ea typeface="Tahoma"/>
              </a:rPr>
              <a:t>bio_rdm@ed.ac.uk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7" name="Picture 2" descr="mail Vector Icons free download in SVG, PNG Format"/>
          <p:cNvPicPr/>
          <p:nvPr/>
        </p:nvPicPr>
        <p:blipFill>
          <a:blip r:embed="rId3"/>
          <a:stretch/>
        </p:blipFill>
        <p:spPr>
          <a:xfrm>
            <a:off x="9087840" y="5987880"/>
            <a:ext cx="527760" cy="527760"/>
          </a:xfrm>
          <a:prstGeom prst="rect">
            <a:avLst/>
          </a:prstGeom>
          <a:ln w="0">
            <a:noFill/>
          </a:ln>
        </p:spPr>
      </p:pic>
      <p:pic>
        <p:nvPicPr>
          <p:cNvPr id="1108" name="Picture 2"/>
          <p:cNvPicPr/>
          <p:nvPr/>
        </p:nvPicPr>
        <p:blipFill>
          <a:blip r:embed="rId4"/>
          <a:stretch/>
        </p:blipFill>
        <p:spPr>
          <a:xfrm>
            <a:off x="10670760" y="5532480"/>
            <a:ext cx="1143360" cy="39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99</Slides>
  <Notes>44</Notes>
  <HiddenSlides>1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99</vt:i4>
      </vt:variant>
    </vt:vector>
  </HeadingPairs>
  <TitlesOfParts>
    <vt:vector size="105" baseType="lpstr">
      <vt:lpstr>Office 2013 - 2022 Theme</vt:lpstr>
      <vt:lpstr>Office 2013 - 2022 Theme</vt:lpstr>
      <vt:lpstr>Office 2013 - 2022 Theme</vt:lpstr>
      <vt:lpstr>Office 2013 - 2022 Theme</vt:lpstr>
      <vt:lpstr>Office 2013 - 2022 Theme</vt:lpstr>
      <vt:lpstr>Office 2013 - 2022 Theme</vt:lpstr>
      <vt:lpstr>PowerPoint Presentation</vt:lpstr>
      <vt:lpstr>Please confirm your attendance here (for Graduate school):</vt:lpstr>
      <vt:lpstr>PowerPoint Presentation</vt:lpstr>
      <vt:lpstr>PowerPoint Presentation</vt:lpstr>
      <vt:lpstr>Why are we here? </vt:lpstr>
      <vt:lpstr>PowerPoint Presentation</vt:lpstr>
      <vt:lpstr>Materials</vt:lpstr>
      <vt:lpstr>PowerPoint Presentation</vt:lpstr>
      <vt:lpstr>PowerPoint Presentation</vt:lpstr>
      <vt:lpstr>Open Science</vt:lpstr>
      <vt:lpstr>Open Science</vt:lpstr>
      <vt:lpstr>Common Issues in Data Sharing</vt:lpstr>
      <vt:lpstr>PowerPoint Presentation</vt:lpstr>
      <vt:lpstr>FAIR principles</vt:lpstr>
      <vt:lpstr>How can you achieve FAIR data?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File Naming</vt:lpstr>
      <vt:lpstr>File Naming</vt:lpstr>
      <vt:lpstr>File Naming</vt:lpstr>
      <vt:lpstr>File Naming</vt:lpstr>
      <vt:lpstr>File Naming</vt:lpstr>
      <vt:lpstr>File Naming</vt:lpstr>
      <vt:lpstr>PowerPoint Presentation</vt:lpstr>
      <vt:lpstr>PowerPoint Presentation</vt:lpstr>
      <vt:lpstr>PowerPoint Presentation</vt:lpstr>
      <vt:lpstr>PowerPoint Presentation</vt:lpstr>
      <vt:lpstr>Record your data structure in a README</vt:lpstr>
      <vt:lpstr>Exercise #1</vt:lpstr>
      <vt:lpstr>Enduring Understanding</vt:lpstr>
      <vt:lpstr>Please confirm your attendance here (for Graduate school):</vt:lpstr>
      <vt:lpstr>Managing INTEROPERABLE Data</vt:lpstr>
      <vt:lpstr>PowerPoint Presentation</vt:lpstr>
      <vt:lpstr>PowerPoint Presentation</vt:lpstr>
      <vt:lpstr>FAIR file formats in biological practice</vt:lpstr>
      <vt:lpstr>PowerPoint Presentation</vt:lpstr>
      <vt:lpstr>Exercise #2</vt:lpstr>
      <vt:lpstr>Enduring Understanding</vt:lpstr>
      <vt:lpstr>PowerPoint Presentation</vt:lpstr>
      <vt:lpstr>PowerPoint Presentation</vt:lpstr>
      <vt:lpstr>PowerPoint Presentation</vt:lpstr>
      <vt:lpstr>PowerPoint Presentation</vt:lpstr>
      <vt:lpstr>ELNs</vt:lpstr>
      <vt:lpstr>Paper </vt:lpstr>
      <vt:lpstr>How do I choose an ELN?</vt:lpstr>
      <vt:lpstr>Which ELNs are used in SBS?</vt:lpstr>
      <vt:lpstr>Example of good record keeping</vt:lpstr>
      <vt:lpstr>ELNs Resources from BioRDM</vt:lpstr>
      <vt:lpstr>PowerPoint Presentation</vt:lpstr>
      <vt:lpstr>PowerPoint Presentation</vt:lpstr>
      <vt:lpstr>Exercise #3</vt:lpstr>
      <vt:lpstr>PowerPoint Presentation</vt:lpstr>
      <vt:lpstr>Repositories</vt:lpstr>
      <vt:lpstr>PowerPoint Presentation</vt:lpstr>
      <vt:lpstr>PowerPoint Presentation</vt:lpstr>
      <vt:lpstr>Enduring Understanding</vt:lpstr>
      <vt:lpstr>Please confirm your attendance here (for Graduate school):</vt:lpstr>
      <vt:lpstr>Planning ahead</vt:lpstr>
      <vt:lpstr>PowerPoint Presentation</vt:lpstr>
      <vt:lpstr>Sharing as part of the workflow</vt:lpstr>
      <vt:lpstr>Sharing as part of the workflow</vt:lpstr>
      <vt:lpstr>PowerPoint Presentation</vt:lpstr>
      <vt:lpstr>PowerPoint Presentation</vt:lpstr>
      <vt:lpstr>Data Management Planning: What? How? Where?</vt:lpstr>
      <vt:lpstr>Writing a DMP for your Research</vt:lpstr>
      <vt:lpstr>PowerPoint Presentation</vt:lpstr>
      <vt:lpstr>Exercise #5</vt:lpstr>
      <vt:lpstr>PowerPoint Presentation</vt:lpstr>
      <vt:lpstr> </vt:lpstr>
      <vt:lpstr>PowerPoint Presentation</vt:lpstr>
      <vt:lpstr>PowerPoint Presentation</vt:lpstr>
      <vt:lpstr>For your narrative CVs…</vt:lpstr>
      <vt:lpstr>Outcomes of Openness</vt:lpstr>
      <vt:lpstr>PowerPoint Presentation</vt:lpstr>
      <vt:lpstr>Enduring Understanding</vt:lpstr>
      <vt:lpstr>PowerPoint Presentation</vt:lpstr>
      <vt:lpstr>PowerPoint Presentation</vt:lpstr>
      <vt:lpstr>PowerPoint Presentation</vt:lpstr>
      <vt:lpstr>University resources for data management</vt:lpstr>
      <vt:lpstr>University resources - Storage</vt:lpstr>
      <vt:lpstr>University resources - Storage</vt:lpstr>
      <vt:lpstr>University resources - Storage</vt:lpstr>
      <vt:lpstr>University resources - Storage</vt:lpstr>
      <vt:lpstr>University resources - Collaboration</vt:lpstr>
      <vt:lpstr>University resources - Collaboration</vt:lpstr>
      <vt:lpstr>University resources - Protocols</vt:lpstr>
      <vt:lpstr>University resources - CODE</vt:lpstr>
      <vt:lpstr>University resources - Repositories</vt:lpstr>
      <vt:lpstr>University resources - Repositories</vt:lpstr>
      <vt:lpstr>Learning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revision>1</cp:revision>
  <dcterms:created xsi:type="dcterms:W3CDTF">2022-10-14T11:22:18Z</dcterms:created>
  <dcterms:modified xsi:type="dcterms:W3CDTF">2026-10-28T12:19:46Z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Widescreen</vt:lpwstr>
  </property>
  <property fmtid="{D5CDD505-2E9C-101B-9397-08002B2CF9AE}" pid="4" name="Slides">
    <vt:i4>97</vt:i4>
  </property>
</Properties>
</file>